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customXml/item1.xml" ContentType="application/xml"/>
  <Override PartName="/customXml/itemProps1.xml" ContentType="application/vnd.openxmlformats-officedocument.customXmlProperties+xml"/>
  <Override PartName="/customXml/item2.xml" ContentType="application/xml"/>
  <Override PartName="/customXml/_rels/item3.xml.rels" ContentType="application/vnd.openxmlformats-package.relationships+xml"/>
  <Override PartName="/customXml/_rels/item2.xml.rels" ContentType="application/vnd.openxmlformats-package.relationships+xml"/>
  <Override PartName="/customXml/_rels/item1.xml.rels" ContentType="application/vnd.openxmlformats-package.relationships+xml"/>
  <Override PartName="/customXml/itemProps2.xml" ContentType="application/vnd.openxmlformats-officedocument.customXmlProperties+xml"/>
  <Override PartName="/customXml/item3.xml" ContentType="application/xml"/>
  <Override PartName="/customXml/itemProps3.xml" ContentType="application/vnd.openxmlformats-officedocument.customXmlProperties+xml"/>
  <Override PartName="/docMetadata/LabelInfo.xml" ContentType="application/xml"/>
  <Override PartName="/ppt/presentation.xml" ContentType="application/vnd.openxmlformats-officedocument.presentationml.presentation.main+xml"/>
  <Override PartName="/ppt/slideMasters/_rels/slideMaster10.xml.rels" ContentType="application/vnd.openxmlformats-package.relationships+xml"/>
  <Override PartName="/ppt/slideMasters/_rels/slideMaster47.xml.rels" ContentType="application/vnd.openxmlformats-package.relationships+xml"/>
  <Override PartName="/ppt/slideMasters/_rels/slideMaster46.xml.rels" ContentType="application/vnd.openxmlformats-package.relationships+xml"/>
  <Override PartName="/ppt/slideMasters/_rels/slideMaster11.xml.rels" ContentType="application/vnd.openxmlformats-package.relationships+xml"/>
  <Override PartName="/ppt/slideMasters/_rels/slideMaster48.xml.rels" ContentType="application/vnd.openxmlformats-package.relationships+xml"/>
  <Override PartName="/ppt/slideMasters/_rels/slideMaster6.xml.rels" ContentType="application/vnd.openxmlformats-package.relationships+xml"/>
  <Override PartName="/ppt/slideMasters/_rels/slideMaster41.xml.rels" ContentType="application/vnd.openxmlformats-package.relationships+xml"/>
  <Override PartName="/ppt/slideMasters/_rels/slideMaster12.xml.rels" ContentType="application/vnd.openxmlformats-package.relationships+xml"/>
  <Override PartName="/ppt/slideMasters/_rels/slideMaster49.xml.rels" ContentType="application/vnd.openxmlformats-package.relationships+xml"/>
  <Override PartName="/ppt/slideMasters/_rels/slideMaster30.xml.rels" ContentType="application/vnd.openxmlformats-package.relationships+xml"/>
  <Override PartName="/ppt/slideMasters/_rels/slideMaster29.xml.rels" ContentType="application/vnd.openxmlformats-package.relationships+xml"/>
  <Override PartName="/ppt/slideMasters/_rels/slideMaster31.xml.rels" ContentType="application/vnd.openxmlformats-package.relationships+xml"/>
  <Override PartName="/ppt/slideMasters/_rels/slideMaster32.xml.rels" ContentType="application/vnd.openxmlformats-package.relationships+xml"/>
  <Override PartName="/ppt/slideMasters/_rels/slideMaster33.xml.rels" ContentType="application/vnd.openxmlformats-package.relationships+xml"/>
  <Override PartName="/ppt/slideMasters/_rels/slideMaster34.xml.rels" ContentType="application/vnd.openxmlformats-package.relationships+xml"/>
  <Override PartName="/ppt/slideMasters/_rels/slideMaster5.xml.rels" ContentType="application/vnd.openxmlformats-package.relationships+xml"/>
  <Override PartName="/ppt/slideMasters/_rels/slideMaster40.xml.rels" ContentType="application/vnd.openxmlformats-package.relationships+xml"/>
  <Override PartName="/ppt/slideMasters/_rels/slideMaster53.xml.rels" ContentType="application/vnd.openxmlformats-package.relationships+xml"/>
  <Override PartName="/ppt/slideMasters/_rels/slideMaster4.xml.rels" ContentType="application/vnd.openxmlformats-package.relationships+xml"/>
  <Override PartName="/ppt/slideMasters/_rels/slideMaster52.xml.rels" ContentType="application/vnd.openxmlformats-package.relationships+xml"/>
  <Override PartName="/ppt/slideMasters/_rels/slideMaster51.xml.rels" ContentType="application/vnd.openxmlformats-package.relationships+xml"/>
  <Override PartName="/ppt/slideMasters/_rels/slideMaster50.xml.rels" ContentType="application/vnd.openxmlformats-package.relationships+xml"/>
  <Override PartName="/ppt/slideMasters/_rels/slideMaster39.xml.rels" ContentType="application/vnd.openxmlformats-package.relationships+xml"/>
  <Override PartName="/ppt/slideMasters/_rels/slideMaster26.xml.rels" ContentType="application/vnd.openxmlformats-package.relationships+xml"/>
  <Override PartName="/ppt/slideMasters/_rels/slideMaster14.xml.rels" ContentType="application/vnd.openxmlformats-package.relationships+xml"/>
  <Override PartName="/ppt/slideMasters/_rels/slideMaster3.xml.rels" ContentType="application/vnd.openxmlformats-package.relationships+xml"/>
  <Override PartName="/ppt/slideMasters/_rels/slideMaster15.xml.rels" ContentType="application/vnd.openxmlformats-package.relationships+xml"/>
  <Override PartName="/ppt/slideMasters/_rels/slideMaster16.xml.rels" ContentType="application/vnd.openxmlformats-package.relationships+xml"/>
  <Override PartName="/ppt/slideMasters/_rels/slideMaster17.xml.rels" ContentType="application/vnd.openxmlformats-package.relationships+xml"/>
  <Override PartName="/ppt/slideMasters/_rels/slideMaster18.xml.rels" ContentType="application/vnd.openxmlformats-package.relationships+xml"/>
  <Override PartName="/ppt/slideMasters/_rels/slideMaster20.xml.rels" ContentType="application/vnd.openxmlformats-package.relationships+xml"/>
  <Override PartName="/ppt/slideMasters/_rels/slideMaster19.xml.rels" ContentType="application/vnd.openxmlformats-package.relationships+xml"/>
  <Override PartName="/ppt/slideMasters/_rels/slideMaster21.xml.rels" ContentType="application/vnd.openxmlformats-package.relationships+xml"/>
  <Override PartName="/ppt/slideMasters/_rels/slideMaster43.xml.rels" ContentType="application/vnd.openxmlformats-package.relationships+xml"/>
  <Override PartName="/ppt/slideMasters/_rels/slideMaster8.xml.rels" ContentType="application/vnd.openxmlformats-package.relationships+xml"/>
  <Override PartName="/ppt/slideMasters/_rels/slideMaster22.xml.rels" ContentType="application/vnd.openxmlformats-package.relationships+xml"/>
  <Override PartName="/ppt/slideMasters/_rels/slideMaster23.xml.rels" ContentType="application/vnd.openxmlformats-package.relationships+xml"/>
  <Override PartName="/ppt/slideMasters/_rels/slideMaster24.xml.rels" ContentType="application/vnd.openxmlformats-package.relationships+xml"/>
  <Override PartName="/ppt/slideMasters/_rels/slideMaster25.xml.rels" ContentType="application/vnd.openxmlformats-package.relationships+xml"/>
  <Override PartName="/ppt/slideMasters/_rels/slideMaster1.xml.rels" ContentType="application/vnd.openxmlformats-package.relationships+xml"/>
  <Override PartName="/ppt/slideMasters/_rels/slideMaster9.xml.rels" ContentType="application/vnd.openxmlformats-package.relationships+xml"/>
  <Override PartName="/ppt/slideMasters/_rels/slideMaster44.xml.rels" ContentType="application/vnd.openxmlformats-package.relationships+xml"/>
  <Override PartName="/ppt/slideMasters/_rels/slideMaster13.xml.rels" ContentType="application/vnd.openxmlformats-package.relationships+xml"/>
  <Override PartName="/ppt/slideMasters/_rels/slideMaster2.xml.rels" ContentType="application/vnd.openxmlformats-package.relationships+xml"/>
  <Override PartName="/ppt/slideMasters/_rels/slideMaster27.xml.rels" ContentType="application/vnd.openxmlformats-package.relationships+xml"/>
  <Override PartName="/ppt/slideMasters/_rels/slideMaster45.xml.rels" ContentType="application/vnd.openxmlformats-package.relationships+xml"/>
  <Override PartName="/ppt/slideMasters/_rels/slideMaster28.xml.rels" ContentType="application/vnd.openxmlformats-package.relationships+xml"/>
  <Override PartName="/ppt/slideMasters/_rels/slideMaster35.xml.rels" ContentType="application/vnd.openxmlformats-package.relationships+xml"/>
  <Override PartName="/ppt/slideMasters/_rels/slideMaster36.xml.rels" ContentType="application/vnd.openxmlformats-package.relationships+xml"/>
  <Override PartName="/ppt/slideMasters/_rels/slideMaster37.xml.rels" ContentType="application/vnd.openxmlformats-package.relationships+xml"/>
  <Override PartName="/ppt/slideMasters/_rels/slideMaster38.xml.rels" ContentType="application/vnd.openxmlformats-package.relationships+xml"/>
  <Override PartName="/ppt/slideMasters/_rels/slideMaster7.xml.rels" ContentType="application/vnd.openxmlformats-package.relationships+xml"/>
  <Override PartName="/ppt/slideMasters/_rels/slideMaster42.xml.rels" ContentType="application/vnd.openxmlformats-package.relationships+xml"/>
  <Override PartName="/ppt/slideMasters/slideMaster25.xml" ContentType="application/vnd.openxmlformats-officedocument.presentationml.slideMaster+xml"/>
  <Override PartName="/ppt/slideMasters/slideMaster24.xml" ContentType="application/vnd.openxmlformats-officedocument.presentationml.slideMaster+xml"/>
  <Override PartName="/ppt/slideMasters/slideMaster23.xml" ContentType="application/vnd.openxmlformats-officedocument.presentationml.slideMaster+xml"/>
  <Override PartName="/ppt/slideMasters/slideMaster22.xml" ContentType="application/vnd.openxmlformats-officedocument.presentationml.slideMaster+xml"/>
  <Override PartName="/ppt/slideMasters/slideMaster21.xml" ContentType="application/vnd.openxmlformats-officedocument.presentationml.slideMaster+xml"/>
  <Override PartName="/ppt/slideMasters/slideMaster19.xml" ContentType="application/vnd.openxmlformats-officedocument.presentationml.slideMaster+xml"/>
  <Override PartName="/ppt/slideMasters/slideMaster20.xml" ContentType="application/vnd.openxmlformats-officedocument.presentationml.slideMaster+xml"/>
  <Override PartName="/ppt/slideMasters/slideMaster18.xml" ContentType="application/vnd.openxmlformats-officedocument.presentationml.slideMaster+xml"/>
  <Override PartName="/ppt/slideMasters/slideMaster17.xml" ContentType="application/vnd.openxmlformats-officedocument.presentationml.slideMaster+xml"/>
  <Override PartName="/ppt/slideMasters/slideMaster16.xml" ContentType="application/vnd.openxmlformats-officedocument.presentationml.slideMaster+xml"/>
  <Override PartName="/ppt/slideMasters/slideMaster15.xml" ContentType="application/vnd.openxmlformats-officedocument.presentationml.slideMaster+xml"/>
  <Override PartName="/ppt/slideMasters/slideMaster9.xml" ContentType="application/vnd.openxmlformats-officedocument.presentationml.slideMaster+xml"/>
  <Override PartName="/ppt/slideMasters/slideMaster14.xml" ContentType="application/vnd.openxmlformats-officedocument.presentationml.slideMaster+xml"/>
  <Override PartName="/ppt/slideMasters/slideMaster8.xml" ContentType="application/vnd.openxmlformats-officedocument.presentationml.slideMaster+xml"/>
  <Override PartName="/ppt/slideMasters/slideMaster26.xml" ContentType="application/vnd.openxmlformats-officedocument.presentationml.slideMaster+xml"/>
  <Override PartName="/ppt/slideMasters/slideMaster1.xml" ContentType="application/vnd.openxmlformats-officedocument.presentationml.slideMaster+xml"/>
  <Override PartName="/ppt/slideMasters/slideMaster44.xml" ContentType="application/vnd.openxmlformats-officedocument.presentationml.slideMaster+xml"/>
  <Override PartName="/ppt/slideMasters/slideMaster13.xml" ContentType="application/vnd.openxmlformats-officedocument.presentationml.slideMaster+xml"/>
  <Override PartName="/ppt/slideMasters/slideMaster7.xml" ContentType="application/vnd.openxmlformats-officedocument.presentationml.slideMaster+xml"/>
  <Override PartName="/ppt/slideMasters/slideMaster27.xml" ContentType="application/vnd.openxmlformats-officedocument.presentationml.slideMaster+xml"/>
  <Override PartName="/ppt/slideMasters/slideMaster2.xml" ContentType="application/vnd.openxmlformats-officedocument.presentationml.slideMaster+xml"/>
  <Override PartName="/ppt/slideMasters/slideMaster45.xml" ContentType="application/vnd.openxmlformats-officedocument.presentationml.slideMaster+xml"/>
  <Override PartName="/ppt/slideMasters/slideMaster28.xml" ContentType="application/vnd.openxmlformats-officedocument.presentationml.slideMaster+xml"/>
  <Override PartName="/ppt/slideMasters/slideMaster35.xml" ContentType="application/vnd.openxmlformats-officedocument.presentationml.slideMaster+xml"/>
  <Override PartName="/ppt/slideMasters/slideMaster36.xml" ContentType="application/vnd.openxmlformats-officedocument.presentationml.slideMaster+xml"/>
  <Override PartName="/ppt/slideMasters/slideMaster37.xml" ContentType="application/vnd.openxmlformats-officedocument.presentationml.slideMaster+xml"/>
  <Override PartName="/ppt/slideMasters/slideMaster38.xml" ContentType="application/vnd.openxmlformats-officedocument.presentationml.slideMaster+xml"/>
  <Override PartName="/ppt/slideMasters/slideMaster40.xml" ContentType="application/vnd.openxmlformats-officedocument.presentationml.slideMaster+xml"/>
  <Override PartName="/ppt/slideMasters/slideMaster42.xml" ContentType="application/vnd.openxmlformats-officedocument.presentationml.slideMaster+xml"/>
  <Override PartName="/ppt/slideMasters/slideMaster43.xml" ContentType="application/vnd.openxmlformats-officedocument.presentationml.slideMaster+xml"/>
  <Override PartName="/ppt/slideMasters/slideMaster39.xml" ContentType="application/vnd.openxmlformats-officedocument.presentationml.slideMaster+xml"/>
  <Override PartName="/ppt/slideMasters/slideMaster41.xml" ContentType="application/vnd.openxmlformats-officedocument.presentationml.slideMaster+xml"/>
  <Override PartName="/ppt/slideMasters/slideMaster50.xml" ContentType="application/vnd.openxmlformats-officedocument.presentationml.slideMaster+xml"/>
  <Override PartName="/ppt/slideMasters/slideMaster51.xml" ContentType="application/vnd.openxmlformats-officedocument.presentationml.slideMaster+xml"/>
  <Override PartName="/ppt/slideMasters/slideMaster52.xml" ContentType="application/vnd.openxmlformats-officedocument.presentationml.slideMaster+xml"/>
  <Override PartName="/ppt/slideMasters/slideMaster53.xml" ContentType="application/vnd.openxmlformats-officedocument.presentationml.slideMaster+xml"/>
  <Override PartName="/ppt/slideMasters/slideMaster34.xml" ContentType="application/vnd.openxmlformats-officedocument.presentationml.slideMaster+xml"/>
  <Override PartName="/ppt/slideMasters/slideMaster33.xml" ContentType="application/vnd.openxmlformats-officedocument.presentationml.slideMaster+xml"/>
  <Override PartName="/ppt/slideMasters/slideMaster32.xml" ContentType="application/vnd.openxmlformats-officedocument.presentationml.slideMaster+xml"/>
  <Override PartName="/ppt/slideMasters/slideMaster31.xml" ContentType="application/vnd.openxmlformats-officedocument.presentationml.slideMaster+xml"/>
  <Override PartName="/ppt/slideMasters/slideMaster29.xml" ContentType="application/vnd.openxmlformats-officedocument.presentationml.slideMaster+xml"/>
  <Override PartName="/ppt/slideMasters/slideMaster30.xml" ContentType="application/vnd.openxmlformats-officedocument.presentationml.slideMaster+xml"/>
  <Override PartName="/ppt/slideMasters/slideMaster49.xml" ContentType="application/vnd.openxmlformats-officedocument.presentationml.slideMaster+xml"/>
  <Override PartName="/ppt/slideMasters/slideMaster6.xml" ContentType="application/vnd.openxmlformats-officedocument.presentationml.slideMaster+xml"/>
  <Override PartName="/ppt/slideMasters/slideMaster12.xml" ContentType="application/vnd.openxmlformats-officedocument.presentationml.slideMaster+xml"/>
  <Override PartName="/ppt/slideMasters/slideMaster48.xml" ContentType="application/vnd.openxmlformats-officedocument.presentationml.slideMaster+xml"/>
  <Override PartName="/ppt/slideMasters/slideMaster5.xml" ContentType="application/vnd.openxmlformats-officedocument.presentationml.slideMaster+xml"/>
  <Override PartName="/ppt/slideMasters/slideMaster11.xml" ContentType="application/vnd.openxmlformats-officedocument.presentationml.slideMaster+xml"/>
  <Override PartName="/ppt/slideMasters/slideMaster3.xml" ContentType="application/vnd.openxmlformats-officedocument.presentationml.slideMaster+xml"/>
  <Override PartName="/ppt/slideMasters/slideMaster46.xml" ContentType="application/vnd.openxmlformats-officedocument.presentationml.slideMaster+xml"/>
  <Override PartName="/ppt/slideMasters/slideMaster4.xml" ContentType="application/vnd.openxmlformats-officedocument.presentationml.slideMaster+xml"/>
  <Override PartName="/ppt/slideMasters/slideMaster47.xml" ContentType="application/vnd.openxmlformats-officedocument.presentationml.slideMaster+xml"/>
  <Override PartName="/ppt/slideMasters/slideMaster10.xml" ContentType="application/vnd.openxmlformats-officedocument.presentationml.slideMaster+xml"/>
  <Override PartName="/ppt/presProps.xml" ContentType="application/vnd.openxmlformats-officedocument.presentationml.presProps+xml"/>
  <Override PartName="/ppt/theme/theme29.xml" ContentType="application/vnd.openxmlformats-officedocument.theme+xml"/>
  <Override PartName="/ppt/theme/theme28.xml" ContentType="application/vnd.openxmlformats-officedocument.theme+xml"/>
  <Override PartName="/ppt/theme/theme27.xml" ContentType="application/vnd.openxmlformats-officedocument.theme+xml"/>
  <Override PartName="/ppt/theme/theme26.xml" ContentType="application/vnd.openxmlformats-officedocument.theme+xml"/>
  <Override PartName="/ppt/theme/theme25.xml" ContentType="application/vnd.openxmlformats-officedocument.theme+xml"/>
  <Override PartName="/ppt/theme/theme24.xml" ContentType="application/vnd.openxmlformats-officedocument.theme+xml"/>
  <Override PartName="/ppt/theme/theme23.xml" ContentType="application/vnd.openxmlformats-officedocument.theme+xml"/>
  <Override PartName="/ppt/theme/theme22.xml" ContentType="application/vnd.openxmlformats-officedocument.theme+xml"/>
  <Override PartName="/ppt/theme/theme21.xml" ContentType="application/vnd.openxmlformats-officedocument.theme+xml"/>
  <Override PartName="/ppt/theme/theme19.xml" ContentType="application/vnd.openxmlformats-officedocument.theme+xml"/>
  <Override PartName="/ppt/theme/theme20.xml" ContentType="application/vnd.openxmlformats-officedocument.theme+xml"/>
  <Override PartName="/ppt/theme/theme18.xml" ContentType="application/vnd.openxmlformats-officedocument.theme+xml"/>
  <Override PartName="/ppt/theme/theme17.xml" ContentType="application/vnd.openxmlformats-officedocument.theme+xml"/>
  <Override PartName="/ppt/theme/theme16.xml" ContentType="application/vnd.openxmlformats-officedocument.theme+xml"/>
  <Override PartName="/ppt/theme/theme15.xml" ContentType="application/vnd.openxmlformats-officedocument.theme+xml"/>
  <Override PartName="/ppt/theme/theme14.xml" ContentType="application/vnd.openxmlformats-officedocument.theme+xml"/>
  <Override PartName="/ppt/theme/theme1.xml" ContentType="application/vnd.openxmlformats-officedocument.theme+xml"/>
  <Override PartName="/ppt/theme/theme11.xml" ContentType="application/vnd.openxmlformats-officedocument.theme+xml"/>
  <Override PartName="/ppt/theme/theme48.xml" ContentType="application/vnd.openxmlformats-officedocument.theme+xml"/>
  <Override PartName="/ppt/theme/theme2.xml" ContentType="application/vnd.openxmlformats-officedocument.theme+xml"/>
  <Override PartName="/ppt/theme/theme12.xml" ContentType="application/vnd.openxmlformats-officedocument.theme+xml"/>
  <Override PartName="/ppt/theme/theme49.xml" ContentType="application/vnd.openxmlformats-officedocument.theme+xml"/>
  <Override PartName="/ppt/theme/theme3.xml" ContentType="application/vnd.openxmlformats-officedocument.theme+xml"/>
  <Override PartName="/ppt/theme/theme30.xml" ContentType="application/vnd.openxmlformats-officedocument.theme+xml"/>
  <Override PartName="/ppt/theme/theme13.xml" ContentType="application/vnd.openxmlformats-officedocument.theme+xml"/>
  <Override PartName="/ppt/theme/theme43.xml" ContentType="application/vnd.openxmlformats-officedocument.theme+xml"/>
  <Override PartName="/ppt/theme/theme44.xml" ContentType="application/vnd.openxmlformats-officedocument.theme+xml"/>
  <Override PartName="/ppt/theme/theme45.xml" ContentType="application/vnd.openxmlformats-officedocument.theme+xml"/>
  <Override PartName="/ppt/theme/theme46.xml" ContentType="application/vnd.openxmlformats-officedocument.theme+xml"/>
  <Override PartName="/ppt/theme/theme39.xml" ContentType="application/vnd.openxmlformats-officedocument.theme+xml"/>
  <Override PartName="/ppt/theme/theme41.xml" ContentType="application/vnd.openxmlformats-officedocument.theme+xml"/>
  <Override PartName="/ppt/theme/theme50.xml" ContentType="application/vnd.openxmlformats-officedocument.theme+xml"/>
  <Override PartName="/ppt/theme/theme51.xml" ContentType="application/vnd.openxmlformats-officedocument.theme+xml"/>
  <Override PartName="/ppt/theme/theme40.xml" ContentType="application/vnd.openxmlformats-officedocument.theme+xml"/>
  <Override PartName="/ppt/theme/theme38.xml" ContentType="application/vnd.openxmlformats-officedocument.theme+xml"/>
  <Override PartName="/ppt/theme/theme52.xml" ContentType="application/vnd.openxmlformats-officedocument.theme+xml"/>
  <Override PartName="/ppt/theme/theme53.xml" ContentType="application/vnd.openxmlformats-officedocument.theme+xml"/>
  <Override PartName="/ppt/theme/theme42.xml" ContentType="application/vnd.openxmlformats-officedocument.theme+xml"/>
  <Override PartName="/ppt/theme/theme54.xml" ContentType="application/vnd.openxmlformats-officedocument.theme+xml"/>
  <Override PartName="/ppt/theme/theme37.xml" ContentType="application/vnd.openxmlformats-officedocument.theme+xml"/>
  <Override PartName="/ppt/theme/theme10.xml" ContentType="application/vnd.openxmlformats-officedocument.theme+xml"/>
  <Override PartName="/ppt/theme/theme47.xml" ContentType="application/vnd.openxmlformats-officedocument.theme+xml"/>
  <Override PartName="/ppt/theme/theme9.xml" ContentType="application/vnd.openxmlformats-officedocument.theme+xml"/>
  <Override PartName="/ppt/theme/theme36.xml" ContentType="application/vnd.openxmlformats-officedocument.theme+xml"/>
  <Override PartName="/ppt/theme/theme8.xml" ContentType="application/vnd.openxmlformats-officedocument.theme+xml"/>
  <Override PartName="/ppt/theme/theme35.xml" ContentType="application/vnd.openxmlformats-officedocument.theme+xml"/>
  <Override PartName="/ppt/theme/theme7.xml" ContentType="application/vnd.openxmlformats-officedocument.theme+xml"/>
  <Override PartName="/ppt/theme/theme34.xml" ContentType="application/vnd.openxmlformats-officedocument.theme+xml"/>
  <Override PartName="/ppt/theme/theme6.xml" ContentType="application/vnd.openxmlformats-officedocument.theme+xml"/>
  <Override PartName="/ppt/theme/theme33.xml" ContentType="application/vnd.openxmlformats-officedocument.theme+xml"/>
  <Override PartName="/ppt/theme/theme5.xml" ContentType="application/vnd.openxmlformats-officedocument.theme+xml"/>
  <Override PartName="/ppt/theme/theme32.xml" ContentType="application/vnd.openxmlformats-officedocument.theme+xml"/>
  <Override PartName="/ppt/theme/theme4.xml" ContentType="application/vnd.openxmlformats-officedocument.theme+xml"/>
  <Override PartName="/ppt/theme/theme31.xml" ContentType="application/vnd.openxmlformats-officedocument.theme+xml"/>
  <Override PartName="/ppt/_rels/presentation.xml.rels" ContentType="application/vnd.openxmlformats-package.relationships+xml"/>
  <Override PartName="/ppt/media/image2.svg" ContentType="image/svg"/>
  <Override PartName="/ppt/media/image5.png" ContentType="image/png"/>
  <Override PartName="/ppt/media/image14.png" ContentType="image/png"/>
  <Override PartName="/ppt/media/image6.svg" ContentType="image/svg"/>
  <Override PartName="/ppt/media/image9.png" ContentType="image/png"/>
  <Override PartName="/ppt/media/image13.png" ContentType="image/png"/>
  <Override PartName="/ppt/media/image4.png" ContentType="image/png"/>
  <Override PartName="/ppt/media/image7.png" ContentType="image/png"/>
  <Override PartName="/ppt/media/image11.png" ContentType="image/png"/>
  <Override PartName="/ppt/media/image8.png" ContentType="image/png"/>
  <Override PartName="/ppt/media/image12.png" ContentType="image/png"/>
  <Override PartName="/ppt/media/image3.png" ContentType="image/png"/>
  <Override PartName="/ppt/media/image10.png" ContentType="image/png"/>
  <Override PartName="/ppt/media/image1.png" ContentType="image/png"/>
  <Override PartName="/ppt/notesMasters/_rels/notesMaster1.xml.rels" ContentType="application/vnd.openxmlformats-package.relationships+xml"/>
  <Override PartName="/ppt/notesMasters/notesMaster1.xml" ContentType="application/vnd.openxmlformats-officedocument.presentationml.notesMaster+xml"/>
  <Override PartName="/ppt/slideLayouts/slideLayout22.xml" ContentType="application/vnd.openxmlformats-officedocument.presentationml.slideLayout+xml"/>
  <Override PartName="/ppt/slideLayouts/_rels/slideLayout7.xml.rels" ContentType="application/vnd.openxmlformats-package.relationships+xml"/>
  <Override PartName="/ppt/slideLayouts/_rels/slideLayout15.xml.rels" ContentType="application/vnd.openxmlformats-package.relationships+xml"/>
  <Override PartName="/ppt/slideLayouts/_rels/slideLayout12.xml.rels" ContentType="application/vnd.openxmlformats-package.relationships+xml"/>
  <Override PartName="/ppt/slideLayouts/_rels/slideLayout49.xml.rels" ContentType="application/vnd.openxmlformats-package.relationships+xml"/>
  <Override PartName="/ppt/slideLayouts/_rels/slideLayout4.xml.rels" ContentType="application/vnd.openxmlformats-package.relationships+xml"/>
  <Override PartName="/ppt/slideLayouts/_rels/slideLayout51.xml.rels" ContentType="application/vnd.openxmlformats-package.relationships+xml"/>
  <Override PartName="/ppt/slideLayouts/_rels/slideLayout48.xml.rels" ContentType="application/vnd.openxmlformats-package.relationships+xml"/>
  <Override PartName="/ppt/slideLayouts/_rels/slideLayout11.xml.rels" ContentType="application/vnd.openxmlformats-package.relationships+xml"/>
  <Override PartName="/ppt/slideLayouts/_rels/slideLayout3.xml.rels" ContentType="application/vnd.openxmlformats-package.relationships+xml"/>
  <Override PartName="/ppt/slideLayouts/_rels/slideLayout50.xml.rels" ContentType="application/vnd.openxmlformats-package.relationships+xml"/>
  <Override PartName="/ppt/slideLayouts/_rels/slideLayout13.xml.rels" ContentType="application/vnd.openxmlformats-package.relationships+xml"/>
  <Override PartName="/ppt/slideLayouts/_rels/slideLayout5.xml.rels" ContentType="application/vnd.openxmlformats-package.relationships+xml"/>
  <Override PartName="/ppt/slideLayouts/_rels/slideLayout52.xml.rels" ContentType="application/vnd.openxmlformats-package.relationships+xml"/>
  <Override PartName="/ppt/slideLayouts/_rels/slideLayout8.xml.rels" ContentType="application/vnd.openxmlformats-package.relationships+xml"/>
  <Override PartName="/ppt/slideLayouts/_rels/slideLayout16.xml.rels" ContentType="application/vnd.openxmlformats-package.relationships+xml"/>
  <Override PartName="/ppt/slideLayouts/_rels/slideLayout30.xml.rels" ContentType="application/vnd.openxmlformats-package.relationships+xml"/>
  <Override PartName="/ppt/slideLayouts/_rels/slideLayout29.xml.rels" ContentType="application/vnd.openxmlformats-package.relationships+xml"/>
  <Override PartName="/ppt/slideLayouts/_rels/slideLayout9.xml.rels" ContentType="application/vnd.openxmlformats-package.relationships+xml"/>
  <Override PartName="/ppt/slideLayouts/_rels/slideLayout17.xml.rels" ContentType="application/vnd.openxmlformats-package.relationships+xml"/>
  <Override PartName="/ppt/slideLayouts/_rels/slideLayout31.xml.rels" ContentType="application/vnd.openxmlformats-package.relationships+xml"/>
  <Override PartName="/ppt/slideLayouts/_rels/slideLayout32.xml.rels" ContentType="application/vnd.openxmlformats-package.relationships+xml"/>
  <Override PartName="/ppt/slideLayouts/_rels/slideLayout33.xml.rels" ContentType="application/vnd.openxmlformats-package.relationships+xml"/>
  <Override PartName="/ppt/slideLayouts/_rels/slideLayout53.xml.rels" ContentType="application/vnd.openxmlformats-package.relationships+xml"/>
  <Override PartName="/ppt/slideLayouts/_rels/slideLayout41.xml.rels" ContentType="application/vnd.openxmlformats-package.relationships+xml"/>
  <Override PartName="/ppt/slideLayouts/_rels/slideLayout26.xml.rels" ContentType="application/vnd.openxmlformats-package.relationships+xml"/>
  <Override PartName="/ppt/slideLayouts/_rels/slideLayout25.xml.rels" ContentType="application/vnd.openxmlformats-package.relationships+xml"/>
  <Override PartName="/ppt/slideLayouts/_rels/slideLayout24.xml.rels" ContentType="application/vnd.openxmlformats-package.relationships+xml"/>
  <Override PartName="/ppt/slideLayouts/_rels/slideLayout27.xml.rels" ContentType="application/vnd.openxmlformats-package.relationships+xml"/>
  <Override PartName="/ppt/slideLayouts/_rels/slideLayout39.xml.rels" ContentType="application/vnd.openxmlformats-package.relationships+xml"/>
  <Override PartName="/ppt/slideLayouts/_rels/slideLayout23.xml.rels" ContentType="application/vnd.openxmlformats-package.relationships+xml"/>
  <Override PartName="/ppt/slideLayouts/_rels/slideLayout18.xml.rels" ContentType="application/vnd.openxmlformats-package.relationships+xml"/>
  <Override PartName="/ppt/slideLayouts/_rels/slideLayout20.xml.rels" ContentType="application/vnd.openxmlformats-package.relationships+xml"/>
  <Override PartName="/ppt/slideLayouts/_rels/slideLayout19.xml.rels" ContentType="application/vnd.openxmlformats-package.relationships+xml"/>
  <Override PartName="/ppt/slideLayouts/_rels/slideLayout21.xml.rels" ContentType="application/vnd.openxmlformats-package.relationships+xml"/>
  <Override PartName="/ppt/slideLayouts/_rels/slideLayout45.xml.rels" ContentType="application/vnd.openxmlformats-package.relationships+xml"/>
  <Override PartName="/ppt/slideLayouts/_rels/slideLayout22.xml.rels" ContentType="application/vnd.openxmlformats-package.relationships+xml"/>
  <Override PartName="/ppt/slideLayouts/_rels/slideLayout10.xml.rels" ContentType="application/vnd.openxmlformats-package.relationships+xml"/>
  <Override PartName="/ppt/slideLayouts/_rels/slideLayout2.xml.rels" ContentType="application/vnd.openxmlformats-package.relationships+xml"/>
  <Override PartName="/ppt/slideLayouts/_rels/slideLayout47.xml.rels" ContentType="application/vnd.openxmlformats-package.relationships+xml"/>
  <Override PartName="/ppt/slideLayouts/_rels/slideLayout28.xml.rels" ContentType="application/vnd.openxmlformats-package.relationships+xml"/>
  <Override PartName="/ppt/slideLayouts/_rels/slideLayout6.xml.rels" ContentType="application/vnd.openxmlformats-package.relationships+xml"/>
  <Override PartName="/ppt/slideLayouts/_rels/slideLayout14.xml.rels" ContentType="application/vnd.openxmlformats-package.relationships+xml"/>
  <Override PartName="/ppt/slideLayouts/_rels/slideLayout35.xml.rels" ContentType="application/vnd.openxmlformats-package.relationships+xml"/>
  <Override PartName="/ppt/slideLayouts/_rels/slideLayout36.xml.rels" ContentType="application/vnd.openxmlformats-package.relationships+xml"/>
  <Override PartName="/ppt/slideLayouts/_rels/slideLayout37.xml.rels" ContentType="application/vnd.openxmlformats-package.relationships+xml"/>
  <Override PartName="/ppt/slideLayouts/_rels/slideLayout38.xml.rels" ContentType="application/vnd.openxmlformats-package.relationships+xml"/>
  <Override PartName="/ppt/slideLayouts/_rels/slideLayout40.xml.rels" ContentType="application/vnd.openxmlformats-package.relationships+xml"/>
  <Override PartName="/ppt/slideLayouts/_rels/slideLayout42.xml.rels" ContentType="application/vnd.openxmlformats-package.relationships+xml"/>
  <Override PartName="/ppt/slideLayouts/_rels/slideLayout43.xml.rels" ContentType="application/vnd.openxmlformats-package.relationships+xml"/>
  <Override PartName="/ppt/slideLayouts/_rels/slideLayout44.xml.rels" ContentType="application/vnd.openxmlformats-package.relationships+xml"/>
  <Override PartName="/ppt/slideLayouts/_rels/slideLayout34.xml.rels" ContentType="application/vnd.openxmlformats-package.relationships+xml"/>
  <Override PartName="/ppt/slideLayouts/_rels/slideLayout1.xml.rels" ContentType="application/vnd.openxmlformats-package.relationships+xml"/>
  <Override PartName="/ppt/slideLayouts/_rels/slideLayout46.xml.rels" ContentType="application/vnd.openxmlformats-package.relationships+xml"/>
  <Override PartName="/ppt/slideLayouts/slideLayout21.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18.xml" ContentType="application/vnd.openxmlformats-officedocument.presentationml.slideLayout+xml"/>
  <Override PartName="/ppt/slideLayouts/slideLayout17.xml" ContentType="application/vnd.openxmlformats-officedocument.presentationml.slideLayout+xml"/>
  <Override PartName="/ppt/slideLayouts/slideLayout16.xml" ContentType="application/vnd.openxmlformats-officedocument.presentationml.slideLayout+xml"/>
  <Override PartName="/ppt/slideLayouts/slideLayout15.xml" ContentType="application/vnd.openxmlformats-officedocument.presentationml.slideLayout+xml"/>
  <Override PartName="/ppt/slideLayouts/slideLayout14.xml" ContentType="application/vnd.openxmlformats-officedocument.presentationml.slideLayout+xml"/>
  <Override PartName="/ppt/slideLayouts/slideLayout23.xml" ContentType="application/vnd.openxmlformats-officedocument.presentationml.slideLayout+xml"/>
  <Override PartName="/ppt/slideLayouts/slideLayout1.xml" ContentType="application/vnd.openxmlformats-officedocument.presentationml.slideLayout+xml"/>
  <Override PartName="/ppt/slideLayouts/slideLayout39.xml" ContentType="application/vnd.openxmlformats-officedocument.presentationml.slideLayout+xml"/>
  <Override PartName="/ppt/slideLayouts/slideLayout24.xml" ContentType="application/vnd.openxmlformats-officedocument.presentationml.slideLayout+xml"/>
  <Override PartName="/ppt/slideLayouts/slideLayout2.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26.xml" ContentType="application/vnd.openxmlformats-officedocument.presentationml.slideLayout+xml"/>
  <Override PartName="/ppt/slideLayouts/slideLayout4.xml" ContentType="application/vnd.openxmlformats-officedocument.presentationml.slideLayout+xml"/>
  <Override PartName="/ppt/slideLayouts/slideLayout27.xml" ContentType="application/vnd.openxmlformats-officedocument.presentationml.slideLayout+xml"/>
  <Override PartName="/ppt/slideLayouts/slideLayout5.xml" ContentType="application/vnd.openxmlformats-officedocument.presentationml.slideLayout+xml"/>
  <Override PartName="/ppt/slideLayouts/slideLayout10.xml" ContentType="application/vnd.openxmlformats-officedocument.presentationml.slideLayout+xml"/>
  <Override PartName="/ppt/slideLayouts/slideLayout47.xml" ContentType="application/vnd.openxmlformats-officedocument.presentationml.slideLayout+xml"/>
  <Override PartName="/ppt/slideLayouts/slideLayout28.xml" ContentType="application/vnd.openxmlformats-officedocument.presentationml.slideLayout+xml"/>
  <Override PartName="/ppt/slideLayouts/slideLayout6.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40.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34.xml" ContentType="application/vnd.openxmlformats-officedocument.presentationml.slideLayout+xml"/>
  <Override PartName="/ppt/slideLayouts/slideLayout46.xml" ContentType="application/vnd.openxmlformats-officedocument.presentationml.slideLayout+xml"/>
  <Override PartName="/ppt/slideLayouts/slideLayout41.xml" ContentType="application/vnd.openxmlformats-officedocument.presentationml.slideLayout+xml"/>
  <Override PartName="/ppt/slideLayouts/slideLayout53.xml" ContentType="application/vnd.openxmlformats-officedocument.presentationml.slideLayout+xml"/>
  <Override PartName="/ppt/slideLayouts/slideLayout33.xml" ContentType="application/vnd.openxmlformats-officedocument.presentationml.slideLayout+xml"/>
  <Override PartName="/ppt/slideLayouts/slideLayout32.xml" ContentType="application/vnd.openxmlformats-officedocument.presentationml.slideLayout+xml"/>
  <Override PartName="/ppt/slideLayouts/slideLayout31.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9.xml" ContentType="application/vnd.openxmlformats-officedocument.presentationml.slideLayout+xml"/>
  <Override PartName="/ppt/slideLayouts/slideLayout52.xml" ContentType="application/vnd.openxmlformats-officedocument.presentationml.slideLayout+xml"/>
  <Override PartName="/ppt/slideLayouts/slideLayout13.xml" ContentType="application/vnd.openxmlformats-officedocument.presentationml.slideLayout+xml"/>
  <Override PartName="/ppt/slideLayouts/slideLayout7.xml" ContentType="application/vnd.openxmlformats-officedocument.presentationml.slideLayout+xml"/>
  <Override PartName="/ppt/slideLayouts/slideLayout50.xml" ContentType="application/vnd.openxmlformats-officedocument.presentationml.slideLayout+xml"/>
  <Override PartName="/ppt/slideLayouts/slideLayout11.xml" ContentType="application/vnd.openxmlformats-officedocument.presentationml.slideLayout+xml"/>
  <Override PartName="/ppt/slideLayouts/slideLayout48.xml" ContentType="application/vnd.openxmlformats-officedocument.presentationml.slideLayout+xml"/>
  <Override PartName="/ppt/slideLayouts/slideLayout8.xml" ContentType="application/vnd.openxmlformats-officedocument.presentationml.slideLayout+xml"/>
  <Override PartName="/ppt/slideLayouts/slideLayout51.xml" ContentType="application/vnd.openxmlformats-officedocument.presentationml.slideLayout+xml"/>
  <Override PartName="/ppt/slideLayouts/slideLayout49.xml" ContentType="application/vnd.openxmlformats-officedocument.presentationml.slideLayout+xml"/>
  <Override PartName="/ppt/slideLayouts/slideLayout12.xml" ContentType="application/vnd.openxmlformats-officedocument.presentationml.slideLayout+xml"/>
  <Override PartName="/ppt/slides/_rels/slide5.xml.rels" ContentType="application/vnd.openxmlformats-package.relationships+xml"/>
  <Override PartName="/ppt/slides/_rels/slide21.xml.rels" ContentType="application/vnd.openxmlformats-package.relationships+xml"/>
  <Override PartName="/ppt/slides/_rels/slide19.xml.rels" ContentType="application/vnd.openxmlformats-package.relationships+xml"/>
  <Override PartName="/ppt/slides/_rels/slide4.xml.rels" ContentType="application/vnd.openxmlformats-package.relationships+xml"/>
  <Override PartName="/ppt/slides/_rels/slide20.xml.rels" ContentType="application/vnd.openxmlformats-package.relationships+xml"/>
  <Override PartName="/ppt/slides/_rels/slide18.xml.rels" ContentType="application/vnd.openxmlformats-package.relationships+xml"/>
  <Override PartName="/ppt/slides/_rels/slide3.xml.rels" ContentType="application/vnd.openxmlformats-package.relationships+xml"/>
  <Override PartName="/ppt/slides/_rels/slide17.xml.rels" ContentType="application/vnd.openxmlformats-package.relationships+xml"/>
  <Override PartName="/ppt/slides/_rels/slide2.xml.rels" ContentType="application/vnd.openxmlformats-package.relationships+xml"/>
  <Override PartName="/ppt/slides/_rels/slide16.xml.rels" ContentType="application/vnd.openxmlformats-package.relationships+xml"/>
  <Override PartName="/ppt/slides/_rels/slide13.xml.rels" ContentType="application/vnd.openxmlformats-package.relationships+xml"/>
  <Override PartName="/ppt/slides/_rels/slide12.xml.rels" ContentType="application/vnd.openxmlformats-package.relationships+xml"/>
  <Override PartName="/ppt/slides/_rels/slide9.xml.rels" ContentType="application/vnd.openxmlformats-package.relationships+xml"/>
  <Override PartName="/ppt/slides/_rels/slide11.xml.rels" ContentType="application/vnd.openxmlformats-package.relationships+xml"/>
  <Override PartName="/ppt/slides/_rels/slide23.xml.rels" ContentType="application/vnd.openxmlformats-package.relationships+xml"/>
  <Override PartName="/ppt/slides/_rels/slide8.xml.rels" ContentType="application/vnd.openxmlformats-package.relationships+xml"/>
  <Override PartName="/ppt/slides/_rels/slide10.xml.rels" ContentType="application/vnd.openxmlformats-package.relationships+xml"/>
  <Override PartName="/ppt/slides/_rels/slide22.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1.xml.rels" ContentType="application/vnd.openxmlformats-package.relationships+xml"/>
  <Override PartName="/ppt/slides/slide13.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7.xml" ContentType="application/vnd.openxmlformats-officedocument.presentationml.slide+xml"/>
  <Override PartName="/ppt/slides/slide23.xml" ContentType="application/vnd.openxmlformats-officedocument.presentationml.slide+xml"/>
  <Override PartName="/ppt/slides/slide6.xml" ContentType="application/vnd.openxmlformats-officedocument.presentationml.slide+xml"/>
  <Override PartName="/ppt/slides/slide22.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17.xml" ContentType="application/vnd.openxmlformats-officedocument.presentationml.slide+xml"/>
  <Override PartName="/ppt/slides/slide3.xml" ContentType="application/vnd.openxmlformats-officedocument.presentationml.slide+xml"/>
  <Override PartName="/ppt/slides/slide18.xml" ContentType="application/vnd.openxmlformats-officedocument.presentationml.slide+xml"/>
  <Override PartName="/ppt/slides/slide20.xml" ContentType="application/vnd.openxmlformats-officedocument.presentationml.slide+xml"/>
  <Override PartName="/ppt/slides/slide4.xml" ContentType="application/vnd.openxmlformats-officedocument.presentationml.slide+xml"/>
  <Override PartName="/ppt/slides/slide19.xml" ContentType="application/vnd.openxmlformats-officedocument.presentationml.slide+xml"/>
  <Override PartName="/ppt/slides/slide5.xml" ContentType="application/vnd.openxmlformats-officedocument.presentationml.slide+xml"/>
  <Override PartName="/ppt/slides/slide21.xml" ContentType="application/vnd.openxmlformats-officedocument.presentationml.slide+xml"/>
  <Override PartName="/ppt/notesSlides/_rels/notesSlide14.xml.rels" ContentType="application/vnd.openxmlformats-package.relationships+xml"/>
  <Override PartName="/ppt/notesSlides/_rels/notesSlide1.xml.rels" ContentType="application/vnd.openxmlformats-package.relationships+xml"/>
  <Override PartName="/ppt/notesSlides/_rels/notesSlide15.xml.rels" ContentType="application/vnd.openxmlformats-package.relationships+xml"/>
  <Override PartName="/ppt/notesSlides/_rels/notesSlide2.xml.rels" ContentType="application/vnd.openxmlformats-package.relationships+xml"/>
  <Override PartName="/ppt/notesSlides/_rels/notesSlide16.xml.rels" ContentType="application/vnd.openxmlformats-package.relationships+xml"/>
  <Override PartName="/ppt/notesSlides/_rels/notesSlide3.xml.rels" ContentType="application/vnd.openxmlformats-package.relationships+xml"/>
  <Override PartName="/ppt/notesSlides/_rels/notesSlide17.xml.rels" ContentType="application/vnd.openxmlformats-package.relationships+xml"/>
  <Override PartName="/ppt/notesSlides/_rels/notesSlide4.xml.rels" ContentType="application/vnd.openxmlformats-package.relationships+xml"/>
  <Override PartName="/ppt/notesSlides/_rels/notesSlide13.xml.rels" ContentType="application/vnd.openxmlformats-package.relationships+xml"/>
  <Override PartName="/ppt/notesSlides/_rels/notesSlide12.xml.rels" ContentType="application/vnd.openxmlformats-package.relationships+xml"/>
  <Override PartName="/ppt/notesSlides/_rels/notesSlide18.xml.rels" ContentType="application/vnd.openxmlformats-package.relationships+xml"/>
  <Override PartName="/ppt/notesSlides/_rels/notesSlide20.xml.rels" ContentType="application/vnd.openxmlformats-package.relationships+xml"/>
  <Override PartName="/ppt/notesSlides/_rels/notesSlide5.xml.rels" ContentType="application/vnd.openxmlformats-package.relationships+xml"/>
  <Override PartName="/ppt/notesSlides/_rels/notesSlide11.xml.rels" ContentType="application/vnd.openxmlformats-package.relationships+xml"/>
  <Override PartName="/ppt/notesSlides/_rels/notesSlide9.xml.rels" ContentType="application/vnd.openxmlformats-package.relationships+xml"/>
  <Override PartName="/ppt/notesSlides/_rels/notesSlide10.xml.rels" ContentType="application/vnd.openxmlformats-package.relationships+xml"/>
  <Override PartName="/ppt/notesSlides/_rels/notesSlide23.xml.rels" ContentType="application/vnd.openxmlformats-package.relationships+xml"/>
  <Override PartName="/ppt/notesSlides/_rels/notesSlide8.xml.rels" ContentType="application/vnd.openxmlformats-package.relationships+xml"/>
  <Override PartName="/ppt/notesSlides/_rels/notesSlide22.xml.rels" ContentType="application/vnd.openxmlformats-package.relationships+xml"/>
  <Override PartName="/ppt/notesSlides/_rels/notesSlide7.xml.rels" ContentType="application/vnd.openxmlformats-package.relationships+xml"/>
  <Override PartName="/ppt/notesSlides/_rels/notesSlide6.xml.rels" ContentType="application/vnd.openxmlformats-package.relationships+xml"/>
  <Override PartName="/ppt/notesSlides/_rels/notesSlide21.xml.rels" ContentType="application/vnd.openxmlformats-package.relationships+xml"/>
  <Override PartName="/ppt/notesSlides/_rels/notesSlide19.xml.rels" ContentType="application/vnd.openxmlformats-package.relationships+xml"/>
  <Override PartName="/ppt/notesSlides/notesSlide13.xml" ContentType="application/vnd.openxmlformats-officedocument.presentationml.notesSlide+xml"/>
  <Override PartName="/ppt/notesSlides/notesSlide12.xml" ContentType="application/vnd.openxmlformats-officedocument.presentationml.notesSlide+xml"/>
  <Override PartName="/ppt/notesSlides/notesSlide11.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8.xml" ContentType="application/vnd.openxmlformats-officedocument.presentationml.notesSlide+xml"/>
  <Override PartName="/ppt/notesSlides/notesSlide7.xml" ContentType="application/vnd.openxmlformats-officedocument.presentationml.notesSlide+xml"/>
  <Override PartName="/ppt/notesSlides/notesSlide6.xml" ContentType="application/vnd.openxmlformats-officedocument.presentationml.notesSlide+xml"/>
  <Override PartName="/ppt/notesSlides/notesSlide5.xml" ContentType="application/vnd.openxmlformats-officedocument.presentationml.notesSlide+xml"/>
  <Override PartName="/ppt/notesSlides/notesSlide4.xml" ContentType="application/vnd.openxmlformats-officedocument.presentationml.notesSlide+xml"/>
  <Override PartName="/ppt/notesSlides/notesSlide23.xml" ContentType="application/vnd.openxmlformats-officedocument.presentationml.notesSlide+xml"/>
  <Override PartName="/ppt/notesSlides/notesSlide22.xml" ContentType="application/vnd.openxmlformats-officedocument.presentationml.notesSlide+xml"/>
  <Override PartName="/ppt/notesSlides/notesSlide21.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18.xml" ContentType="application/vnd.openxmlformats-officedocument.presentationml.notesSlide+xml"/>
  <Override PartName="/ppt/notesSlides/notesSlide3.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16.xml" ContentType="application/vnd.openxmlformats-officedocument.presentationml.notesSlide+xml"/>
  <Override PartName="/ppt/notesSlides/notesSlide1.xml" ContentType="application/vnd.openxmlformats-officedocument.presentationml.notesSlide+xml"/>
  <Override PartName="/ppt/notesSlides/notesSlide15.xml" ContentType="application/vnd.openxmlformats-officedocument.presentationml.notesSlide+xml"/>
  <Override PartName="/ppt/notesSlides/notesSlide14.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customXml" Target="../customXml/item1.xml"/><Relationship Id="rId5" Type="http://schemas.openxmlformats.org/officeDocument/2006/relationships/customXml" Target="../customXml/item2.xml"/><Relationship Id="rId6" Type="http://schemas.openxmlformats.org/officeDocument/2006/relationships/customXml" Target="../customXml/item3.xml"/><Relationship Id="rId7" Type="http://schemas.microsoft.com/office/2020/02/relationships/classificationlabels" Target="docMetadata/LabelInfo.xml"/><Relationship Id="rId8"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4" r:id="rId10"/>
    <p:sldMasterId id="2147483666" r:id="rId11"/>
    <p:sldMasterId id="2147483668" r:id="rId12"/>
    <p:sldMasterId id="2147483670" r:id="rId13"/>
    <p:sldMasterId id="2147483672" r:id="rId14"/>
    <p:sldMasterId id="2147483674" r:id="rId15"/>
    <p:sldMasterId id="2147483676" r:id="rId16"/>
    <p:sldMasterId id="2147483678" r:id="rId17"/>
    <p:sldMasterId id="2147483680" r:id="rId18"/>
    <p:sldMasterId id="2147483682" r:id="rId19"/>
    <p:sldMasterId id="2147483684" r:id="rId20"/>
    <p:sldMasterId id="2147483686" r:id="rId21"/>
    <p:sldMasterId id="2147483688" r:id="rId22"/>
    <p:sldMasterId id="2147483690" r:id="rId23"/>
    <p:sldMasterId id="2147483692" r:id="rId24"/>
    <p:sldMasterId id="2147483694" r:id="rId25"/>
    <p:sldMasterId id="2147483696" r:id="rId26"/>
    <p:sldMasterId id="2147483698" r:id="rId27"/>
    <p:sldMasterId id="2147483700" r:id="rId28"/>
    <p:sldMasterId id="2147483702" r:id="rId29"/>
    <p:sldMasterId id="2147483704" r:id="rId30"/>
    <p:sldMasterId id="2147483706" r:id="rId31"/>
    <p:sldMasterId id="2147483708" r:id="rId32"/>
    <p:sldMasterId id="2147483710" r:id="rId33"/>
    <p:sldMasterId id="2147483712" r:id="rId34"/>
    <p:sldMasterId id="2147483714" r:id="rId35"/>
    <p:sldMasterId id="2147483716" r:id="rId36"/>
    <p:sldMasterId id="2147483718" r:id="rId37"/>
    <p:sldMasterId id="2147483720" r:id="rId38"/>
    <p:sldMasterId id="2147483722" r:id="rId39"/>
    <p:sldMasterId id="2147483724" r:id="rId40"/>
    <p:sldMasterId id="2147483726" r:id="rId41"/>
    <p:sldMasterId id="2147483728" r:id="rId42"/>
    <p:sldMasterId id="2147483730" r:id="rId43"/>
    <p:sldMasterId id="2147483732" r:id="rId44"/>
    <p:sldMasterId id="2147483734" r:id="rId45"/>
    <p:sldMasterId id="2147483736" r:id="rId46"/>
    <p:sldMasterId id="2147483738" r:id="rId47"/>
    <p:sldMasterId id="2147483740" r:id="rId48"/>
    <p:sldMasterId id="2147483742" r:id="rId49"/>
    <p:sldMasterId id="2147483744" r:id="rId50"/>
    <p:sldMasterId id="2147483746" r:id="rId51"/>
    <p:sldMasterId id="2147483748" r:id="rId52"/>
    <p:sldMasterId id="2147483750" r:id="rId53"/>
    <p:sldMasterId id="2147483752" r:id="rId54"/>
  </p:sldMasterIdLst>
  <p:notesMasterIdLst>
    <p:notesMasterId r:id="rId55"/>
  </p:notesMasterIdLst>
  <p:sldIdLst>
    <p:sldId id="256" r:id="rId56"/>
    <p:sldId id="257" r:id="rId57"/>
    <p:sldId id="258" r:id="rId58"/>
    <p:sldId id="259" r:id="rId59"/>
    <p:sldId id="260" r:id="rId60"/>
    <p:sldId id="261" r:id="rId61"/>
    <p:sldId id="262" r:id="rId62"/>
    <p:sldId id="263" r:id="rId63"/>
    <p:sldId id="264" r:id="rId64"/>
    <p:sldId id="265" r:id="rId65"/>
    <p:sldId id="266" r:id="rId66"/>
    <p:sldId id="267" r:id="rId67"/>
    <p:sldId id="268" r:id="rId68"/>
    <p:sldId id="269" r:id="rId69"/>
    <p:sldId id="270" r:id="rId70"/>
    <p:sldId id="271" r:id="rId71"/>
    <p:sldId id="272" r:id="rId72"/>
    <p:sldId id="273" r:id="rId73"/>
    <p:sldId id="274" r:id="rId74"/>
    <p:sldId id="275" r:id="rId75"/>
    <p:sldId id="276" r:id="rId76"/>
    <p:sldId id="277" r:id="rId77"/>
    <p:sldId id="278" r:id="rId78"/>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slideMaster" Target="slideMasters/slideMaster12.xml"/><Relationship Id="rId14" Type="http://schemas.openxmlformats.org/officeDocument/2006/relationships/slideMaster" Target="slideMasters/slideMaster13.xml"/><Relationship Id="rId15" Type="http://schemas.openxmlformats.org/officeDocument/2006/relationships/slideMaster" Target="slideMasters/slideMaster14.xml"/><Relationship Id="rId16" Type="http://schemas.openxmlformats.org/officeDocument/2006/relationships/slideMaster" Target="slideMasters/slideMaster15.xml"/><Relationship Id="rId17" Type="http://schemas.openxmlformats.org/officeDocument/2006/relationships/slideMaster" Target="slideMasters/slideMaster16.xml"/><Relationship Id="rId18" Type="http://schemas.openxmlformats.org/officeDocument/2006/relationships/slideMaster" Target="slideMasters/slideMaster17.xml"/><Relationship Id="rId19" Type="http://schemas.openxmlformats.org/officeDocument/2006/relationships/slideMaster" Target="slideMasters/slideMaster18.xml"/><Relationship Id="rId20" Type="http://schemas.openxmlformats.org/officeDocument/2006/relationships/slideMaster" Target="slideMasters/slideMaster19.xml"/><Relationship Id="rId21" Type="http://schemas.openxmlformats.org/officeDocument/2006/relationships/slideMaster" Target="slideMasters/slideMaster20.xml"/><Relationship Id="rId22" Type="http://schemas.openxmlformats.org/officeDocument/2006/relationships/slideMaster" Target="slideMasters/slideMaster21.xml"/><Relationship Id="rId23" Type="http://schemas.openxmlformats.org/officeDocument/2006/relationships/slideMaster" Target="slideMasters/slideMaster22.xml"/><Relationship Id="rId24" Type="http://schemas.openxmlformats.org/officeDocument/2006/relationships/slideMaster" Target="slideMasters/slideMaster23.xml"/><Relationship Id="rId25" Type="http://schemas.openxmlformats.org/officeDocument/2006/relationships/slideMaster" Target="slideMasters/slideMaster24.xml"/><Relationship Id="rId26" Type="http://schemas.openxmlformats.org/officeDocument/2006/relationships/slideMaster" Target="slideMasters/slideMaster25.xml"/><Relationship Id="rId27" Type="http://schemas.openxmlformats.org/officeDocument/2006/relationships/slideMaster" Target="slideMasters/slideMaster26.xml"/><Relationship Id="rId28" Type="http://schemas.openxmlformats.org/officeDocument/2006/relationships/slideMaster" Target="slideMasters/slideMaster27.xml"/><Relationship Id="rId29" Type="http://schemas.openxmlformats.org/officeDocument/2006/relationships/slideMaster" Target="slideMasters/slideMaster28.xml"/><Relationship Id="rId30" Type="http://schemas.openxmlformats.org/officeDocument/2006/relationships/slideMaster" Target="slideMasters/slideMaster29.xml"/><Relationship Id="rId31" Type="http://schemas.openxmlformats.org/officeDocument/2006/relationships/slideMaster" Target="slideMasters/slideMaster30.xml"/><Relationship Id="rId32" Type="http://schemas.openxmlformats.org/officeDocument/2006/relationships/slideMaster" Target="slideMasters/slideMaster31.xml"/><Relationship Id="rId33" Type="http://schemas.openxmlformats.org/officeDocument/2006/relationships/slideMaster" Target="slideMasters/slideMaster32.xml"/><Relationship Id="rId34" Type="http://schemas.openxmlformats.org/officeDocument/2006/relationships/slideMaster" Target="slideMasters/slideMaster33.xml"/><Relationship Id="rId35" Type="http://schemas.openxmlformats.org/officeDocument/2006/relationships/slideMaster" Target="slideMasters/slideMaster34.xml"/><Relationship Id="rId36" Type="http://schemas.openxmlformats.org/officeDocument/2006/relationships/slideMaster" Target="slideMasters/slideMaster35.xml"/><Relationship Id="rId37" Type="http://schemas.openxmlformats.org/officeDocument/2006/relationships/slideMaster" Target="slideMasters/slideMaster36.xml"/><Relationship Id="rId38" Type="http://schemas.openxmlformats.org/officeDocument/2006/relationships/slideMaster" Target="slideMasters/slideMaster37.xml"/><Relationship Id="rId39" Type="http://schemas.openxmlformats.org/officeDocument/2006/relationships/slideMaster" Target="slideMasters/slideMaster38.xml"/><Relationship Id="rId40" Type="http://schemas.openxmlformats.org/officeDocument/2006/relationships/slideMaster" Target="slideMasters/slideMaster39.xml"/><Relationship Id="rId41" Type="http://schemas.openxmlformats.org/officeDocument/2006/relationships/slideMaster" Target="slideMasters/slideMaster40.xml"/><Relationship Id="rId42" Type="http://schemas.openxmlformats.org/officeDocument/2006/relationships/slideMaster" Target="slideMasters/slideMaster41.xml"/><Relationship Id="rId43" Type="http://schemas.openxmlformats.org/officeDocument/2006/relationships/slideMaster" Target="slideMasters/slideMaster42.xml"/><Relationship Id="rId44" Type="http://schemas.openxmlformats.org/officeDocument/2006/relationships/slideMaster" Target="slideMasters/slideMaster43.xml"/><Relationship Id="rId45" Type="http://schemas.openxmlformats.org/officeDocument/2006/relationships/slideMaster" Target="slideMasters/slideMaster44.xml"/><Relationship Id="rId46" Type="http://schemas.openxmlformats.org/officeDocument/2006/relationships/slideMaster" Target="slideMasters/slideMaster45.xml"/><Relationship Id="rId47" Type="http://schemas.openxmlformats.org/officeDocument/2006/relationships/slideMaster" Target="slideMasters/slideMaster46.xml"/><Relationship Id="rId48" Type="http://schemas.openxmlformats.org/officeDocument/2006/relationships/slideMaster" Target="slideMasters/slideMaster47.xml"/><Relationship Id="rId49" Type="http://schemas.openxmlformats.org/officeDocument/2006/relationships/slideMaster" Target="slideMasters/slideMaster48.xml"/><Relationship Id="rId50" Type="http://schemas.openxmlformats.org/officeDocument/2006/relationships/slideMaster" Target="slideMasters/slideMaster49.xml"/><Relationship Id="rId51" Type="http://schemas.openxmlformats.org/officeDocument/2006/relationships/slideMaster" Target="slideMasters/slideMaster50.xml"/><Relationship Id="rId52" Type="http://schemas.openxmlformats.org/officeDocument/2006/relationships/slideMaster" Target="slideMasters/slideMaster51.xml"/><Relationship Id="rId53" Type="http://schemas.openxmlformats.org/officeDocument/2006/relationships/slideMaster" Target="slideMasters/slideMaster52.xml"/><Relationship Id="rId54" Type="http://schemas.openxmlformats.org/officeDocument/2006/relationships/slideMaster" Target="slideMasters/slideMaster53.xml"/><Relationship Id="rId55" Type="http://schemas.openxmlformats.org/officeDocument/2006/relationships/notesMaster" Target="notesMasters/notesMaster1.xml"/><Relationship Id="rId56" Type="http://schemas.openxmlformats.org/officeDocument/2006/relationships/slide" Target="slides/slide1.xml"/><Relationship Id="rId57" Type="http://schemas.openxmlformats.org/officeDocument/2006/relationships/slide" Target="slides/slide2.xml"/><Relationship Id="rId58" Type="http://schemas.openxmlformats.org/officeDocument/2006/relationships/slide" Target="slides/slide3.xml"/><Relationship Id="rId59" Type="http://schemas.openxmlformats.org/officeDocument/2006/relationships/slide" Target="slides/slide4.xml"/><Relationship Id="rId60" Type="http://schemas.openxmlformats.org/officeDocument/2006/relationships/slide" Target="slides/slide5.xml"/><Relationship Id="rId61" Type="http://schemas.openxmlformats.org/officeDocument/2006/relationships/slide" Target="slides/slide6.xml"/><Relationship Id="rId62" Type="http://schemas.openxmlformats.org/officeDocument/2006/relationships/slide" Target="slides/slide7.xml"/><Relationship Id="rId63" Type="http://schemas.openxmlformats.org/officeDocument/2006/relationships/slide" Target="slides/slide8.xml"/><Relationship Id="rId64" Type="http://schemas.openxmlformats.org/officeDocument/2006/relationships/slide" Target="slides/slide9.xml"/><Relationship Id="rId65" Type="http://schemas.openxmlformats.org/officeDocument/2006/relationships/slide" Target="slides/slide10.xml"/><Relationship Id="rId66" Type="http://schemas.openxmlformats.org/officeDocument/2006/relationships/slide" Target="slides/slide11.xml"/><Relationship Id="rId67" Type="http://schemas.openxmlformats.org/officeDocument/2006/relationships/slide" Target="slides/slide12.xml"/><Relationship Id="rId68" Type="http://schemas.openxmlformats.org/officeDocument/2006/relationships/slide" Target="slides/slide13.xml"/><Relationship Id="rId69" Type="http://schemas.openxmlformats.org/officeDocument/2006/relationships/slide" Target="slides/slide14.xml"/><Relationship Id="rId70" Type="http://schemas.openxmlformats.org/officeDocument/2006/relationships/slide" Target="slides/slide15.xml"/><Relationship Id="rId71" Type="http://schemas.openxmlformats.org/officeDocument/2006/relationships/slide" Target="slides/slide16.xml"/><Relationship Id="rId72" Type="http://schemas.openxmlformats.org/officeDocument/2006/relationships/slide" Target="slides/slide17.xml"/><Relationship Id="rId73" Type="http://schemas.openxmlformats.org/officeDocument/2006/relationships/slide" Target="slides/slide18.xml"/><Relationship Id="rId74" Type="http://schemas.openxmlformats.org/officeDocument/2006/relationships/slide" Target="slides/slide19.xml"/><Relationship Id="rId75" Type="http://schemas.openxmlformats.org/officeDocument/2006/relationships/slide" Target="slides/slide20.xml"/><Relationship Id="rId76" Type="http://schemas.openxmlformats.org/officeDocument/2006/relationships/slide" Target="slides/slide21.xml"/><Relationship Id="rId77" Type="http://schemas.openxmlformats.org/officeDocument/2006/relationships/slide" Target="slides/slide22.xml"/><Relationship Id="rId78" Type="http://schemas.openxmlformats.org/officeDocument/2006/relationships/slide" Target="slides/slide23.xml"/><Relationship Id="rId79"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54.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7"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pPr algn="ctr"/>
            <a:r>
              <a:rPr b="0" lang="es-AR" sz="4400" spc="-1" strike="noStrike">
                <a:solidFill>
                  <a:srgbClr val="000000"/>
                </a:solidFill>
                <a:latin typeface="Arial"/>
              </a:rPr>
              <a:t>Pulse para desplazar la diapositiva</a:t>
            </a:r>
            <a:endParaRPr b="0" lang="es-AR" sz="4400" spc="-1" strike="noStrike">
              <a:solidFill>
                <a:srgbClr val="000000"/>
              </a:solidFill>
              <a:latin typeface="Arial"/>
            </a:endParaRPr>
          </a:p>
        </p:txBody>
      </p:sp>
      <p:sp>
        <p:nvSpPr>
          <p:cNvPr id="258"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s-AR" sz="2000" spc="-1" strike="noStrike">
                <a:solidFill>
                  <a:srgbClr val="000000"/>
                </a:solidFill>
                <a:latin typeface="Arial"/>
              </a:rPr>
              <a:t>Pulse para editar el formato de las notas</a:t>
            </a:r>
            <a:endParaRPr b="0" lang="es-AR" sz="2000" spc="-1" strike="noStrike">
              <a:solidFill>
                <a:srgbClr val="000000"/>
              </a:solidFill>
              <a:latin typeface="Arial"/>
            </a:endParaRPr>
          </a:p>
        </p:txBody>
      </p:sp>
      <p:sp>
        <p:nvSpPr>
          <p:cNvPr id="259" name="PlaceHolder 3"/>
          <p:cNvSpPr>
            <a:spLocks noGrp="1"/>
          </p:cNvSpPr>
          <p:nvPr>
            <p:ph type="hdr"/>
          </p:nvPr>
        </p:nvSpPr>
        <p:spPr>
          <a:xfrm>
            <a:off x="0" y="0"/>
            <a:ext cx="3280680" cy="534240"/>
          </a:xfrm>
          <a:prstGeom prst="rect">
            <a:avLst/>
          </a:prstGeom>
          <a:noFill/>
          <a:ln w="0">
            <a:noFill/>
          </a:ln>
        </p:spPr>
        <p:txBody>
          <a:bodyPr lIns="0" rIns="0" tIns="0" bIns="0" anchor="t">
            <a:noAutofit/>
          </a:bodyPr>
          <a:p>
            <a:pPr indent="0">
              <a:buNone/>
            </a:pPr>
            <a:r>
              <a:rPr b="0" lang="es-AR" sz="1400" spc="-1" strike="noStrike">
                <a:solidFill>
                  <a:srgbClr val="000000"/>
                </a:solidFill>
                <a:latin typeface="Times New Roman"/>
              </a:rPr>
              <a:t>&lt;cabecera&gt;</a:t>
            </a:r>
            <a:endParaRPr b="0" lang="es-AR" sz="1400" spc="-1" strike="noStrike">
              <a:solidFill>
                <a:srgbClr val="000000"/>
              </a:solidFill>
              <a:latin typeface="Times New Roman"/>
            </a:endParaRPr>
          </a:p>
        </p:txBody>
      </p:sp>
      <p:sp>
        <p:nvSpPr>
          <p:cNvPr id="260" name="PlaceHolder 4"/>
          <p:cNvSpPr>
            <a:spLocks noGrp="1"/>
          </p:cNvSpPr>
          <p:nvPr>
            <p:ph type="dt" idx="53"/>
          </p:nvPr>
        </p:nvSpPr>
        <p:spPr>
          <a:xfrm>
            <a:off x="4278960" y="0"/>
            <a:ext cx="3280680" cy="534240"/>
          </a:xfrm>
          <a:prstGeom prst="rect">
            <a:avLst/>
          </a:prstGeom>
          <a:noFill/>
          <a:ln w="0">
            <a:noFill/>
          </a:ln>
        </p:spPr>
        <p:txBody>
          <a:bodyPr lIns="0" rIns="0" tIns="0" bIns="0" anchor="t">
            <a:noAutofit/>
          </a:bodyPr>
          <a:lstStyle>
            <a:lvl1pPr indent="0" algn="r">
              <a:buNone/>
              <a:defRPr b="0" lang="es-AR" sz="1400" spc="-1" strike="noStrike">
                <a:solidFill>
                  <a:srgbClr val="000000"/>
                </a:solidFill>
                <a:latin typeface="Times New Roman"/>
              </a:defRPr>
            </a:lvl1pPr>
          </a:lstStyle>
          <a:p>
            <a:pPr indent="0" algn="r">
              <a:buNone/>
            </a:pPr>
            <a:r>
              <a:rPr b="0" lang="es-AR" sz="1400" spc="-1" strike="noStrike">
                <a:solidFill>
                  <a:srgbClr val="000000"/>
                </a:solidFill>
                <a:latin typeface="Times New Roman"/>
              </a:rPr>
              <a:t>&lt;fecha/hora&gt;</a:t>
            </a:r>
            <a:endParaRPr b="0" lang="es-AR" sz="1400" spc="-1" strike="noStrike">
              <a:solidFill>
                <a:srgbClr val="000000"/>
              </a:solidFill>
              <a:latin typeface="Times New Roman"/>
            </a:endParaRPr>
          </a:p>
        </p:txBody>
      </p:sp>
      <p:sp>
        <p:nvSpPr>
          <p:cNvPr id="261" name="PlaceHolder 5"/>
          <p:cNvSpPr>
            <a:spLocks noGrp="1"/>
          </p:cNvSpPr>
          <p:nvPr>
            <p:ph type="ftr" idx="54"/>
          </p:nvPr>
        </p:nvSpPr>
        <p:spPr>
          <a:xfrm>
            <a:off x="0" y="10157400"/>
            <a:ext cx="3280680" cy="534240"/>
          </a:xfrm>
          <a:prstGeom prst="rect">
            <a:avLst/>
          </a:prstGeom>
          <a:noFill/>
          <a:ln w="0">
            <a:noFill/>
          </a:ln>
        </p:spPr>
        <p:txBody>
          <a:bodyPr lIns="0" rIns="0" tIns="0" bIns="0" anchor="b">
            <a:noAutofit/>
          </a:bodyPr>
          <a:lstStyle>
            <a:lvl1pPr indent="0">
              <a:buNone/>
              <a:defRPr b="0" lang="es-AR" sz="1400" spc="-1" strike="noStrike">
                <a:solidFill>
                  <a:srgbClr val="000000"/>
                </a:solidFill>
                <a:latin typeface="Times New Roman"/>
              </a:defRPr>
            </a:lvl1pPr>
          </a:lstStyle>
          <a:p>
            <a:pPr indent="0">
              <a:buNone/>
            </a:pPr>
            <a:r>
              <a:rPr b="0" lang="es-AR" sz="1400" spc="-1" strike="noStrike">
                <a:solidFill>
                  <a:srgbClr val="000000"/>
                </a:solidFill>
                <a:latin typeface="Times New Roman"/>
              </a:rPr>
              <a:t>&lt;pie de página&gt;</a:t>
            </a:r>
            <a:endParaRPr b="0" lang="es-AR" sz="1400" spc="-1" strike="noStrike">
              <a:solidFill>
                <a:srgbClr val="000000"/>
              </a:solidFill>
              <a:latin typeface="Times New Roman"/>
            </a:endParaRPr>
          </a:p>
        </p:txBody>
      </p:sp>
      <p:sp>
        <p:nvSpPr>
          <p:cNvPr id="262" name="PlaceHolder 6"/>
          <p:cNvSpPr>
            <a:spLocks noGrp="1"/>
          </p:cNvSpPr>
          <p:nvPr>
            <p:ph type="sldNum" idx="55"/>
          </p:nvPr>
        </p:nvSpPr>
        <p:spPr>
          <a:xfrm>
            <a:off x="4278960" y="10157400"/>
            <a:ext cx="3280680" cy="534240"/>
          </a:xfrm>
          <a:prstGeom prst="rect">
            <a:avLst/>
          </a:prstGeom>
          <a:noFill/>
          <a:ln w="0">
            <a:noFill/>
          </a:ln>
        </p:spPr>
        <p:txBody>
          <a:bodyPr lIns="0" rIns="0" tIns="0" bIns="0" anchor="b">
            <a:noAutofit/>
          </a:bodyPr>
          <a:lstStyle>
            <a:lvl1pPr indent="0" algn="r">
              <a:buNone/>
              <a:defRPr b="0" lang="es-AR" sz="1400" spc="-1" strike="noStrike">
                <a:solidFill>
                  <a:srgbClr val="000000"/>
                </a:solidFill>
                <a:latin typeface="Times New Roman"/>
              </a:defRPr>
            </a:lvl1pPr>
          </a:lstStyle>
          <a:p>
            <a:pPr indent="0" algn="r">
              <a:buNone/>
            </a:pPr>
            <a:fld id="{48B10349-43C1-450C-9223-97E45408E079}" type="slidenum">
              <a:rPr b="0" lang="es-AR" sz="1400" spc="-1" strike="noStrike">
                <a:solidFill>
                  <a:srgbClr val="000000"/>
                </a:solidFill>
                <a:latin typeface="Times New Roman"/>
              </a:rPr>
              <a:t>&lt;número&gt;</a:t>
            </a:fld>
            <a:endParaRPr b="0" lang="es-AR"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_rels/notesSlide22.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
</Relationships>
</file>

<file path=ppt/notesSlides/_rels/notesSlide23.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7" name="PlaceHolder 1"/>
          <p:cNvSpPr>
            <a:spLocks noGrp="1"/>
          </p:cNvSpPr>
          <p:nvPr>
            <p:ph type="sldImg"/>
          </p:nvPr>
        </p:nvSpPr>
        <p:spPr>
          <a:xfrm>
            <a:off x="685800" y="1143000"/>
            <a:ext cx="5485320" cy="3085200"/>
          </a:xfrm>
          <a:prstGeom prst="rect">
            <a:avLst/>
          </a:prstGeom>
          <a:ln w="0">
            <a:noFill/>
          </a:ln>
        </p:spPr>
      </p:sp>
      <p:sp>
        <p:nvSpPr>
          <p:cNvPr id="688" name="PlaceHolder 2"/>
          <p:cNvSpPr>
            <a:spLocks noGrp="1"/>
          </p:cNvSpPr>
          <p:nvPr>
            <p:ph type="body"/>
          </p:nvPr>
        </p:nvSpPr>
        <p:spPr>
          <a:xfrm>
            <a:off x="685800" y="4400640"/>
            <a:ext cx="5485320" cy="35992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s-AR" sz="2000" spc="-1" strike="noStrike">
                <a:solidFill>
                  <a:srgbClr val="000000"/>
                </a:solidFill>
                <a:latin typeface="Arial"/>
              </a:rPr>
              <a:t>ORADOR: FLOR  ·  40 s  ·  de 0:00 a 0:40</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Buen día. Somos el equipo SIMtec: yo soy Florencia, y conmigo están Franco y Teo.</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Trabajamos el desafío 1: retención de service y recompra.</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Y antes de mostrarles un solo número, les quiero presentar a alguien. [PAUSA]</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Se llama Martín. Bueno, le pusimos Martín: los datos son anónimos, pero él es real. Tiene una Ranger, la usa para trabajar, y este mes le toca el service.</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La pregunta que vamos a responder en los próximos minutos es muy simple: ¿Martín vuelve?</a:t>
            </a:r>
            <a:endParaRPr b="0" lang="es-AR" sz="2000" spc="-1" strike="noStrike">
              <a:solidFill>
                <a:srgbClr val="000000"/>
              </a:solidFill>
              <a:latin typeface="Arial"/>
            </a:endParaRPr>
          </a:p>
        </p:txBody>
      </p:sp>
      <p:sp>
        <p:nvSpPr>
          <p:cNvPr id="689" name="PlaceHolder 3"/>
          <p:cNvSpPr>
            <a:spLocks noGrp="1"/>
          </p:cNvSpPr>
          <p:nvPr>
            <p:ph type="sldNum" idx="71"/>
          </p:nvPr>
        </p:nvSpPr>
        <p:spPr>
          <a:xfrm>
            <a:off x="3884760" y="8685360"/>
            <a:ext cx="2970720" cy="45756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47546614-099C-4601-B637-261E114D6A6F}" type="slidenum">
              <a:rPr b="0" lang="en-US" sz="1200" spc="-1" strike="noStrike">
                <a:solidFill>
                  <a:srgbClr val="000000"/>
                </a:solidFill>
                <a:latin typeface="Times New Roman"/>
              </a:rPr>
              <a:t>&lt;número&gt;</a:t>
            </a:fld>
            <a:endParaRPr b="0" lang="es-AR" sz="1200" spc="-1" strike="noStrike">
              <a:solidFill>
                <a:srgbClr val="000000"/>
              </a:solidFill>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0" name="PlaceHolder 1"/>
          <p:cNvSpPr>
            <a:spLocks noGrp="1"/>
          </p:cNvSpPr>
          <p:nvPr>
            <p:ph type="sldImg"/>
          </p:nvPr>
        </p:nvSpPr>
        <p:spPr>
          <a:xfrm>
            <a:off x="685800" y="1143000"/>
            <a:ext cx="5485320" cy="3085200"/>
          </a:xfrm>
          <a:prstGeom prst="rect">
            <a:avLst/>
          </a:prstGeom>
          <a:ln w="0">
            <a:noFill/>
          </a:ln>
        </p:spPr>
      </p:sp>
      <p:sp>
        <p:nvSpPr>
          <p:cNvPr id="691" name="PlaceHolder 2"/>
          <p:cNvSpPr>
            <a:spLocks noGrp="1"/>
          </p:cNvSpPr>
          <p:nvPr>
            <p:ph type="body"/>
          </p:nvPr>
        </p:nvSpPr>
        <p:spPr>
          <a:xfrm>
            <a:off x="685800" y="4400640"/>
            <a:ext cx="5485320" cy="35992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s-AR" sz="2000" spc="-1" strike="noStrike">
                <a:solidFill>
                  <a:srgbClr val="000000"/>
                </a:solidFill>
                <a:latin typeface="Arial"/>
              </a:rPr>
              <a:t>ORADOR: FLOR  ·  10 s  ·  de 0:40 a 0:50</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Para entender por qué esa pregunta importa tanto, empecemos por el desafío.</a:t>
            </a:r>
            <a:endParaRPr b="0" lang="es-AR" sz="2000" spc="-1" strike="noStrike">
              <a:solidFill>
                <a:srgbClr val="000000"/>
              </a:solidFill>
              <a:latin typeface="Arial"/>
            </a:endParaRPr>
          </a:p>
        </p:txBody>
      </p:sp>
      <p:sp>
        <p:nvSpPr>
          <p:cNvPr id="692" name="PlaceHolder 3"/>
          <p:cNvSpPr>
            <a:spLocks noGrp="1"/>
          </p:cNvSpPr>
          <p:nvPr>
            <p:ph type="sldNum" idx="72"/>
          </p:nvPr>
        </p:nvSpPr>
        <p:spPr>
          <a:xfrm>
            <a:off x="3884760" y="8685360"/>
            <a:ext cx="2970720" cy="45756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FBB33F95-DD61-49F9-807B-7E3F229BC03A}" type="slidenum">
              <a:rPr b="0" lang="en-US" sz="1200" spc="-1" strike="noStrike">
                <a:solidFill>
                  <a:srgbClr val="000000"/>
                </a:solidFill>
                <a:latin typeface="Times New Roman"/>
              </a:rPr>
              <a:t>&lt;número&gt;</a:t>
            </a:fld>
            <a:endParaRPr b="0" lang="es-AR" sz="1200" spc="-1" strike="noStrike">
              <a:solidFill>
                <a:srgbClr val="000000"/>
              </a:solidFill>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3" name="PlaceHolder 1"/>
          <p:cNvSpPr>
            <a:spLocks noGrp="1"/>
          </p:cNvSpPr>
          <p:nvPr>
            <p:ph type="sldImg"/>
          </p:nvPr>
        </p:nvSpPr>
        <p:spPr>
          <a:xfrm>
            <a:off x="685800" y="1143000"/>
            <a:ext cx="5485320" cy="3085200"/>
          </a:xfrm>
          <a:prstGeom prst="rect">
            <a:avLst/>
          </a:prstGeom>
          <a:ln w="0">
            <a:noFill/>
          </a:ln>
        </p:spPr>
      </p:sp>
      <p:sp>
        <p:nvSpPr>
          <p:cNvPr id="694" name="PlaceHolder 2"/>
          <p:cNvSpPr>
            <a:spLocks noGrp="1"/>
          </p:cNvSpPr>
          <p:nvPr>
            <p:ph type="body"/>
          </p:nvPr>
        </p:nvSpPr>
        <p:spPr>
          <a:xfrm>
            <a:off x="685800" y="4400640"/>
            <a:ext cx="5485320" cy="35992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s-AR" sz="2000" spc="-1" strike="noStrike">
                <a:solidFill>
                  <a:srgbClr val="000000"/>
                </a:solidFill>
                <a:latin typeface="Arial"/>
              </a:rPr>
              <a:t>ORADOR: FLOR  ·  45 s  ·  de 0:50 a 1:35</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Martín no está solo.</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Cada mes, más de seis mil Ranger entran en su ventana de service en Argentina. Es decir: les toca volver al concesionario.</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[PAUSA]</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Cada una de esas camionetas es una oportunidad. Un cliente que vuelve al taller, que habla con su asesor, que sigue cerca de Ford.</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…O no.</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[PAUSA]</a:t>
            </a:r>
            <a:endParaRPr b="0" lang="es-AR" sz="2000" spc="-1" strike="noStrike">
              <a:solidFill>
                <a:srgbClr val="000000"/>
              </a:solidFill>
              <a:latin typeface="Arial"/>
            </a:endParaRPr>
          </a:p>
        </p:txBody>
      </p:sp>
      <p:sp>
        <p:nvSpPr>
          <p:cNvPr id="695" name="PlaceHolder 3"/>
          <p:cNvSpPr>
            <a:spLocks noGrp="1"/>
          </p:cNvSpPr>
          <p:nvPr>
            <p:ph type="sldNum" idx="73"/>
          </p:nvPr>
        </p:nvSpPr>
        <p:spPr>
          <a:xfrm>
            <a:off x="3884760" y="8685360"/>
            <a:ext cx="2970720" cy="45756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37887EB7-8737-452D-BE28-50CBA97BB86B}" type="slidenum">
              <a:rPr b="0" lang="en-US" sz="1200" spc="-1" strike="noStrike">
                <a:solidFill>
                  <a:srgbClr val="000000"/>
                </a:solidFill>
                <a:latin typeface="Times New Roman"/>
              </a:rPr>
              <a:t>&lt;número&gt;</a:t>
            </a:fld>
            <a:endParaRPr b="0" lang="es-AR" sz="1200" spc="-1" strike="noStrike">
              <a:solidFill>
                <a:srgbClr val="000000"/>
              </a:solidFill>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6" name="PlaceHolder 1"/>
          <p:cNvSpPr>
            <a:spLocks noGrp="1"/>
          </p:cNvSpPr>
          <p:nvPr>
            <p:ph type="sldImg"/>
          </p:nvPr>
        </p:nvSpPr>
        <p:spPr>
          <a:xfrm>
            <a:off x="685800" y="1143000"/>
            <a:ext cx="5485320" cy="3085200"/>
          </a:xfrm>
          <a:prstGeom prst="rect">
            <a:avLst/>
          </a:prstGeom>
          <a:ln w="0">
            <a:noFill/>
          </a:ln>
        </p:spPr>
      </p:sp>
      <p:sp>
        <p:nvSpPr>
          <p:cNvPr id="697" name="PlaceHolder 2"/>
          <p:cNvSpPr>
            <a:spLocks noGrp="1"/>
          </p:cNvSpPr>
          <p:nvPr>
            <p:ph type="body"/>
          </p:nvPr>
        </p:nvSpPr>
        <p:spPr>
          <a:xfrm>
            <a:off x="685800" y="4400640"/>
            <a:ext cx="5485320" cy="35992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s-AR" sz="2000" spc="-1" strike="noStrike">
                <a:solidFill>
                  <a:srgbClr val="000000"/>
                </a:solidFill>
                <a:latin typeface="Arial"/>
              </a:rPr>
              <a:t>ORADOR: FLOR  ·  50 s  ·  de 1:35 a 2:25</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Pongámoslo en diez camionetas.</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Cuatro de cada diez no vuelven a hacer ese service en un concesionario oficial.</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[PAUSA LARGA — dejar que el número se lea]</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Y fíjense dónde están: mezcladas. No hay nada, a simple vista, que diga cuáles son. Martín puede ser una de las azules… o una de las grises. Hoy nadie lo sabe.</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En volumen, son unos dos mil quinientos services por mes que Ford deja de hacer.</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Todos los meses.</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[RECORTE] Y no es una estimación: medimos ciento cuarenta y dos mil ventanas de service entre 2024 y 2026, y el cuarenta y uno coma seis por ciento terminó sin service en la red.</a:t>
            </a:r>
            <a:endParaRPr b="0" lang="es-AR" sz="2000" spc="-1" strike="noStrike">
              <a:solidFill>
                <a:srgbClr val="000000"/>
              </a:solidFill>
              <a:latin typeface="Arial"/>
            </a:endParaRPr>
          </a:p>
        </p:txBody>
      </p:sp>
      <p:sp>
        <p:nvSpPr>
          <p:cNvPr id="698" name="PlaceHolder 3"/>
          <p:cNvSpPr>
            <a:spLocks noGrp="1"/>
          </p:cNvSpPr>
          <p:nvPr>
            <p:ph type="sldNum" idx="74"/>
          </p:nvPr>
        </p:nvSpPr>
        <p:spPr>
          <a:xfrm>
            <a:off x="3884760" y="8685360"/>
            <a:ext cx="2970720" cy="45756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AC6BF659-CFFF-4267-9340-4A02AEAA6935}" type="slidenum">
              <a:rPr b="0" lang="en-US" sz="1200" spc="-1" strike="noStrike">
                <a:solidFill>
                  <a:srgbClr val="000000"/>
                </a:solidFill>
                <a:latin typeface="Times New Roman"/>
              </a:rPr>
              <a:t>&lt;número&gt;</a:t>
            </a:fld>
            <a:endParaRPr b="0" lang="es-AR" sz="1200" spc="-1" strike="noStrike">
              <a:solidFill>
                <a:srgbClr val="000000"/>
              </a:solidFill>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9" name="PlaceHolder 1"/>
          <p:cNvSpPr>
            <a:spLocks noGrp="1"/>
          </p:cNvSpPr>
          <p:nvPr>
            <p:ph type="sldImg"/>
          </p:nvPr>
        </p:nvSpPr>
        <p:spPr>
          <a:xfrm>
            <a:off x="685800" y="1143000"/>
            <a:ext cx="5485320" cy="3085200"/>
          </a:xfrm>
          <a:prstGeom prst="rect">
            <a:avLst/>
          </a:prstGeom>
          <a:ln w="0">
            <a:noFill/>
          </a:ln>
        </p:spPr>
      </p:sp>
      <p:sp>
        <p:nvSpPr>
          <p:cNvPr id="700" name="PlaceHolder 2"/>
          <p:cNvSpPr>
            <a:spLocks noGrp="1"/>
          </p:cNvSpPr>
          <p:nvPr>
            <p:ph type="body"/>
          </p:nvPr>
        </p:nvSpPr>
        <p:spPr>
          <a:xfrm>
            <a:off x="685800" y="4400640"/>
            <a:ext cx="5485320" cy="35992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s-AR" sz="2000" spc="-1" strike="noStrike">
                <a:solidFill>
                  <a:srgbClr val="000000"/>
                </a:solidFill>
                <a:latin typeface="Arial"/>
              </a:rPr>
              <a:t>ORADOR: FLOR  ·  45 s  ·  de 2:25 a 3:10</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Pero ojo, porque un service perdido es mucho más que un service. Es el primer paso de un cliente perdido.</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Primero se pierde el trabajo de taller: la mano de obra, los repuestos, el margen de la visita.</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Después, algo más grave: se corta la relación. Martín deja de venir, deja de hablar con su concesionario, y Ford deja de estar presente en su vida.</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Y el día que Martín cambie la camioneta… esa decisión la va a tomar sin nosotros.</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Por eso, la próxima venta no se gana en el salón. [PAUSA] Se gana en el taller.</a:t>
            </a:r>
            <a:endParaRPr b="0" lang="es-AR" sz="2000" spc="-1" strike="noStrike">
              <a:solidFill>
                <a:srgbClr val="000000"/>
              </a:solidFill>
              <a:latin typeface="Arial"/>
            </a:endParaRPr>
          </a:p>
        </p:txBody>
      </p:sp>
      <p:sp>
        <p:nvSpPr>
          <p:cNvPr id="701" name="PlaceHolder 3"/>
          <p:cNvSpPr>
            <a:spLocks noGrp="1"/>
          </p:cNvSpPr>
          <p:nvPr>
            <p:ph type="sldNum" idx="75"/>
          </p:nvPr>
        </p:nvSpPr>
        <p:spPr>
          <a:xfrm>
            <a:off x="3884760" y="8685360"/>
            <a:ext cx="2970720" cy="45756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42328F32-C1D0-4DC4-944D-B6CC025A3D9D}" type="slidenum">
              <a:rPr b="0" lang="en-US" sz="1200" spc="-1" strike="noStrike">
                <a:solidFill>
                  <a:srgbClr val="000000"/>
                </a:solidFill>
                <a:latin typeface="Times New Roman"/>
              </a:rPr>
              <a:t>&lt;número&gt;</a:t>
            </a:fld>
            <a:endParaRPr b="0" lang="es-AR" sz="1200" spc="-1" strike="noStrike">
              <a:solidFill>
                <a:srgbClr val="000000"/>
              </a:solidFill>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2" name="PlaceHolder 1"/>
          <p:cNvSpPr>
            <a:spLocks noGrp="1"/>
          </p:cNvSpPr>
          <p:nvPr>
            <p:ph type="sldImg"/>
          </p:nvPr>
        </p:nvSpPr>
        <p:spPr>
          <a:xfrm>
            <a:off x="685800" y="1143000"/>
            <a:ext cx="5485320" cy="3085200"/>
          </a:xfrm>
          <a:prstGeom prst="rect">
            <a:avLst/>
          </a:prstGeom>
          <a:ln w="0">
            <a:noFill/>
          </a:ln>
        </p:spPr>
      </p:sp>
      <p:sp>
        <p:nvSpPr>
          <p:cNvPr id="703" name="PlaceHolder 2"/>
          <p:cNvSpPr>
            <a:spLocks noGrp="1"/>
          </p:cNvSpPr>
          <p:nvPr>
            <p:ph type="body"/>
          </p:nvPr>
        </p:nvSpPr>
        <p:spPr>
          <a:xfrm>
            <a:off x="685800" y="4400640"/>
            <a:ext cx="5485320" cy="35992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s-AR" sz="2000" spc="-1" strike="noStrike">
                <a:solidFill>
                  <a:srgbClr val="000000"/>
                </a:solidFill>
                <a:latin typeface="Arial"/>
              </a:rPr>
              <a:t>ORADOR: FLOR  ·  50 s  ·  de 3:10 a 4:00</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Entonces, ¿qué pasa hoy?</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Los datos para anticipar esto existen. Pero no se terminan de aprovechar. Todos reciben el mismo mensaje, en el mismo orden. Martín recibe el mismo recordatorio que el cliente que viene puntual hace cinco años. Y el que se va, se detecta cuando ya es tarde: cuando la ventana ya cerró.</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El resultado: de cada diez contactos que hace un concesionario, seis van a clientes que iban a volver igual.</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[PAUSA]</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Seis de cada diez llamados, gastados en quien no los necesitaba.</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Así que la pregunta que nos hicimos fue una sola: ¿cómo llegamos primero a los otros cuatro?</a:t>
            </a:r>
            <a:endParaRPr b="0" lang="es-AR" sz="2000" spc="-1" strike="noStrike">
              <a:solidFill>
                <a:srgbClr val="000000"/>
              </a:solidFill>
              <a:latin typeface="Arial"/>
            </a:endParaRPr>
          </a:p>
        </p:txBody>
      </p:sp>
      <p:sp>
        <p:nvSpPr>
          <p:cNvPr id="704" name="PlaceHolder 3"/>
          <p:cNvSpPr>
            <a:spLocks noGrp="1"/>
          </p:cNvSpPr>
          <p:nvPr>
            <p:ph type="sldNum" idx="76"/>
          </p:nvPr>
        </p:nvSpPr>
        <p:spPr>
          <a:xfrm>
            <a:off x="3884760" y="8685360"/>
            <a:ext cx="2970720" cy="45756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3C8B9A03-7E74-43E2-B34A-C1F53BF90C82}" type="slidenum">
              <a:rPr b="0" lang="en-US" sz="1200" spc="-1" strike="noStrike">
                <a:solidFill>
                  <a:srgbClr val="000000"/>
                </a:solidFill>
                <a:latin typeface="Times New Roman"/>
              </a:rPr>
              <a:t>&lt;número&gt;</a:t>
            </a:fld>
            <a:endParaRPr b="0" lang="es-AR" sz="1200" spc="-1" strike="noStrike">
              <a:solidFill>
                <a:srgbClr val="000000"/>
              </a:solidFill>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5" name="PlaceHolder 1"/>
          <p:cNvSpPr>
            <a:spLocks noGrp="1"/>
          </p:cNvSpPr>
          <p:nvPr>
            <p:ph type="sldImg"/>
          </p:nvPr>
        </p:nvSpPr>
        <p:spPr>
          <a:xfrm>
            <a:off x="685800" y="1143000"/>
            <a:ext cx="5485320" cy="3085200"/>
          </a:xfrm>
          <a:prstGeom prst="rect">
            <a:avLst/>
          </a:prstGeom>
          <a:ln w="0">
            <a:noFill/>
          </a:ln>
        </p:spPr>
      </p:sp>
      <p:sp>
        <p:nvSpPr>
          <p:cNvPr id="706" name="PlaceHolder 2"/>
          <p:cNvSpPr>
            <a:spLocks noGrp="1"/>
          </p:cNvSpPr>
          <p:nvPr>
            <p:ph type="body"/>
          </p:nvPr>
        </p:nvSpPr>
        <p:spPr>
          <a:xfrm>
            <a:off x="685800" y="4400640"/>
            <a:ext cx="5485320" cy="35992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s-AR" sz="2000" spc="-1" strike="noStrike">
                <a:solidFill>
                  <a:srgbClr val="000000"/>
                </a:solidFill>
                <a:latin typeface="Arial"/>
              </a:rPr>
              <a:t>ORADOR: FLOR  ·  10 s  ·  de 4:00 a 4:10</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Para responderla, no empezamos por el modelo. Empezamos por entender los datos.</a:t>
            </a:r>
            <a:endParaRPr b="0" lang="es-AR" sz="2000" spc="-1" strike="noStrike">
              <a:solidFill>
                <a:srgbClr val="000000"/>
              </a:solidFill>
              <a:latin typeface="Arial"/>
            </a:endParaRPr>
          </a:p>
        </p:txBody>
      </p:sp>
      <p:sp>
        <p:nvSpPr>
          <p:cNvPr id="707" name="PlaceHolder 3"/>
          <p:cNvSpPr>
            <a:spLocks noGrp="1"/>
          </p:cNvSpPr>
          <p:nvPr>
            <p:ph type="sldNum" idx="77"/>
          </p:nvPr>
        </p:nvSpPr>
        <p:spPr>
          <a:xfrm>
            <a:off x="3884760" y="8685360"/>
            <a:ext cx="2970720" cy="45756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F92528A2-513E-4043-A7E0-0803A63E58F9}" type="slidenum">
              <a:rPr b="0" lang="en-US" sz="1200" spc="-1" strike="noStrike">
                <a:solidFill>
                  <a:srgbClr val="000000"/>
                </a:solidFill>
                <a:latin typeface="Times New Roman"/>
              </a:rPr>
              <a:t>&lt;número&gt;</a:t>
            </a:fld>
            <a:endParaRPr b="0" lang="es-AR" sz="1200" spc="-1" strike="noStrike">
              <a:solidFill>
                <a:srgbClr val="000000"/>
              </a:solidFill>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8" name="PlaceHolder 1"/>
          <p:cNvSpPr>
            <a:spLocks noGrp="1"/>
          </p:cNvSpPr>
          <p:nvPr>
            <p:ph type="sldImg"/>
          </p:nvPr>
        </p:nvSpPr>
        <p:spPr>
          <a:xfrm>
            <a:off x="685800" y="1143000"/>
            <a:ext cx="5485320" cy="3085200"/>
          </a:xfrm>
          <a:prstGeom prst="rect">
            <a:avLst/>
          </a:prstGeom>
          <a:ln w="0">
            <a:noFill/>
          </a:ln>
        </p:spPr>
      </p:sp>
      <p:sp>
        <p:nvSpPr>
          <p:cNvPr id="709" name="PlaceHolder 2"/>
          <p:cNvSpPr>
            <a:spLocks noGrp="1"/>
          </p:cNvSpPr>
          <p:nvPr>
            <p:ph type="body"/>
          </p:nvPr>
        </p:nvSpPr>
        <p:spPr>
          <a:xfrm>
            <a:off x="685800" y="4400640"/>
            <a:ext cx="5485320" cy="35992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s-AR" sz="2000" spc="-1" strike="noStrike">
                <a:solidFill>
                  <a:srgbClr val="000000"/>
                </a:solidFill>
                <a:latin typeface="Arial"/>
              </a:rPr>
              <a:t>ORADOR: FLOR  ·  110 s  ·  de 4:10 a 6:00</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Trabajamos con más de seiscientas mil líneas de la agenda de turnos y casi sesenta mil ventas de Ranger, de 2024 a hoy. Y les confieso algo: arrancamos con una idea equivocada.</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Creíamos que el service era una vez por año. Y los datos nos dijeron que no.</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Primera lección: el service va por kilómetros, no por calendario. Una Ranger hace unos veintidós mil kilómetros por año, y el plan oficial pide service cada dieciséis mil. O sea: le toca cada seis a ocho meses, no cada doce. Si esperamos "al año" para recordarle, llegamos tarde: el ochenta y seis por ciento ya lo había hecho.</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Por eso a cada Ranger le calculamos su propia ventana, según sus kilómetros reales.</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Segunda lección: el momento crítico es el primer service. Más de un tercio de los clientes no hace el primero en un concesionario oficial. En el segundo, baja a uno de cada cuatro. Dicho simple: el que vuelve una vez, se queda.</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Y la tercera, la más importante: el que se va, se ve venir. Llega tarde respecto de su plan, viene poco, es una flota, depende de qué concesionario lo atiende.</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Y algo que nos sorprendió: la encuesta de satisfacción no anticipa nada. Se responde antes del turno, no después del service.</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[RECORTE] También descubrimos que un dato, mirado solo, puede engañar. Por ejemplo, los que faltan a un turno parecen volver igual que el resto. Pero es porque, para faltar a un turno, primero hay que tenerlo. Comparando clientes con la misma cantidad de turnos, el que falta sí vuelve menos.</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[PAUSA]</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Esas señales ya están en los datos de Ford. Martín ya las está mostrando. Lo que faltaba era leerlas a tiempo.</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Franco les cuenta cómo lo hicimos.</a:t>
            </a:r>
            <a:endParaRPr b="0" lang="es-AR" sz="2000" spc="-1" strike="noStrike">
              <a:solidFill>
                <a:srgbClr val="000000"/>
              </a:solidFill>
              <a:latin typeface="Arial"/>
            </a:endParaRPr>
          </a:p>
        </p:txBody>
      </p:sp>
      <p:sp>
        <p:nvSpPr>
          <p:cNvPr id="710" name="PlaceHolder 3"/>
          <p:cNvSpPr>
            <a:spLocks noGrp="1"/>
          </p:cNvSpPr>
          <p:nvPr>
            <p:ph type="sldNum" idx="78"/>
          </p:nvPr>
        </p:nvSpPr>
        <p:spPr>
          <a:xfrm>
            <a:off x="3884760" y="8685360"/>
            <a:ext cx="2970720" cy="45756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D804C08A-F813-460C-B0E5-4CB19CC8C607}" type="slidenum">
              <a:rPr b="0" lang="en-US" sz="1200" spc="-1" strike="noStrike">
                <a:solidFill>
                  <a:srgbClr val="000000"/>
                </a:solidFill>
                <a:latin typeface="Times New Roman"/>
              </a:rPr>
              <a:t>&lt;número&gt;</a:t>
            </a:fld>
            <a:endParaRPr b="0" lang="es-AR" sz="1200" spc="-1" strike="noStrike">
              <a:solidFill>
                <a:srgbClr val="000000"/>
              </a:solidFill>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1" name="PlaceHolder 1"/>
          <p:cNvSpPr>
            <a:spLocks noGrp="1"/>
          </p:cNvSpPr>
          <p:nvPr>
            <p:ph type="sldImg"/>
          </p:nvPr>
        </p:nvSpPr>
        <p:spPr>
          <a:xfrm>
            <a:off x="685800" y="1143000"/>
            <a:ext cx="5485320" cy="3085200"/>
          </a:xfrm>
          <a:prstGeom prst="rect">
            <a:avLst/>
          </a:prstGeom>
          <a:ln w="0">
            <a:noFill/>
          </a:ln>
        </p:spPr>
      </p:sp>
      <p:sp>
        <p:nvSpPr>
          <p:cNvPr id="712" name="PlaceHolder 2"/>
          <p:cNvSpPr>
            <a:spLocks noGrp="1"/>
          </p:cNvSpPr>
          <p:nvPr>
            <p:ph type="body"/>
          </p:nvPr>
        </p:nvSpPr>
        <p:spPr>
          <a:xfrm>
            <a:off x="685800" y="4400640"/>
            <a:ext cx="5485320" cy="35992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s-AR" sz="2000" spc="-1" strike="noStrike">
                <a:solidFill>
                  <a:srgbClr val="000000"/>
                </a:solidFill>
                <a:latin typeface="Arial"/>
              </a:rPr>
              <a:t>ORADOR: FRANCO  ·  50 s  ·  de 6:00 a 6:50</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Gracias, Flor.</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Lo primero que queremos dejar claro es que no venimos a cambiarle el proceso a nadie. Lo que construimos es una sola pieza nueva, que encaja en lo que Ford ya hace.</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La Ranger de Martín entra en su ventana de service. Como hoy.</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Y acá está lo nuevo: nuestra solución la ordena por riesgo de dejar Ford, y explica por qué.</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Con ese orden, el concesionario contacta primero a quien más lo necesita. Al resto le llega el recordatorio de FordPass, como siempre.</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Y el cliente vuelve al taller.</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Mismo proceso. [PAUSA] Otro orden. [PAUSA] Más clientes que vuelven.</a:t>
            </a:r>
            <a:endParaRPr b="0" lang="es-AR" sz="2000" spc="-1" strike="noStrike">
              <a:solidFill>
                <a:srgbClr val="000000"/>
              </a:solidFill>
              <a:latin typeface="Arial"/>
            </a:endParaRPr>
          </a:p>
        </p:txBody>
      </p:sp>
      <p:sp>
        <p:nvSpPr>
          <p:cNvPr id="713" name="PlaceHolder 3"/>
          <p:cNvSpPr>
            <a:spLocks noGrp="1"/>
          </p:cNvSpPr>
          <p:nvPr>
            <p:ph type="sldNum" idx="79"/>
          </p:nvPr>
        </p:nvSpPr>
        <p:spPr>
          <a:xfrm>
            <a:off x="3884760" y="8685360"/>
            <a:ext cx="2970720" cy="45756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E348CC37-6577-4DD2-8309-3C86910A6FB7}" type="slidenum">
              <a:rPr b="0" lang="en-US" sz="1200" spc="-1" strike="noStrike">
                <a:solidFill>
                  <a:srgbClr val="000000"/>
                </a:solidFill>
                <a:latin typeface="Times New Roman"/>
              </a:rPr>
              <a:t>&lt;número&gt;</a:t>
            </a:fld>
            <a:endParaRPr b="0" lang="es-AR" sz="1200" spc="-1" strike="noStrike">
              <a:solidFill>
                <a:srgbClr val="000000"/>
              </a:solidFill>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4" name="PlaceHolder 1"/>
          <p:cNvSpPr>
            <a:spLocks noGrp="1"/>
          </p:cNvSpPr>
          <p:nvPr>
            <p:ph type="sldImg"/>
          </p:nvPr>
        </p:nvSpPr>
        <p:spPr>
          <a:xfrm>
            <a:off x="685800" y="1143000"/>
            <a:ext cx="5485320" cy="3085200"/>
          </a:xfrm>
          <a:prstGeom prst="rect">
            <a:avLst/>
          </a:prstGeom>
          <a:ln w="0">
            <a:noFill/>
          </a:ln>
        </p:spPr>
      </p:sp>
      <p:sp>
        <p:nvSpPr>
          <p:cNvPr id="715" name="PlaceHolder 2"/>
          <p:cNvSpPr>
            <a:spLocks noGrp="1"/>
          </p:cNvSpPr>
          <p:nvPr>
            <p:ph type="body"/>
          </p:nvPr>
        </p:nvSpPr>
        <p:spPr>
          <a:xfrm>
            <a:off x="685800" y="4400640"/>
            <a:ext cx="5485320" cy="35992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s-AR" sz="2000" spc="-1" strike="noStrike">
                <a:solidFill>
                  <a:srgbClr val="000000"/>
                </a:solidFill>
                <a:latin typeface="Arial"/>
              </a:rPr>
              <a:t>ORADOR: FRANCO  ·  75 s  ·  de 6:50 a 8:05</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La pregunta obvia es: ¿funciona?</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Y lo probamos de la única forma honesta: como se usaría de verdad. (técnico) Hicimos una validación temporal, fuera de tiempo. Entrenamos el modelo, un LightGBM, con datos hasta septiembre de 2025, lo calibramos con el último trimestre, y lo pusimos a prueba en enero, febrero y marzo de este año: casi veinte mil ventanas que nunca había visto.</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Dicho simple: le dimos el pasado, y le pedimos que adivine el futuro.</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Hoy, como se le habla a todos igual, de cada diez contactos, cuatro llegan a alguien que estaba dejando Ford.</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Con nuestra solución, contactando al primer veinte por ciento de la lista, son ocho.</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[PAUSA] El doble. Con el mismo esfuerzo.</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Y si miramos sólo a los primeros de la lista, nueve de cada diez se estaban yendo de verdad.</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Llevado a la operación real: con tres mil contactos por mes entre todos los concesionarios, que son unos treinta por concesionario, a dos de cada tres clientes que se van les llegamos a tiempo.</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¿Y cómo sabemos que no es suerte? Teo les muestra la evidencia.</a:t>
            </a:r>
            <a:endParaRPr b="0" lang="es-AR" sz="2000" spc="-1" strike="noStrike">
              <a:solidFill>
                <a:srgbClr val="000000"/>
              </a:solidFill>
              <a:latin typeface="Arial"/>
            </a:endParaRPr>
          </a:p>
        </p:txBody>
      </p:sp>
      <p:sp>
        <p:nvSpPr>
          <p:cNvPr id="716" name="PlaceHolder 3"/>
          <p:cNvSpPr>
            <a:spLocks noGrp="1"/>
          </p:cNvSpPr>
          <p:nvPr>
            <p:ph type="sldNum" idx="80"/>
          </p:nvPr>
        </p:nvSpPr>
        <p:spPr>
          <a:xfrm>
            <a:off x="3884760" y="8685360"/>
            <a:ext cx="2970720" cy="45756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0D575CA6-59DD-40A2-A67A-831058847E45}" type="slidenum">
              <a:rPr b="0" lang="en-US" sz="1200" spc="-1" strike="noStrike">
                <a:solidFill>
                  <a:srgbClr val="000000"/>
                </a:solidFill>
                <a:latin typeface="Times New Roman"/>
              </a:rPr>
              <a:t>&lt;número&gt;</a:t>
            </a:fld>
            <a:endParaRPr b="0" lang="es-AR" sz="1200" spc="-1" strike="noStrike">
              <a:solidFill>
                <a:srgbClr val="000000"/>
              </a:solidFill>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7" name="PlaceHolder 1"/>
          <p:cNvSpPr>
            <a:spLocks noGrp="1"/>
          </p:cNvSpPr>
          <p:nvPr>
            <p:ph type="sldImg"/>
          </p:nvPr>
        </p:nvSpPr>
        <p:spPr>
          <a:xfrm>
            <a:off x="685800" y="1143000"/>
            <a:ext cx="5485320" cy="3085200"/>
          </a:xfrm>
          <a:prstGeom prst="rect">
            <a:avLst/>
          </a:prstGeom>
          <a:ln w="0">
            <a:noFill/>
          </a:ln>
        </p:spPr>
      </p:sp>
      <p:sp>
        <p:nvSpPr>
          <p:cNvPr id="718" name="PlaceHolder 2"/>
          <p:cNvSpPr>
            <a:spLocks noGrp="1"/>
          </p:cNvSpPr>
          <p:nvPr>
            <p:ph type="body"/>
          </p:nvPr>
        </p:nvSpPr>
        <p:spPr>
          <a:xfrm>
            <a:off x="685800" y="4400640"/>
            <a:ext cx="5485320" cy="35992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s-AR" sz="2000" spc="-1" strike="noStrike">
                <a:solidFill>
                  <a:srgbClr val="000000"/>
                </a:solidFill>
                <a:latin typeface="Arial"/>
              </a:rPr>
              <a:t>ORADOR: TEO  ·  85 s  ·  de 8:05 a 9:30</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Primero, cómo llega el modelo a estos resultados. Para cada Ranger que entra en su ventana, mira más de ochenta señales de su historia: cuándo fue su último service, cada cuánto viene, cuántos kilómetros hace, qué tan atrasado está respecto de su plan, qué concesionario lo atiende. (técnico) Aprendió de más de cien mil ventanas del pasado, combinando cientos de árboles de decisión, donde cada uno corrige los errores del anterior. El resultado es un puntaje de riesgo para cada cliente.</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Y acá está la evidencia de que ese puntaje funciona.</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A la izquierda, (técnico) la curva de ganancia. Ordenamos a todos los clientes por riesgo, y la línea naranja muestra a cuántos de los que se van alcanzamos según cuántos contactamos. La gris es lo de hoy: contactar sin orden. Con el veinte por ciento de los contactos llegamos al treinta y seis por ciento de los que se van. Sin orden, al veinte.</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Y a la derecha, algo que para nosotros es igual de importante: (técnico) la calibración. Después de entrenarlo, ajustamos ese puntaje con los últimos tres meses de 2025, para que sea una probabilidad de verdad. Cuando nuestra solución dice "setenta por ciento de riesgo", efectivamente siete de cada diez de esos clientes no vuelven. El error promedio es de un punto.</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¿Por qué importa? Porque así el porcentaje deja de ser un puntaje y pasa a ser una probabilidad real. Y con probabilidades reales, Posventa puede planificar.</a:t>
            </a:r>
            <a:endParaRPr b="0" lang="es-AR" sz="2000" spc="-1" strike="noStrike">
              <a:solidFill>
                <a:srgbClr val="000000"/>
              </a:solidFill>
              <a:latin typeface="Arial"/>
            </a:endParaRPr>
          </a:p>
        </p:txBody>
      </p:sp>
      <p:sp>
        <p:nvSpPr>
          <p:cNvPr id="719" name="PlaceHolder 3"/>
          <p:cNvSpPr>
            <a:spLocks noGrp="1"/>
          </p:cNvSpPr>
          <p:nvPr>
            <p:ph type="sldNum" idx="81"/>
          </p:nvPr>
        </p:nvSpPr>
        <p:spPr>
          <a:xfrm>
            <a:off x="3884760" y="8685360"/>
            <a:ext cx="2970720" cy="45756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D139CC16-D860-43C1-98A4-ACDD34AB73D4}" type="slidenum">
              <a:rPr b="0" lang="en-US" sz="1200" spc="-1" strike="noStrike">
                <a:solidFill>
                  <a:srgbClr val="000000"/>
                </a:solidFill>
                <a:latin typeface="Times New Roman"/>
              </a:rPr>
              <a:t>&lt;número&gt;</a:t>
            </a:fld>
            <a:endParaRPr b="0" lang="es-AR" sz="1200" spc="-1" strike="noStrike">
              <a:solidFill>
                <a:srgbClr val="000000"/>
              </a:solidFill>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0" name="PlaceHolder 1"/>
          <p:cNvSpPr>
            <a:spLocks noGrp="1"/>
          </p:cNvSpPr>
          <p:nvPr>
            <p:ph type="sldImg"/>
          </p:nvPr>
        </p:nvSpPr>
        <p:spPr>
          <a:xfrm>
            <a:off x="685800" y="1143000"/>
            <a:ext cx="5485320" cy="3085200"/>
          </a:xfrm>
          <a:prstGeom prst="rect">
            <a:avLst/>
          </a:prstGeom>
          <a:ln w="0">
            <a:noFill/>
          </a:ln>
        </p:spPr>
      </p:sp>
      <p:sp>
        <p:nvSpPr>
          <p:cNvPr id="721" name="PlaceHolder 2"/>
          <p:cNvSpPr>
            <a:spLocks noGrp="1"/>
          </p:cNvSpPr>
          <p:nvPr>
            <p:ph type="body"/>
          </p:nvPr>
        </p:nvSpPr>
        <p:spPr>
          <a:xfrm>
            <a:off x="685800" y="4400640"/>
            <a:ext cx="5485320" cy="35992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s-AR" sz="2000" spc="-1" strike="noStrike">
                <a:solidFill>
                  <a:srgbClr val="000000"/>
                </a:solidFill>
                <a:latin typeface="Arial"/>
              </a:rPr>
              <a:t>ORADOR: TEO  ·  65 s  ·  de 9:30 a 10:35</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Y ahora les quiero contar algo que no suele contarse en un pitch.</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En un momento del trabajo, nuestro modelo llegó a cero coma ochenta y uno, en una escala donde cero coma cinco es tirar una moneda y uno es perfecto. Estábamos contentos.</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Hasta que miramos de dónde salía. Había dos columnas del dataset, el kilometraje y la conectividad, que no eran datos de cada momento: eran una foto de hoy, copiada hacia el pasado. Información que, el día que hay que decidir a quién llamar, todavía no existe. (técnico) Es lo que en ciencia de datos se llama leakage: el modelo estaba mirando las respuestas.</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Así que las sacamos. Y nos quedamos con cero coma setenta y cuatro.</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Es un número menos lindo. [PAUSA] Pero es el que se cumple cuando se usa de verdad.</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Preferimos prometer lo que se puede cumplir.</a:t>
            </a:r>
            <a:endParaRPr b="0" lang="es-AR" sz="2000" spc="-1" strike="noStrike">
              <a:solidFill>
                <a:srgbClr val="000000"/>
              </a:solidFill>
              <a:latin typeface="Arial"/>
            </a:endParaRPr>
          </a:p>
        </p:txBody>
      </p:sp>
      <p:sp>
        <p:nvSpPr>
          <p:cNvPr id="722" name="PlaceHolder 3"/>
          <p:cNvSpPr>
            <a:spLocks noGrp="1"/>
          </p:cNvSpPr>
          <p:nvPr>
            <p:ph type="sldNum" idx="82"/>
          </p:nvPr>
        </p:nvSpPr>
        <p:spPr>
          <a:xfrm>
            <a:off x="3884760" y="8685360"/>
            <a:ext cx="2970720" cy="45756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B112320B-823C-488E-905F-D1EDAE839919}" type="slidenum">
              <a:rPr b="0" lang="en-US" sz="1200" spc="-1" strike="noStrike">
                <a:solidFill>
                  <a:srgbClr val="000000"/>
                </a:solidFill>
                <a:latin typeface="Times New Roman"/>
              </a:rPr>
              <a:t>&lt;número&gt;</a:t>
            </a:fld>
            <a:endParaRPr b="0" lang="es-AR" sz="1200" spc="-1" strike="noStrike">
              <a:solidFill>
                <a:srgbClr val="000000"/>
              </a:solidFill>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3" name="PlaceHolder 1"/>
          <p:cNvSpPr>
            <a:spLocks noGrp="1"/>
          </p:cNvSpPr>
          <p:nvPr>
            <p:ph type="sldImg"/>
          </p:nvPr>
        </p:nvSpPr>
        <p:spPr>
          <a:xfrm>
            <a:off x="685800" y="1143000"/>
            <a:ext cx="5485320" cy="3085200"/>
          </a:xfrm>
          <a:prstGeom prst="rect">
            <a:avLst/>
          </a:prstGeom>
          <a:ln w="0">
            <a:noFill/>
          </a:ln>
        </p:spPr>
      </p:sp>
      <p:sp>
        <p:nvSpPr>
          <p:cNvPr id="724" name="PlaceHolder 2"/>
          <p:cNvSpPr>
            <a:spLocks noGrp="1"/>
          </p:cNvSpPr>
          <p:nvPr>
            <p:ph type="body"/>
          </p:nvPr>
        </p:nvSpPr>
        <p:spPr>
          <a:xfrm>
            <a:off x="685800" y="4400640"/>
            <a:ext cx="5485320" cy="35992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s-AR" sz="2000" spc="-1" strike="noStrike">
                <a:solidFill>
                  <a:srgbClr val="000000"/>
                </a:solidFill>
                <a:latin typeface="Arial"/>
              </a:rPr>
              <a:t>ORADOR: TEO  ·  90 s  ·  de 10:35 a 12:05</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¿Se acuerdan de Martín? [PAUSA] Les presento a Martín.</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Tiene una Ranger 2019. Hace unos veintisiete mil kilómetros por año: la usa para trabajar. Hizo dos services en un concesionario oficial. Hoy, para Ford, es uno más en la lista de recordatorios.</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Pero sus datos cuentan otra historia.</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Su camioneta tiene siete años: justo la etapa en la que más clientes dejan Ford.</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Viene menos de una vez por año, aunque con el uso que le da, necesita service cada cuatro o cinco meses.</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Y entre sus dos últimos services pasaron trece meses.</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[PAUSA LARGA]</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Martín se está yendo. Y hoy nadie lo está viendo.</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Con nuestra solución, Martín aparece arriba de la lista de su concesionario: setenta y seis por ciento de probabilidad de dejar Ford, con estos tres motivos. (técnico) Los motivos los calcula el mismo modelo, con SHAP, una técnica que mide cuánto empuja cada dato el riesgo de cada cliente. Y nosotros los traducimos a palabras.</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Entonces, el asesor no recibe un número. [PAUSA] Recibe una conversación. Sabe qué decirle a Martín antes de levantar el teléfono. Y lo ve así, tal cual, en el tablero que construimos para cada concesionario.</a:t>
            </a:r>
            <a:endParaRPr b="0" lang="es-AR" sz="2000" spc="-1" strike="noStrike">
              <a:solidFill>
                <a:srgbClr val="000000"/>
              </a:solidFill>
              <a:latin typeface="Arial"/>
            </a:endParaRPr>
          </a:p>
        </p:txBody>
      </p:sp>
      <p:sp>
        <p:nvSpPr>
          <p:cNvPr id="725" name="PlaceHolder 3"/>
          <p:cNvSpPr>
            <a:spLocks noGrp="1"/>
          </p:cNvSpPr>
          <p:nvPr>
            <p:ph type="sldNum" idx="83"/>
          </p:nvPr>
        </p:nvSpPr>
        <p:spPr>
          <a:xfrm>
            <a:off x="3884760" y="8685360"/>
            <a:ext cx="2970720" cy="45756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DC255E30-834B-4D36-BF67-CC8010B9802F}" type="slidenum">
              <a:rPr b="0" lang="en-US" sz="1200" spc="-1" strike="noStrike">
                <a:solidFill>
                  <a:srgbClr val="000000"/>
                </a:solidFill>
                <a:latin typeface="Times New Roman"/>
              </a:rPr>
              <a:t>&lt;número&gt;</a:t>
            </a:fld>
            <a:endParaRPr b="0" lang="es-AR" sz="1200" spc="-1" strike="noStrike">
              <a:solidFill>
                <a:srgbClr val="000000"/>
              </a:solidFill>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6" name="PlaceHolder 1"/>
          <p:cNvSpPr>
            <a:spLocks noGrp="1"/>
          </p:cNvSpPr>
          <p:nvPr>
            <p:ph type="sldImg"/>
          </p:nvPr>
        </p:nvSpPr>
        <p:spPr>
          <a:xfrm>
            <a:off x="685800" y="1143000"/>
            <a:ext cx="5485320" cy="3085200"/>
          </a:xfrm>
          <a:prstGeom prst="rect">
            <a:avLst/>
          </a:prstGeom>
          <a:ln w="0">
            <a:noFill/>
          </a:ln>
        </p:spPr>
      </p:sp>
      <p:sp>
        <p:nvSpPr>
          <p:cNvPr id="727" name="PlaceHolder 2"/>
          <p:cNvSpPr>
            <a:spLocks noGrp="1"/>
          </p:cNvSpPr>
          <p:nvPr>
            <p:ph type="body"/>
          </p:nvPr>
        </p:nvSpPr>
        <p:spPr>
          <a:xfrm>
            <a:off x="685800" y="4400640"/>
            <a:ext cx="5485320" cy="35992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s-AR" sz="2000" spc="-1" strike="noStrike">
                <a:solidFill>
                  <a:srgbClr val="000000"/>
                </a:solidFill>
                <a:latin typeface="Arial"/>
              </a:rPr>
              <a:t>ORADOR: FRANCO  ·  8 s  ·  de 13:25 a 13:33</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Gracias, Teo. Porque la pregunta de cualquier gerente es otra: ¿cuánto vale esto?</a:t>
            </a:r>
            <a:endParaRPr b="0" lang="es-AR" sz="2000" spc="-1" strike="noStrike">
              <a:solidFill>
                <a:srgbClr val="000000"/>
              </a:solidFill>
              <a:latin typeface="Arial"/>
            </a:endParaRPr>
          </a:p>
        </p:txBody>
      </p:sp>
      <p:sp>
        <p:nvSpPr>
          <p:cNvPr id="728" name="PlaceHolder 3"/>
          <p:cNvSpPr>
            <a:spLocks noGrp="1"/>
          </p:cNvSpPr>
          <p:nvPr>
            <p:ph type="sldNum" idx="84"/>
          </p:nvPr>
        </p:nvSpPr>
        <p:spPr>
          <a:xfrm>
            <a:off x="3884760" y="8685360"/>
            <a:ext cx="2970720" cy="45756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5AA61605-4383-45A2-860E-AC28AEF510A1}" type="slidenum">
              <a:rPr b="0" lang="en-US" sz="1200" spc="-1" strike="noStrike">
                <a:solidFill>
                  <a:srgbClr val="000000"/>
                </a:solidFill>
                <a:latin typeface="Times New Roman"/>
              </a:rPr>
              <a:t>&lt;número&gt;</a:t>
            </a:fld>
            <a:endParaRPr b="0" lang="es-AR" sz="1200" spc="-1" strike="noStrike">
              <a:solidFill>
                <a:srgbClr val="000000"/>
              </a:solidFill>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9" name="PlaceHolder 1"/>
          <p:cNvSpPr>
            <a:spLocks noGrp="1"/>
          </p:cNvSpPr>
          <p:nvPr>
            <p:ph type="sldImg"/>
          </p:nvPr>
        </p:nvSpPr>
        <p:spPr>
          <a:xfrm>
            <a:off x="685800" y="1143000"/>
            <a:ext cx="5485320" cy="3085200"/>
          </a:xfrm>
          <a:prstGeom prst="rect">
            <a:avLst/>
          </a:prstGeom>
          <a:ln w="0">
            <a:noFill/>
          </a:ln>
        </p:spPr>
      </p:sp>
      <p:sp>
        <p:nvSpPr>
          <p:cNvPr id="730" name="PlaceHolder 2"/>
          <p:cNvSpPr>
            <a:spLocks noGrp="1"/>
          </p:cNvSpPr>
          <p:nvPr>
            <p:ph type="body"/>
          </p:nvPr>
        </p:nvSpPr>
        <p:spPr>
          <a:xfrm>
            <a:off x="685800" y="4400640"/>
            <a:ext cx="5485320" cy="35992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s-AR" sz="2000" spc="-1" strike="noStrike">
                <a:solidFill>
                  <a:srgbClr val="000000"/>
                </a:solidFill>
                <a:latin typeface="Arial"/>
              </a:rPr>
              <a:t>ORADOR: FRANCO  ·  75 s  ·  de 13:33 a 14:48</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Hicimos la cuenta con supuestos conservadores, y los dejamos escritos para que Posventa los reemplace por los suyos. Un contacto recupera al quince por ciento de los que se iban; un service retenido vale doscientos cincuenta dólares; y un contacto cuesta tres.</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Con la misma cantidad de contactos, nuestra solución recupera un ochenta por ciento más de services que contactando sin orden.</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Eso son unos doscientos mil dólares por año de margen adicional. Y eso sin contar lo que vale la próxima compra de Martín.</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¿Y si el modelo se equivoca? Miren la asimetría: contactar de más cuesta tres dólares. No contactar a quien se va cuesta el service. [PAUSA] Ochenta a uno. Equivocarse para el lado de llamar sale casi gratis.</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La inversión es de treinta a cuarenta y cinco mil dólares el primer año, y se recupera en el primer trimestre.</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[RECORTE] Y lo probamos al revés: aunque el contacto recupere sólo al cinco por ciento, y el service valga cien dólares, sigue siendo rentable.</a:t>
            </a:r>
            <a:endParaRPr b="0" lang="es-AR" sz="2000" spc="-1" strike="noStrike">
              <a:solidFill>
                <a:srgbClr val="000000"/>
              </a:solidFill>
              <a:latin typeface="Arial"/>
            </a:endParaRPr>
          </a:p>
        </p:txBody>
      </p:sp>
      <p:sp>
        <p:nvSpPr>
          <p:cNvPr id="731" name="PlaceHolder 3"/>
          <p:cNvSpPr>
            <a:spLocks noGrp="1"/>
          </p:cNvSpPr>
          <p:nvPr>
            <p:ph type="sldNum" idx="85"/>
          </p:nvPr>
        </p:nvSpPr>
        <p:spPr>
          <a:xfrm>
            <a:off x="3884760" y="8685360"/>
            <a:ext cx="2970720" cy="45756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F542E520-DFF4-4413-914A-7945802C3CCE}" type="slidenum">
              <a:rPr b="0" lang="en-US" sz="1200" spc="-1" strike="noStrike">
                <a:solidFill>
                  <a:srgbClr val="000000"/>
                </a:solidFill>
                <a:latin typeface="Times New Roman"/>
              </a:rPr>
              <a:t>&lt;número&gt;</a:t>
            </a:fld>
            <a:endParaRPr b="0" lang="es-AR" sz="1200" spc="-1" strike="noStrike">
              <a:solidFill>
                <a:srgbClr val="000000"/>
              </a:solidFill>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2" name="PlaceHolder 1"/>
          <p:cNvSpPr>
            <a:spLocks noGrp="1"/>
          </p:cNvSpPr>
          <p:nvPr>
            <p:ph type="sldImg"/>
          </p:nvPr>
        </p:nvSpPr>
        <p:spPr>
          <a:xfrm>
            <a:off x="685800" y="1143000"/>
            <a:ext cx="5485320" cy="3085200"/>
          </a:xfrm>
          <a:prstGeom prst="rect">
            <a:avLst/>
          </a:prstGeom>
          <a:ln w="0">
            <a:noFill/>
          </a:ln>
        </p:spPr>
      </p:sp>
      <p:sp>
        <p:nvSpPr>
          <p:cNvPr id="733" name="PlaceHolder 2"/>
          <p:cNvSpPr>
            <a:spLocks noGrp="1"/>
          </p:cNvSpPr>
          <p:nvPr>
            <p:ph type="body"/>
          </p:nvPr>
        </p:nvSpPr>
        <p:spPr>
          <a:xfrm>
            <a:off x="685800" y="4400640"/>
            <a:ext cx="5485320" cy="35992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s-AR" sz="2000" spc="-1" strike="noStrike">
                <a:solidFill>
                  <a:srgbClr val="000000"/>
                </a:solidFill>
                <a:latin typeface="Arial"/>
              </a:rPr>
              <a:t>ORADOR: FRANCO  ·  62 s  ·  de 14:48 a 15:50</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Y acá viene lo más importante de esta parte: no les pedimos que nos crean. Les proponemos medirlo.</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Tomamos la lista de un mes, ordenada por riesgo, y la partimos en diez grupos.</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En cada grupo, a la mitad de los clientes se le aplica la acción, y la otra mitad sigue como hoy. (técnico) Es un A/B test con grupo de control por decil de riesgo: así medimos el efecto real del contacto, y no sólo si el modelo acierta.</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A los noventa días se compara: ¿quién hizo el service? Por grupo, por acción y por concesionario.</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Con el volumen de toda la red, en dos meses ya se ve si el contacto mejora el retorno en cinco puntos. Y no hace falta ningún sistema nuevo: usa Service Leads, FordPass y Service Reminder, que Ford ya tiene.</a:t>
            </a:r>
            <a:endParaRPr b="0" lang="es-AR" sz="2000" spc="-1" strike="noStrike">
              <a:solidFill>
                <a:srgbClr val="000000"/>
              </a:solidFill>
              <a:latin typeface="Arial"/>
            </a:endParaRPr>
          </a:p>
        </p:txBody>
      </p:sp>
      <p:sp>
        <p:nvSpPr>
          <p:cNvPr id="734" name="PlaceHolder 3"/>
          <p:cNvSpPr>
            <a:spLocks noGrp="1"/>
          </p:cNvSpPr>
          <p:nvPr>
            <p:ph type="sldNum" idx="86"/>
          </p:nvPr>
        </p:nvSpPr>
        <p:spPr>
          <a:xfrm>
            <a:off x="3884760" y="8685360"/>
            <a:ext cx="2970720" cy="45756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C107B49A-4C50-4527-BF06-D9AFE59C5888}" type="slidenum">
              <a:rPr b="0" lang="en-US" sz="1200" spc="-1" strike="noStrike">
                <a:solidFill>
                  <a:srgbClr val="000000"/>
                </a:solidFill>
                <a:latin typeface="Times New Roman"/>
              </a:rPr>
              <a:t>&lt;número&gt;</a:t>
            </a:fld>
            <a:endParaRPr b="0" lang="es-AR" sz="1200" spc="-1" strike="noStrike">
              <a:solidFill>
                <a:srgbClr val="000000"/>
              </a:solidFill>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5" name="PlaceHolder 1"/>
          <p:cNvSpPr>
            <a:spLocks noGrp="1"/>
          </p:cNvSpPr>
          <p:nvPr>
            <p:ph type="sldImg"/>
          </p:nvPr>
        </p:nvSpPr>
        <p:spPr>
          <a:xfrm>
            <a:off x="685800" y="1143000"/>
            <a:ext cx="5485320" cy="3085200"/>
          </a:xfrm>
          <a:prstGeom prst="rect">
            <a:avLst/>
          </a:prstGeom>
          <a:ln w="0">
            <a:noFill/>
          </a:ln>
        </p:spPr>
      </p:sp>
      <p:sp>
        <p:nvSpPr>
          <p:cNvPr id="736" name="PlaceHolder 2"/>
          <p:cNvSpPr>
            <a:spLocks noGrp="1"/>
          </p:cNvSpPr>
          <p:nvPr>
            <p:ph type="body"/>
          </p:nvPr>
        </p:nvSpPr>
        <p:spPr>
          <a:xfrm>
            <a:off x="685800" y="4400640"/>
            <a:ext cx="5485320" cy="35992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s-AR" sz="2000" spc="-1" strike="noStrike">
                <a:solidFill>
                  <a:srgbClr val="000000"/>
                </a:solidFill>
                <a:latin typeface="Arial"/>
              </a:rPr>
              <a:t>ORADOR: FRANCO  ·  7 s  ·  de 15:50 a 15:57</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¿Y qué nos hace distintos?</a:t>
            </a:r>
            <a:endParaRPr b="0" lang="es-AR" sz="2000" spc="-1" strike="noStrike">
              <a:solidFill>
                <a:srgbClr val="000000"/>
              </a:solidFill>
              <a:latin typeface="Arial"/>
            </a:endParaRPr>
          </a:p>
        </p:txBody>
      </p:sp>
      <p:sp>
        <p:nvSpPr>
          <p:cNvPr id="737" name="PlaceHolder 3"/>
          <p:cNvSpPr>
            <a:spLocks noGrp="1"/>
          </p:cNvSpPr>
          <p:nvPr>
            <p:ph type="sldNum" idx="87"/>
          </p:nvPr>
        </p:nvSpPr>
        <p:spPr>
          <a:xfrm>
            <a:off x="3884760" y="8685360"/>
            <a:ext cx="2970720" cy="45756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8B76D426-87F4-4C6B-B800-F532371C96FB}" type="slidenum">
              <a:rPr b="0" lang="en-US" sz="1200" spc="-1" strike="noStrike">
                <a:solidFill>
                  <a:srgbClr val="000000"/>
                </a:solidFill>
                <a:latin typeface="Times New Roman"/>
              </a:rPr>
              <a:t>&lt;número&gt;</a:t>
            </a:fld>
            <a:endParaRPr b="0" lang="es-AR" sz="1200" spc="-1" strike="noStrike">
              <a:solidFill>
                <a:srgbClr val="000000"/>
              </a:solidFill>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8" name="PlaceHolder 1"/>
          <p:cNvSpPr>
            <a:spLocks noGrp="1"/>
          </p:cNvSpPr>
          <p:nvPr>
            <p:ph type="sldImg"/>
          </p:nvPr>
        </p:nvSpPr>
        <p:spPr>
          <a:xfrm>
            <a:off x="685800" y="1143000"/>
            <a:ext cx="5485320" cy="3085200"/>
          </a:xfrm>
          <a:prstGeom prst="rect">
            <a:avLst/>
          </a:prstGeom>
          <a:ln w="0">
            <a:noFill/>
          </a:ln>
        </p:spPr>
      </p:sp>
      <p:sp>
        <p:nvSpPr>
          <p:cNvPr id="739" name="PlaceHolder 2"/>
          <p:cNvSpPr>
            <a:spLocks noGrp="1"/>
          </p:cNvSpPr>
          <p:nvPr>
            <p:ph type="body"/>
          </p:nvPr>
        </p:nvSpPr>
        <p:spPr>
          <a:xfrm>
            <a:off x="685800" y="4400640"/>
            <a:ext cx="5485320" cy="35992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s-AR" sz="2000" spc="-1" strike="noStrike">
                <a:solidFill>
                  <a:srgbClr val="000000"/>
                </a:solidFill>
                <a:latin typeface="Arial"/>
              </a:rPr>
              <a:t>ORADOR: FRANCO  ·  55 s  ·  de 15:57 a 16:52</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Cuatro palabras.</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Precisa. Cada Ranger tiene su propio calendario, según sus kilómetros reales. No una fecha fija para todos.</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Honesta. Sus resultados se sostienen, porque descartamos los datos que la hacían parecer mejor de lo que era. Ya lo contó Teo.</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Clara. Cada caso llega explicado, en palabras que el asesor puede usar con el cliente.</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Y verificada. Resolvimos el problema dos veces, por caminos separados, y comparamos. Las dos soluciones coincidieron en quién entra y qué cuenta como volver. Y una le corrigió un detalle a la otra: el plan oficial de la Ranger nueva es cada dieciséis mil kilómetros, no quince.</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[PAUSA] Pero una buena solución no termina en una lista. Flor les cuenta qué sigue.</a:t>
            </a:r>
            <a:endParaRPr b="0" lang="es-AR" sz="2000" spc="-1" strike="noStrike">
              <a:solidFill>
                <a:srgbClr val="000000"/>
              </a:solidFill>
              <a:latin typeface="Arial"/>
            </a:endParaRPr>
          </a:p>
        </p:txBody>
      </p:sp>
      <p:sp>
        <p:nvSpPr>
          <p:cNvPr id="740" name="PlaceHolder 3"/>
          <p:cNvSpPr>
            <a:spLocks noGrp="1"/>
          </p:cNvSpPr>
          <p:nvPr>
            <p:ph type="sldNum" idx="88"/>
          </p:nvPr>
        </p:nvSpPr>
        <p:spPr>
          <a:xfrm>
            <a:off x="3884760" y="8685360"/>
            <a:ext cx="2970720" cy="45756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C3EDD2D7-7B58-49C2-8660-26DC86277727}" type="slidenum">
              <a:rPr b="0" lang="en-US" sz="1200" spc="-1" strike="noStrike">
                <a:solidFill>
                  <a:srgbClr val="000000"/>
                </a:solidFill>
                <a:latin typeface="Times New Roman"/>
              </a:rPr>
              <a:t>&lt;número&gt;</a:t>
            </a:fld>
            <a:endParaRPr b="0" lang="es-AR" sz="1200" spc="-1" strike="noStrike">
              <a:solidFill>
                <a:srgbClr val="000000"/>
              </a:solidFill>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1" name="PlaceHolder 1"/>
          <p:cNvSpPr>
            <a:spLocks noGrp="1"/>
          </p:cNvSpPr>
          <p:nvPr>
            <p:ph type="sldImg"/>
          </p:nvPr>
        </p:nvSpPr>
        <p:spPr>
          <a:xfrm>
            <a:off x="685800" y="1143000"/>
            <a:ext cx="5485320" cy="3085200"/>
          </a:xfrm>
          <a:prstGeom prst="rect">
            <a:avLst/>
          </a:prstGeom>
          <a:ln w="0">
            <a:noFill/>
          </a:ln>
        </p:spPr>
      </p:sp>
      <p:sp>
        <p:nvSpPr>
          <p:cNvPr id="742" name="PlaceHolder 2"/>
          <p:cNvSpPr>
            <a:spLocks noGrp="1"/>
          </p:cNvSpPr>
          <p:nvPr>
            <p:ph type="body"/>
          </p:nvPr>
        </p:nvSpPr>
        <p:spPr>
          <a:xfrm>
            <a:off x="685800" y="4400640"/>
            <a:ext cx="5485320" cy="35992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s-AR" sz="2000" spc="-1" strike="noStrike">
                <a:solidFill>
                  <a:srgbClr val="000000"/>
                </a:solidFill>
                <a:latin typeface="Arial"/>
              </a:rPr>
              <a:t>ORADOR: FLOR  ·  8 s  ·  de 16:52 a 17:00</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Porque esto no es el final. Es el primer paso.</a:t>
            </a:r>
            <a:endParaRPr b="0" lang="es-AR" sz="2000" spc="-1" strike="noStrike">
              <a:solidFill>
                <a:srgbClr val="000000"/>
              </a:solidFill>
              <a:latin typeface="Arial"/>
            </a:endParaRPr>
          </a:p>
        </p:txBody>
      </p:sp>
      <p:sp>
        <p:nvSpPr>
          <p:cNvPr id="743" name="PlaceHolder 3"/>
          <p:cNvSpPr>
            <a:spLocks noGrp="1"/>
          </p:cNvSpPr>
          <p:nvPr>
            <p:ph type="sldNum" idx="89"/>
          </p:nvPr>
        </p:nvSpPr>
        <p:spPr>
          <a:xfrm>
            <a:off x="3884760" y="8685360"/>
            <a:ext cx="2970720" cy="45756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ADE1E6FA-6424-489D-88AC-6E69D1D72282}" type="slidenum">
              <a:rPr b="0" lang="en-US" sz="1200" spc="-1" strike="noStrike">
                <a:solidFill>
                  <a:srgbClr val="000000"/>
                </a:solidFill>
                <a:latin typeface="Times New Roman"/>
              </a:rPr>
              <a:t>&lt;número&gt;</a:t>
            </a:fld>
            <a:endParaRPr b="0" lang="es-AR" sz="1200" spc="-1" strike="noStrike">
              <a:solidFill>
                <a:srgbClr val="000000"/>
              </a:solidFill>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4" name="PlaceHolder 1"/>
          <p:cNvSpPr>
            <a:spLocks noGrp="1"/>
          </p:cNvSpPr>
          <p:nvPr>
            <p:ph type="sldImg"/>
          </p:nvPr>
        </p:nvSpPr>
        <p:spPr>
          <a:xfrm>
            <a:off x="685800" y="1143000"/>
            <a:ext cx="5485320" cy="3085200"/>
          </a:xfrm>
          <a:prstGeom prst="rect">
            <a:avLst/>
          </a:prstGeom>
          <a:ln w="0">
            <a:noFill/>
          </a:ln>
        </p:spPr>
      </p:sp>
      <p:sp>
        <p:nvSpPr>
          <p:cNvPr id="745" name="PlaceHolder 2"/>
          <p:cNvSpPr>
            <a:spLocks noGrp="1"/>
          </p:cNvSpPr>
          <p:nvPr>
            <p:ph type="body"/>
          </p:nvPr>
        </p:nvSpPr>
        <p:spPr>
          <a:xfrm>
            <a:off x="685800" y="4400640"/>
            <a:ext cx="5485320" cy="35992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s-AR" sz="2000" spc="-1" strike="noStrike">
                <a:solidFill>
                  <a:srgbClr val="000000"/>
                </a:solidFill>
                <a:latin typeface="Arial"/>
              </a:rPr>
              <a:t>ORADOR: FLOR  ·  60 s  ·  de 17:00 a 18:00</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Ahora: el piloto de noventa días, con Posventa y un grupo de concesionarios. Y validar con ustedes las reglas de ventana por modelo y la capacidad real de contacto de cada concesionario.</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En los próximos seis meses: meter la lista dentro de Service Leads y Service Reminder, todos los meses. Y sumar el kilometraje real de los vehículos conectados: con eso, el primer service, que es donde más clientes perdemos, se predice mucho mejor.</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Y después, el salto. Dejar de preguntarnos sólo "¿quién se va?" y preguntarnos "¿a quién el llamado le cambia la decisión?". (técnico) Es lo que se llama uplift modeling. Llevarlo a toda la gama Ford. Y usar la relación del taller para anticipar la próxima compra.</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Que es, al final, de lo que se trata este desafío.</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Teo cierra.</a:t>
            </a:r>
            <a:endParaRPr b="0" lang="es-AR" sz="2000" spc="-1" strike="noStrike">
              <a:solidFill>
                <a:srgbClr val="000000"/>
              </a:solidFill>
              <a:latin typeface="Arial"/>
            </a:endParaRPr>
          </a:p>
        </p:txBody>
      </p:sp>
      <p:sp>
        <p:nvSpPr>
          <p:cNvPr id="746" name="PlaceHolder 3"/>
          <p:cNvSpPr>
            <a:spLocks noGrp="1"/>
          </p:cNvSpPr>
          <p:nvPr>
            <p:ph type="sldNum" idx="90"/>
          </p:nvPr>
        </p:nvSpPr>
        <p:spPr>
          <a:xfrm>
            <a:off x="3884760" y="8685360"/>
            <a:ext cx="2970720" cy="45756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705D7237-D41B-410A-9B9D-5206F14021C7}" type="slidenum">
              <a:rPr b="0" lang="en-US" sz="1200" spc="-1" strike="noStrike">
                <a:solidFill>
                  <a:srgbClr val="000000"/>
                </a:solidFill>
                <a:latin typeface="Times New Roman"/>
              </a:rPr>
              <a:t>&lt;número&gt;</a:t>
            </a:fld>
            <a:endParaRPr b="0" lang="es-AR" sz="1200" spc="-1" strike="noStrike">
              <a:solidFill>
                <a:srgbClr val="000000"/>
              </a:solidFill>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7" name="PlaceHolder 1"/>
          <p:cNvSpPr>
            <a:spLocks noGrp="1"/>
          </p:cNvSpPr>
          <p:nvPr>
            <p:ph type="sldImg"/>
          </p:nvPr>
        </p:nvSpPr>
        <p:spPr>
          <a:xfrm>
            <a:off x="685800" y="1143000"/>
            <a:ext cx="5485320" cy="3085200"/>
          </a:xfrm>
          <a:prstGeom prst="rect">
            <a:avLst/>
          </a:prstGeom>
          <a:ln w="0">
            <a:noFill/>
          </a:ln>
        </p:spPr>
      </p:sp>
      <p:sp>
        <p:nvSpPr>
          <p:cNvPr id="748" name="PlaceHolder 2"/>
          <p:cNvSpPr>
            <a:spLocks noGrp="1"/>
          </p:cNvSpPr>
          <p:nvPr>
            <p:ph type="body"/>
          </p:nvPr>
        </p:nvSpPr>
        <p:spPr>
          <a:xfrm>
            <a:off x="685800" y="4400640"/>
            <a:ext cx="5485320" cy="35992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s-AR" sz="2000" spc="-1" strike="noStrike">
                <a:solidFill>
                  <a:srgbClr val="000000"/>
                </a:solidFill>
                <a:latin typeface="Arial"/>
              </a:rPr>
              <a:t>ORADOR: TEO  ·  7 s  ·  de 18:00 a 18:07</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Para cerrar, volvamos a Martín.</a:t>
            </a:r>
            <a:endParaRPr b="0" lang="es-AR" sz="2000" spc="-1" strike="noStrike">
              <a:solidFill>
                <a:srgbClr val="000000"/>
              </a:solidFill>
              <a:latin typeface="Arial"/>
            </a:endParaRPr>
          </a:p>
        </p:txBody>
      </p:sp>
      <p:sp>
        <p:nvSpPr>
          <p:cNvPr id="749" name="PlaceHolder 3"/>
          <p:cNvSpPr>
            <a:spLocks noGrp="1"/>
          </p:cNvSpPr>
          <p:nvPr>
            <p:ph type="sldNum" idx="91"/>
          </p:nvPr>
        </p:nvSpPr>
        <p:spPr>
          <a:xfrm>
            <a:off x="3884760" y="8685360"/>
            <a:ext cx="2970720" cy="45756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4156069D-CA17-4C79-91A3-1D8BC17902F8}" type="slidenum">
              <a:rPr b="0" lang="en-US" sz="1200" spc="-1" strike="noStrike">
                <a:solidFill>
                  <a:srgbClr val="000000"/>
                </a:solidFill>
                <a:latin typeface="Times New Roman"/>
              </a:rPr>
              <a:t>&lt;número&gt;</a:t>
            </a:fld>
            <a:endParaRPr b="0" lang="es-AR" sz="1200" spc="-1" strike="noStrike">
              <a:solidFill>
                <a:srgbClr val="000000"/>
              </a:solidFill>
              <a:latin typeface="Times New Roman"/>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0" name="PlaceHolder 1"/>
          <p:cNvSpPr>
            <a:spLocks noGrp="1"/>
          </p:cNvSpPr>
          <p:nvPr>
            <p:ph type="sldImg"/>
          </p:nvPr>
        </p:nvSpPr>
        <p:spPr>
          <a:xfrm>
            <a:off x="685800" y="1143000"/>
            <a:ext cx="5485320" cy="3085200"/>
          </a:xfrm>
          <a:prstGeom prst="rect">
            <a:avLst/>
          </a:prstGeom>
          <a:ln w="0">
            <a:noFill/>
          </a:ln>
        </p:spPr>
      </p:sp>
      <p:sp>
        <p:nvSpPr>
          <p:cNvPr id="751" name="PlaceHolder 2"/>
          <p:cNvSpPr>
            <a:spLocks noGrp="1"/>
          </p:cNvSpPr>
          <p:nvPr>
            <p:ph type="body"/>
          </p:nvPr>
        </p:nvSpPr>
        <p:spPr>
          <a:xfrm>
            <a:off x="685800" y="4400640"/>
            <a:ext cx="5485320" cy="35992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s-AR" sz="2000" spc="-1" strike="noStrike">
                <a:solidFill>
                  <a:srgbClr val="000000"/>
                </a:solidFill>
                <a:latin typeface="Arial"/>
              </a:rPr>
              <a:t>ORADOR: TEO  ·  53 s  ·  de 18:07 a 19:00</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Si se llevan tres ideas de hoy, que sean estas.</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Uno. Hoy se pierden cuatro de cada diez services, porque se le habla igual a todos.</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Dos. Nuestra solución pone primero a quien se está yendo, y explica por qué. Cada contacto rinde el doble.</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Tres. Funciona con lo que Ford ya tiene, y en noventa días se prueba.</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[PAUSA]</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Martín todavía no se fue. Este mes le toca el service. Con esto, su asesor lo llama esta semana, sabiendo qué decirle.</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Y dentro de unos años, cuando cambie la camioneta… que la decisión la tome con nosotros.</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[PAUSA LARGA]</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Muchas gracias. ¿Preguntas?</a:t>
            </a:r>
            <a:endParaRPr b="0" lang="es-AR" sz="2000" spc="-1" strike="noStrike">
              <a:solidFill>
                <a:srgbClr val="000000"/>
              </a:solidFill>
              <a:latin typeface="Arial"/>
            </a:endParaRPr>
          </a:p>
        </p:txBody>
      </p:sp>
      <p:sp>
        <p:nvSpPr>
          <p:cNvPr id="752" name="PlaceHolder 3"/>
          <p:cNvSpPr>
            <a:spLocks noGrp="1"/>
          </p:cNvSpPr>
          <p:nvPr>
            <p:ph type="sldNum" idx="92"/>
          </p:nvPr>
        </p:nvSpPr>
        <p:spPr>
          <a:xfrm>
            <a:off x="3884760" y="8685360"/>
            <a:ext cx="2970720" cy="45756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C8A0B9DC-70FD-4679-AEF3-8EE759EB0D99}" type="slidenum">
              <a:rPr b="0" lang="en-US" sz="1200" spc="-1" strike="noStrike">
                <a:solidFill>
                  <a:srgbClr val="000000"/>
                </a:solidFill>
                <a:latin typeface="Times New Roman"/>
              </a:rPr>
              <a:t>&lt;número&gt;</a:t>
            </a:fld>
            <a:endParaRPr b="0" lang="es-AR" sz="1200" spc="-1" strike="noStrike">
              <a:solidFill>
                <a:srgbClr val="000000"/>
              </a:solidFill>
              <a:latin typeface="Times New Roman"/>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3" name="PlaceHolder 1"/>
          <p:cNvSpPr>
            <a:spLocks noGrp="1"/>
          </p:cNvSpPr>
          <p:nvPr>
            <p:ph type="sldImg"/>
          </p:nvPr>
        </p:nvSpPr>
        <p:spPr>
          <a:xfrm>
            <a:off x="685800" y="1143000"/>
            <a:ext cx="5485320" cy="3085200"/>
          </a:xfrm>
          <a:prstGeom prst="rect">
            <a:avLst/>
          </a:prstGeom>
          <a:ln w="0">
            <a:noFill/>
          </a:ln>
        </p:spPr>
      </p:sp>
      <p:sp>
        <p:nvSpPr>
          <p:cNvPr id="754" name="PlaceHolder 2"/>
          <p:cNvSpPr>
            <a:spLocks noGrp="1"/>
          </p:cNvSpPr>
          <p:nvPr>
            <p:ph type="body"/>
          </p:nvPr>
        </p:nvSpPr>
        <p:spPr>
          <a:xfrm>
            <a:off x="685800" y="4400640"/>
            <a:ext cx="5485320" cy="35992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s-AR" sz="2000" spc="-1" strike="noStrike">
                <a:solidFill>
                  <a:srgbClr val="000000"/>
                </a:solidFill>
                <a:latin typeface="Arial"/>
              </a:rPr>
              <a:t>ORADOR: TEO  ·  5 s  ·  de 13:35 a 13:40</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¿Preguntas?</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[Respuestas cortas en las slides de respaldo, ocultas: número de slide + Enter.]</a:t>
            </a:r>
            <a:endParaRPr b="0" lang="es-AR" sz="2000" spc="-1" strike="noStrike">
              <a:solidFill>
                <a:srgbClr val="000000"/>
              </a:solidFill>
              <a:latin typeface="Arial"/>
            </a:endParaRPr>
          </a:p>
        </p:txBody>
      </p:sp>
      <p:sp>
        <p:nvSpPr>
          <p:cNvPr id="755" name="PlaceHolder 3"/>
          <p:cNvSpPr>
            <a:spLocks noGrp="1"/>
          </p:cNvSpPr>
          <p:nvPr>
            <p:ph type="sldNum" idx="93"/>
          </p:nvPr>
        </p:nvSpPr>
        <p:spPr>
          <a:xfrm>
            <a:off x="3884760" y="8685360"/>
            <a:ext cx="2970720" cy="45756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4711F01A-B045-4545-9B62-130DEE7B36E3}" type="slidenum">
              <a:rPr b="0" lang="en-US" sz="1200" spc="-1" strike="noStrike">
                <a:solidFill>
                  <a:srgbClr val="000000"/>
                </a:solidFill>
                <a:latin typeface="Times New Roman"/>
              </a:rPr>
              <a:t>&lt;número&gt;</a:t>
            </a:fld>
            <a:endParaRPr b="0" lang="es-AR" sz="1200" spc="-1" strike="noStrike">
              <a:solidFill>
                <a:srgbClr val="000000"/>
              </a:solidFill>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19.xml"/>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20.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21.xml"/>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22.xml"/>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23.xml"/>
</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24.xml"/>
</Relationships>
</file>

<file path=ppt/slideLayouts/_rels/slideLayout25.xml.rels><?xml version="1.0" encoding="UTF-8"?>
<Relationships xmlns="http://schemas.openxmlformats.org/package/2006/relationships"><Relationship Id="rId1" Type="http://schemas.openxmlformats.org/officeDocument/2006/relationships/slideMaster" Target="../slideMasters/slideMaster25.xml"/>
</Relationships>
</file>

<file path=ppt/slideLayouts/_rels/slideLayout26.xml.rels><?xml version="1.0" encoding="UTF-8"?>
<Relationships xmlns="http://schemas.openxmlformats.org/package/2006/relationships"><Relationship Id="rId1" Type="http://schemas.openxmlformats.org/officeDocument/2006/relationships/slideMaster" Target="../slideMasters/slideMaster26.xml"/>
</Relationships>
</file>

<file path=ppt/slideLayouts/_rels/slideLayout27.xml.rels><?xml version="1.0" encoding="UTF-8"?>
<Relationships xmlns="http://schemas.openxmlformats.org/package/2006/relationships"><Relationship Id="rId1" Type="http://schemas.openxmlformats.org/officeDocument/2006/relationships/slideMaster" Target="../slideMasters/slideMaster27.xml"/>
</Relationships>
</file>

<file path=ppt/slideLayouts/_rels/slideLayout28.xml.rels><?xml version="1.0" encoding="UTF-8"?>
<Relationships xmlns="http://schemas.openxmlformats.org/package/2006/relationships"><Relationship Id="rId1" Type="http://schemas.openxmlformats.org/officeDocument/2006/relationships/slideMaster" Target="../slideMasters/slideMaster28.xml"/>
</Relationships>
</file>

<file path=ppt/slideLayouts/_rels/slideLayout29.xml.rels><?xml version="1.0" encoding="UTF-8"?>
<Relationships xmlns="http://schemas.openxmlformats.org/package/2006/relationships"><Relationship Id="rId1" Type="http://schemas.openxmlformats.org/officeDocument/2006/relationships/slideMaster" Target="../slideMasters/slideMaster29.xml"/>
</Relationships>
</file>

<file path=ppt/slideLayouts/_rels/slideLayout30.xml.rels><?xml version="1.0" encoding="UTF-8"?>
<Relationships xmlns="http://schemas.openxmlformats.org/package/2006/relationships"><Relationship Id="rId1" Type="http://schemas.openxmlformats.org/officeDocument/2006/relationships/slideMaster" Target="../slideMasters/slideMaster30.xml"/>
</Relationships>
</file>

<file path=ppt/slideLayouts/_rels/slideLayout31.xml.rels><?xml version="1.0" encoding="UTF-8"?>
<Relationships xmlns="http://schemas.openxmlformats.org/package/2006/relationships"><Relationship Id="rId1" Type="http://schemas.openxmlformats.org/officeDocument/2006/relationships/slideMaster" Target="../slideMasters/slideMaster31.xml"/>
</Relationships>
</file>

<file path=ppt/slideLayouts/_rels/slideLayout32.xml.rels><?xml version="1.0" encoding="UTF-8"?>
<Relationships xmlns="http://schemas.openxmlformats.org/package/2006/relationships"><Relationship Id="rId1" Type="http://schemas.openxmlformats.org/officeDocument/2006/relationships/slideMaster" Target="../slideMasters/slideMaster32.xml"/>
</Relationships>
</file>

<file path=ppt/slideLayouts/_rels/slideLayout33.xml.rels><?xml version="1.0" encoding="UTF-8"?>
<Relationships xmlns="http://schemas.openxmlformats.org/package/2006/relationships"><Relationship Id="rId1" Type="http://schemas.openxmlformats.org/officeDocument/2006/relationships/slideMaster" Target="../slideMasters/slideMaster33.xml"/>
</Relationships>
</file>

<file path=ppt/slideLayouts/_rels/slideLayout34.xml.rels><?xml version="1.0" encoding="UTF-8"?>
<Relationships xmlns="http://schemas.openxmlformats.org/package/2006/relationships"><Relationship Id="rId1" Type="http://schemas.openxmlformats.org/officeDocument/2006/relationships/slideMaster" Target="../slideMasters/slideMaster34.xml"/>
</Relationships>
</file>

<file path=ppt/slideLayouts/_rels/slideLayout35.xml.rels><?xml version="1.0" encoding="UTF-8"?>
<Relationships xmlns="http://schemas.openxmlformats.org/package/2006/relationships"><Relationship Id="rId1" Type="http://schemas.openxmlformats.org/officeDocument/2006/relationships/slideMaster" Target="../slideMasters/slideMaster35.xml"/>
</Relationships>
</file>

<file path=ppt/slideLayouts/_rels/slideLayout36.xml.rels><?xml version="1.0" encoding="UTF-8"?>
<Relationships xmlns="http://schemas.openxmlformats.org/package/2006/relationships"><Relationship Id="rId1" Type="http://schemas.openxmlformats.org/officeDocument/2006/relationships/slideMaster" Target="../slideMasters/slideMaster36.xml"/>
</Relationships>
</file>

<file path=ppt/slideLayouts/_rels/slideLayout37.xml.rels><?xml version="1.0" encoding="UTF-8"?>
<Relationships xmlns="http://schemas.openxmlformats.org/package/2006/relationships"><Relationship Id="rId1" Type="http://schemas.openxmlformats.org/officeDocument/2006/relationships/slideMaster" Target="../slideMasters/slideMaster37.xml"/>
</Relationships>
</file>

<file path=ppt/slideLayouts/_rels/slideLayout38.xml.rels><?xml version="1.0" encoding="UTF-8"?>
<Relationships xmlns="http://schemas.openxmlformats.org/package/2006/relationships"><Relationship Id="rId1" Type="http://schemas.openxmlformats.org/officeDocument/2006/relationships/slideMaster" Target="../slideMasters/slideMaster38.xml"/>
</Relationships>
</file>

<file path=ppt/slideLayouts/_rels/slideLayout39.xml.rels><?xml version="1.0" encoding="UTF-8"?>
<Relationships xmlns="http://schemas.openxmlformats.org/package/2006/relationships"><Relationship Id="rId1" Type="http://schemas.openxmlformats.org/officeDocument/2006/relationships/slideMaster" Target="../slideMasters/slideMaster39.xml"/>
</Relationships>
</file>

<file path=ppt/slideLayouts/_rels/slideLayout40.xml.rels><?xml version="1.0" encoding="UTF-8"?>
<Relationships xmlns="http://schemas.openxmlformats.org/package/2006/relationships"><Relationship Id="rId1" Type="http://schemas.openxmlformats.org/officeDocument/2006/relationships/slideMaster" Target="../slideMasters/slideMaster40.xml"/>
</Relationships>
</file>

<file path=ppt/slideLayouts/_rels/slideLayout41.xml.rels><?xml version="1.0" encoding="UTF-8"?>
<Relationships xmlns="http://schemas.openxmlformats.org/package/2006/relationships"><Relationship Id="rId1" Type="http://schemas.openxmlformats.org/officeDocument/2006/relationships/slideMaster" Target="../slideMasters/slideMaster41.xml"/>
</Relationships>
</file>

<file path=ppt/slideLayouts/_rels/slideLayout42.xml.rels><?xml version="1.0" encoding="UTF-8"?>
<Relationships xmlns="http://schemas.openxmlformats.org/package/2006/relationships"><Relationship Id="rId1" Type="http://schemas.openxmlformats.org/officeDocument/2006/relationships/slideMaster" Target="../slideMasters/slideMaster42.xml"/>
</Relationships>
</file>

<file path=ppt/slideLayouts/_rels/slideLayout43.xml.rels><?xml version="1.0" encoding="UTF-8"?>
<Relationships xmlns="http://schemas.openxmlformats.org/package/2006/relationships"><Relationship Id="rId1" Type="http://schemas.openxmlformats.org/officeDocument/2006/relationships/slideMaster" Target="../slideMasters/slideMaster43.xml"/>
</Relationships>
</file>

<file path=ppt/slideLayouts/_rels/slideLayout44.xml.rels><?xml version="1.0" encoding="UTF-8"?>
<Relationships xmlns="http://schemas.openxmlformats.org/package/2006/relationships"><Relationship Id="rId1" Type="http://schemas.openxmlformats.org/officeDocument/2006/relationships/slideMaster" Target="../slideMasters/slideMaster44.xml"/>
</Relationships>
</file>

<file path=ppt/slideLayouts/_rels/slideLayout45.xml.rels><?xml version="1.0" encoding="UTF-8"?>
<Relationships xmlns="http://schemas.openxmlformats.org/package/2006/relationships"><Relationship Id="rId1" Type="http://schemas.openxmlformats.org/officeDocument/2006/relationships/slideMaster" Target="../slideMasters/slideMaster45.xml"/>
</Relationships>
</file>

<file path=ppt/slideLayouts/_rels/slideLayout46.xml.rels><?xml version="1.0" encoding="UTF-8"?>
<Relationships xmlns="http://schemas.openxmlformats.org/package/2006/relationships"><Relationship Id="rId1" Type="http://schemas.openxmlformats.org/officeDocument/2006/relationships/slideMaster" Target="../slideMasters/slideMaster46.xml"/>
</Relationships>
</file>

<file path=ppt/slideLayouts/_rels/slideLayout47.xml.rels><?xml version="1.0" encoding="UTF-8"?>
<Relationships xmlns="http://schemas.openxmlformats.org/package/2006/relationships"><Relationship Id="rId1" Type="http://schemas.openxmlformats.org/officeDocument/2006/relationships/slideMaster" Target="../slideMasters/slideMaster47.xml"/>
</Relationships>
</file>

<file path=ppt/slideLayouts/_rels/slideLayout48.xml.rels><?xml version="1.0" encoding="UTF-8"?>
<Relationships xmlns="http://schemas.openxmlformats.org/package/2006/relationships"><Relationship Id="rId1" Type="http://schemas.openxmlformats.org/officeDocument/2006/relationships/slideMaster" Target="../slideMasters/slideMaster48.xml"/>
</Relationships>
</file>

<file path=ppt/slideLayouts/_rels/slideLayout49.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50.xml.rels><?xml version="1.0" encoding="UTF-8"?>
<Relationships xmlns="http://schemas.openxmlformats.org/package/2006/relationships"><Relationship Id="rId1" Type="http://schemas.openxmlformats.org/officeDocument/2006/relationships/slideMaster" Target="../slideMasters/slideMaster50.xml"/>
</Relationships>
</file>

<file path=ppt/slideLayouts/_rels/slideLayout51.xml.rels><?xml version="1.0" encoding="UTF-8"?>
<Relationships xmlns="http://schemas.openxmlformats.org/package/2006/relationships"><Relationship Id="rId1" Type="http://schemas.openxmlformats.org/officeDocument/2006/relationships/slideMaster" Target="../slideMasters/slideMaster51.xml"/>
</Relationships>
</file>

<file path=ppt/slideLayouts/_rels/slideLayout52.xml.rels><?xml version="1.0" encoding="UTF-8"?>
<Relationships xmlns="http://schemas.openxmlformats.org/package/2006/relationships"><Relationship Id="rId1" Type="http://schemas.openxmlformats.org/officeDocument/2006/relationships/slideMaster" Target="../slideMasters/slideMaster52.xml"/>
</Relationships>
</file>

<file path=ppt/slideLayouts/_rels/slideLayout53.xml.rels><?xml version="1.0" encoding="UTF-8"?>
<Relationships xmlns="http://schemas.openxmlformats.org/package/2006/relationships"><Relationship Id="rId1" Type="http://schemas.openxmlformats.org/officeDocument/2006/relationships/slideMaster" Target="../slideMasters/slideMaster53.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ver Slide">
    <p:spTree>
      <p:nvGrpSpPr>
        <p:cNvPr id="1" name=""/>
        <p:cNvGrpSpPr/>
        <p:nvPr/>
      </p:nvGrpSpPr>
      <p:grpSpPr>
        <a:xfrm>
          <a:off x="0" y="0"/>
          <a:ext cx="0" cy="0"/>
          <a:chOff x="0" y="0"/>
          <a:chExt cx="0" cy="0"/>
        </a:xfrm>
      </p:grpSpPr>
      <p:sp>
        <p:nvSpPr>
          <p:cNvPr id="2" name="PlaceHolder 1"/>
          <p:cNvSpPr>
            <a:spLocks noGrp="1"/>
          </p:cNvSpPr>
          <p:nvPr>
            <p:ph type="sldNum" idx="1"/>
          </p:nvPr>
        </p:nvSpPr>
        <p:spPr/>
        <p:txBody>
          <a:bodyPr/>
          <a:p>
            <a:fld id="{CC5B0D4C-CBF3-4780-B231-D849A85A735A}" type="slidenum">
              <a:t>&lt;#&gt;</a:t>
            </a:fld>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Large Statement">
    <p:spTree>
      <p:nvGrpSpPr>
        <p:cNvPr id="1" name=""/>
        <p:cNvGrpSpPr/>
        <p:nvPr/>
      </p:nvGrpSpPr>
      <p:grpSpPr>
        <a:xfrm>
          <a:off x="0" y="0"/>
          <a:ext cx="0" cy="0"/>
          <a:chOff x="0" y="0"/>
          <a:chExt cx="0" cy="0"/>
        </a:xfrm>
      </p:grpSpPr>
      <p:sp>
        <p:nvSpPr>
          <p:cNvPr id="2" name="PlaceHolder 1"/>
          <p:cNvSpPr>
            <a:spLocks noGrp="1"/>
          </p:cNvSpPr>
          <p:nvPr>
            <p:ph type="sldNum" idx="2"/>
          </p:nvPr>
        </p:nvSpPr>
        <p:spPr/>
        <p:txBody>
          <a:bodyPr/>
          <a:p>
            <a:fld id="{E7675FDD-BC0B-4AD8-AB6A-5EB13CD26373}" type="slidenum">
              <a:t>&lt;#&gt;</a:t>
            </a:fld>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Full Body">
    <p:spTree>
      <p:nvGrpSpPr>
        <p:cNvPr id="1" name=""/>
        <p:cNvGrpSpPr/>
        <p:nvPr/>
      </p:nvGrpSpPr>
      <p:grpSpPr>
        <a:xfrm>
          <a:off x="0" y="0"/>
          <a:ext cx="0" cy="0"/>
          <a:chOff x="0" y="0"/>
          <a:chExt cx="0" cy="0"/>
        </a:xfrm>
      </p:grpSpPr>
      <p:sp>
        <p:nvSpPr>
          <p:cNvPr id="2" name="PlaceHolder 1"/>
          <p:cNvSpPr>
            <a:spLocks noGrp="1"/>
          </p:cNvSpPr>
          <p:nvPr>
            <p:ph type="sldNum" idx="3"/>
          </p:nvPr>
        </p:nvSpPr>
        <p:spPr/>
        <p:txBody>
          <a:bodyPr/>
          <a:p>
            <a:fld id="{61CCC070-14E4-4E7C-A17D-A6C01A14A394}" type="slidenum">
              <a:t>&lt;#&gt;</a:t>
            </a:fld>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_Full Body">
    <p:spTree>
      <p:nvGrpSpPr>
        <p:cNvPr id="1" name=""/>
        <p:cNvGrpSpPr/>
        <p:nvPr/>
      </p:nvGrpSpPr>
      <p:grpSpPr>
        <a:xfrm>
          <a:off x="0" y="0"/>
          <a:ext cx="0" cy="0"/>
          <a:chOff x="0" y="0"/>
          <a:chExt cx="0" cy="0"/>
        </a:xfrm>
      </p:grpSpPr>
      <p:sp>
        <p:nvSpPr>
          <p:cNvPr id="2" name="PlaceHolder 1"/>
          <p:cNvSpPr>
            <a:spLocks noGrp="1"/>
          </p:cNvSpPr>
          <p:nvPr>
            <p:ph type="sldNum" idx="4"/>
          </p:nvPr>
        </p:nvSpPr>
        <p:spPr/>
        <p:txBody>
          <a:bodyPr/>
          <a:p>
            <a:fld id="{0CC12487-1F20-46B1-B38E-6DB3D2824F50}" type="slidenum">
              <a:t>&lt;#&gt;</a:t>
            </a:fld>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Full Body with Bumper">
    <p:spTree>
      <p:nvGrpSpPr>
        <p:cNvPr id="1" name=""/>
        <p:cNvGrpSpPr/>
        <p:nvPr/>
      </p:nvGrpSpPr>
      <p:grpSpPr>
        <a:xfrm>
          <a:off x="0" y="0"/>
          <a:ext cx="0" cy="0"/>
          <a:chOff x="0" y="0"/>
          <a:chExt cx="0" cy="0"/>
        </a:xfrm>
      </p:grpSpPr>
      <p:sp>
        <p:nvSpPr>
          <p:cNvPr id="2" name="PlaceHolder 1"/>
          <p:cNvSpPr>
            <a:spLocks noGrp="1"/>
          </p:cNvSpPr>
          <p:nvPr>
            <p:ph type="sldNum" idx="5"/>
          </p:nvPr>
        </p:nvSpPr>
        <p:spPr/>
        <p:txBody>
          <a:bodyPr/>
          <a:p>
            <a:fld id="{CF1953AA-3A18-4F69-9834-0B1AAA301C0D}" type="slidenum">
              <a:t>&lt;#&gt;</a:t>
            </a:fld>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wo Column">
    <p:spTree>
      <p:nvGrpSpPr>
        <p:cNvPr id="1" name=""/>
        <p:cNvGrpSpPr/>
        <p:nvPr/>
      </p:nvGrpSpPr>
      <p:grpSpPr>
        <a:xfrm>
          <a:off x="0" y="0"/>
          <a:ext cx="0" cy="0"/>
          <a:chOff x="0" y="0"/>
          <a:chExt cx="0" cy="0"/>
        </a:xfrm>
      </p:grpSpPr>
      <p:sp>
        <p:nvSpPr>
          <p:cNvPr id="2" name="PlaceHolder 1"/>
          <p:cNvSpPr>
            <a:spLocks noGrp="1"/>
          </p:cNvSpPr>
          <p:nvPr>
            <p:ph type="sldNum" idx="6"/>
          </p:nvPr>
        </p:nvSpPr>
        <p:spPr/>
        <p:txBody>
          <a:bodyPr/>
          <a:p>
            <a:fld id="{5E2B356F-4772-4279-8F01-246665E26479}" type="slidenum">
              <a:t>&lt;#&gt;</a:t>
            </a:fld>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wo Column Bumper">
    <p:spTree>
      <p:nvGrpSpPr>
        <p:cNvPr id="1" name=""/>
        <p:cNvGrpSpPr/>
        <p:nvPr/>
      </p:nvGrpSpPr>
      <p:grpSpPr>
        <a:xfrm>
          <a:off x="0" y="0"/>
          <a:ext cx="0" cy="0"/>
          <a:chOff x="0" y="0"/>
          <a:chExt cx="0" cy="0"/>
        </a:xfrm>
      </p:grpSpPr>
      <p:sp>
        <p:nvSpPr>
          <p:cNvPr id="2" name="PlaceHolder 1"/>
          <p:cNvSpPr>
            <a:spLocks noGrp="1"/>
          </p:cNvSpPr>
          <p:nvPr>
            <p:ph type="sldNum" idx="7"/>
          </p:nvPr>
        </p:nvSpPr>
        <p:spPr/>
        <p:txBody>
          <a:bodyPr/>
          <a:p>
            <a:fld id="{D50EE8B1-E9A0-4EC2-9490-16012D3A4AD1}" type="slidenum">
              <a:t>&lt;#&gt;</a:t>
            </a:fld>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Full Body w/Image">
    <p:spTree>
      <p:nvGrpSpPr>
        <p:cNvPr id="1" name=""/>
        <p:cNvGrpSpPr/>
        <p:nvPr/>
      </p:nvGrpSpPr>
      <p:grpSpPr>
        <a:xfrm>
          <a:off x="0" y="0"/>
          <a:ext cx="0" cy="0"/>
          <a:chOff x="0" y="0"/>
          <a:chExt cx="0" cy="0"/>
        </a:xfrm>
      </p:grpSpPr>
      <p:sp>
        <p:nvSpPr>
          <p:cNvPr id="2" name="PlaceHolder 1"/>
          <p:cNvSpPr>
            <a:spLocks noGrp="1"/>
          </p:cNvSpPr>
          <p:nvPr>
            <p:ph type="sldNum" idx="8"/>
          </p:nvPr>
        </p:nvSpPr>
        <p:spPr/>
        <p:txBody>
          <a:bodyPr/>
          <a:p>
            <a:fld id="{4C90E8A6-DD33-45AD-B5F6-8267A0CBB19D}" type="slidenum">
              <a:t>&lt;#&gt;</a:t>
            </a:fld>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plit White/Grey">
    <p:spTree>
      <p:nvGrpSpPr>
        <p:cNvPr id="1" name=""/>
        <p:cNvGrpSpPr/>
        <p:nvPr/>
      </p:nvGrpSpPr>
      <p:grpSpPr>
        <a:xfrm>
          <a:off x="0" y="0"/>
          <a:ext cx="0" cy="0"/>
          <a:chOff x="0" y="0"/>
          <a:chExt cx="0" cy="0"/>
        </a:xfrm>
      </p:grpSpPr>
      <p:sp>
        <p:nvSpPr>
          <p:cNvPr id="2" name="PlaceHolder 1"/>
          <p:cNvSpPr>
            <a:spLocks noGrp="1"/>
          </p:cNvSpPr>
          <p:nvPr>
            <p:ph type="sldNum" idx="9"/>
          </p:nvPr>
        </p:nvSpPr>
        <p:spPr/>
        <p:txBody>
          <a:bodyPr/>
          <a:p>
            <a:fld id="{2CB14E67-141E-4BE4-B40E-9928E9A6D3E2}" type="slidenum">
              <a:t>&lt;#&gt;</a:t>
            </a:fld>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2_Three Column">
    <p:spTree>
      <p:nvGrpSpPr>
        <p:cNvPr id="1" name=""/>
        <p:cNvGrpSpPr/>
        <p:nvPr/>
      </p:nvGrpSpPr>
      <p:grpSpPr>
        <a:xfrm>
          <a:off x="0" y="0"/>
          <a:ext cx="0" cy="0"/>
          <a:chOff x="0" y="0"/>
          <a:chExt cx="0" cy="0"/>
        </a:xfrm>
      </p:grpSpPr>
      <p:sp>
        <p:nvSpPr>
          <p:cNvPr id="2" name="PlaceHolder 1"/>
          <p:cNvSpPr>
            <a:spLocks noGrp="1"/>
          </p:cNvSpPr>
          <p:nvPr>
            <p:ph type="sldNum" idx="10"/>
          </p:nvPr>
        </p:nvSpPr>
        <p:spPr/>
        <p:txBody>
          <a:bodyPr/>
          <a:p>
            <a:fld id="{BAE2AD64-154E-477A-8350-25748C403C98}" type="slidenum">
              <a:t>&lt;#&gt;</a:t>
            </a:fld>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hree statements">
    <p:spTree>
      <p:nvGrpSpPr>
        <p:cNvPr id="1" name=""/>
        <p:cNvGrpSpPr/>
        <p:nvPr/>
      </p:nvGrpSpPr>
      <p:grpSpPr>
        <a:xfrm>
          <a:off x="0" y="0"/>
          <a:ext cx="0" cy="0"/>
          <a:chOff x="0" y="0"/>
          <a:chExt cx="0" cy="0"/>
        </a:xfrm>
      </p:grpSpPr>
      <p:sp>
        <p:nvSpPr>
          <p:cNvPr id="2" name="PlaceHolder 1"/>
          <p:cNvSpPr>
            <a:spLocks noGrp="1"/>
          </p:cNvSpPr>
          <p:nvPr>
            <p:ph type="sldNum" idx="11"/>
          </p:nvPr>
        </p:nvSpPr>
        <p:spPr/>
        <p:txBody>
          <a:bodyPr/>
          <a:p>
            <a:fld id="{792D1087-6733-44EE-9692-492DFBBBAFF6}" type="slidenum">
              <a:t>&lt;#&gt;</a:t>
            </a:fld>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_Divider Slide-Pattern">
    <p:spTree>
      <p:nvGrpSpPr>
        <p:cNvPr id="1" name=""/>
        <p:cNvGrpSpPr/>
        <p:nvPr/>
      </p:nvGrpSpPr>
      <p:grpSpPr>
        <a:xfrm>
          <a:off x="0" y="0"/>
          <a:ext cx="0" cy="0"/>
          <a:chOff x="0" y="0"/>
          <a:chExt cx="0" cy="0"/>
        </a:xfrm>
      </p:grpSpPr>
      <p:sp>
        <p:nvSpPr>
          <p:cNvPr id="2" name="PlaceHolder 1"/>
          <p:cNvSpPr>
            <a:spLocks noGrp="1"/>
          </p:cNvSpPr>
          <p:nvPr>
            <p:ph type="sldNum" idx="12"/>
          </p:nvPr>
        </p:nvSpPr>
        <p:spPr/>
        <p:txBody>
          <a:bodyPr/>
          <a:p>
            <a:fld id="{3DF489A0-4E48-4A61-9E74-8D4714466D1E}" type="slidenum">
              <a:t>&lt;#&gt;</a:t>
            </a:fld>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Numbers">
    <p:spTree>
      <p:nvGrpSpPr>
        <p:cNvPr id="1" name=""/>
        <p:cNvGrpSpPr/>
        <p:nvPr/>
      </p:nvGrpSpPr>
      <p:grpSpPr>
        <a:xfrm>
          <a:off x="0" y="0"/>
          <a:ext cx="0" cy="0"/>
          <a:chOff x="0" y="0"/>
          <a:chExt cx="0" cy="0"/>
        </a:xfrm>
      </p:grpSpPr>
      <p:sp>
        <p:nvSpPr>
          <p:cNvPr id="2" name="PlaceHolder 1"/>
          <p:cNvSpPr>
            <a:spLocks noGrp="1"/>
          </p:cNvSpPr>
          <p:nvPr>
            <p:ph type="sldNum" idx="13"/>
          </p:nvPr>
        </p:nvSpPr>
        <p:spPr/>
        <p:txBody>
          <a:bodyPr/>
          <a:p>
            <a:fld id="{E6E644BB-6757-4DF5-AE29-163819A61A73}" type="slidenum">
              <a:t>&lt;#&gt;</a:t>
            </a:fld>
          </a:p>
        </p:txBody>
      </p:sp>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4 column-Icons">
    <p:spTree>
      <p:nvGrpSpPr>
        <p:cNvPr id="1" name=""/>
        <p:cNvGrpSpPr/>
        <p:nvPr/>
      </p:nvGrpSpPr>
      <p:grpSpPr>
        <a:xfrm>
          <a:off x="0" y="0"/>
          <a:ext cx="0" cy="0"/>
          <a:chOff x="0" y="0"/>
          <a:chExt cx="0" cy="0"/>
        </a:xfrm>
      </p:grpSpPr>
      <p:sp>
        <p:nvSpPr>
          <p:cNvPr id="2" name="PlaceHolder 1"/>
          <p:cNvSpPr>
            <a:spLocks noGrp="1"/>
          </p:cNvSpPr>
          <p:nvPr>
            <p:ph type="sldNum" idx="14"/>
          </p:nvPr>
        </p:nvSpPr>
        <p:spPr/>
        <p:txBody>
          <a:bodyPr/>
          <a:p>
            <a:fld id="{DE3FBEC7-5509-4706-98A2-E1DE58147C64}" type="slidenum">
              <a:t>&lt;#&gt;</a:t>
            </a:fld>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_Now Near Far">
    <p:spTree>
      <p:nvGrpSpPr>
        <p:cNvPr id="1" name=""/>
        <p:cNvGrpSpPr/>
        <p:nvPr/>
      </p:nvGrpSpPr>
      <p:grpSpPr>
        <a:xfrm>
          <a:off x="0" y="0"/>
          <a:ext cx="0" cy="0"/>
          <a:chOff x="0" y="0"/>
          <a:chExt cx="0" cy="0"/>
        </a:xfrm>
      </p:grpSpPr>
      <p:sp>
        <p:nvSpPr>
          <p:cNvPr id="2" name="PlaceHolder 1"/>
          <p:cNvSpPr>
            <a:spLocks noGrp="1"/>
          </p:cNvSpPr>
          <p:nvPr>
            <p:ph type="sldNum" idx="15"/>
          </p:nvPr>
        </p:nvSpPr>
        <p:spPr/>
        <p:txBody>
          <a:bodyPr/>
          <a:p>
            <a:fld id="{B6E21C36-EB8F-43C7-BC29-87646CD1A30D}" type="slidenum">
              <a:t>&lt;#&gt;</a:t>
            </a:fld>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reative">
    <p:spTree>
      <p:nvGrpSpPr>
        <p:cNvPr id="1" name=""/>
        <p:cNvGrpSpPr/>
        <p:nvPr/>
      </p:nvGrpSpPr>
      <p:grpSpPr>
        <a:xfrm>
          <a:off x="0" y="0"/>
          <a:ext cx="0" cy="0"/>
          <a:chOff x="0" y="0"/>
          <a:chExt cx="0" cy="0"/>
        </a:xfrm>
      </p:grpSpPr>
      <p:sp>
        <p:nvSpPr>
          <p:cNvPr id="2" name="PlaceHolder 1"/>
          <p:cNvSpPr>
            <a:spLocks noGrp="1"/>
          </p:cNvSpPr>
          <p:nvPr>
            <p:ph type="sldNum" idx="16"/>
          </p:nvPr>
        </p:nvSpPr>
        <p:spPr/>
        <p:txBody>
          <a:bodyPr/>
          <a:p>
            <a:fld id="{4930A679-14AB-4DC0-BDFA-1BD27008089F}" type="slidenum">
              <a:t>&lt;#&gt;</a:t>
            </a:fld>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Global Brand Framework">
    <p:spTree>
      <p:nvGrpSpPr>
        <p:cNvPr id="1" name=""/>
        <p:cNvGrpSpPr/>
        <p:nvPr/>
      </p:nvGrpSpPr>
      <p:grpSpPr>
        <a:xfrm>
          <a:off x="0" y="0"/>
          <a:ext cx="0" cy="0"/>
          <a:chOff x="0" y="0"/>
          <a:chExt cx="0" cy="0"/>
        </a:xfrm>
      </p:grpSpPr>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rand Health Performance">
    <p:spTree>
      <p:nvGrpSpPr>
        <p:cNvPr id="1" name=""/>
        <p:cNvGrpSpPr/>
        <p:nvPr/>
      </p:nvGrpSpPr>
      <p:grpSpPr>
        <a:xfrm>
          <a:off x="0" y="0"/>
          <a:ext cx="0" cy="0"/>
          <a:chOff x="0" y="0"/>
          <a:chExt cx="0" cy="0"/>
        </a:xfrm>
      </p:grpSpPr>
      <p:sp>
        <p:nvSpPr>
          <p:cNvPr id="2" name="PlaceHolder 1"/>
          <p:cNvSpPr>
            <a:spLocks noGrp="1"/>
          </p:cNvSpPr>
          <p:nvPr>
            <p:ph type="sldNum" idx="17"/>
          </p:nvPr>
        </p:nvSpPr>
        <p:spPr/>
        <p:txBody>
          <a:bodyPr/>
          <a:p>
            <a:fld id="{A7690A46-9091-484D-9981-C629ABC6E460}" type="slidenum">
              <a:t>&lt;#&gt;</a:t>
            </a:fld>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2/3 Image">
    <p:spTree>
      <p:nvGrpSpPr>
        <p:cNvPr id="1" name=""/>
        <p:cNvGrpSpPr/>
        <p:nvPr/>
      </p:nvGrpSpPr>
      <p:grpSpPr>
        <a:xfrm>
          <a:off x="0" y="0"/>
          <a:ext cx="0" cy="0"/>
          <a:chOff x="0" y="0"/>
          <a:chExt cx="0" cy="0"/>
        </a:xfrm>
      </p:grpSpPr>
      <p:sp>
        <p:nvSpPr>
          <p:cNvPr id="2" name="PlaceHolder 1"/>
          <p:cNvSpPr>
            <a:spLocks noGrp="1"/>
          </p:cNvSpPr>
          <p:nvPr>
            <p:ph type="sldNum" idx="18"/>
          </p:nvPr>
        </p:nvSpPr>
        <p:spPr/>
        <p:txBody>
          <a:bodyPr/>
          <a:p>
            <a:fld id="{6A5DA546-9405-4DFA-875A-760F5DB52F5C}" type="slidenum">
              <a:t>&lt;#&gt;</a:t>
            </a:fld>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plit_Data+Image">
    <p:spTree>
      <p:nvGrpSpPr>
        <p:cNvPr id="1" name=""/>
        <p:cNvGrpSpPr/>
        <p:nvPr/>
      </p:nvGrpSpPr>
      <p:grpSpPr>
        <a:xfrm>
          <a:off x="0" y="0"/>
          <a:ext cx="0" cy="0"/>
          <a:chOff x="0" y="0"/>
          <a:chExt cx="0" cy="0"/>
        </a:xfrm>
      </p:grpSpPr>
      <p:sp>
        <p:nvSpPr>
          <p:cNvPr id="2" name="PlaceHolder 1"/>
          <p:cNvSpPr>
            <a:spLocks noGrp="1"/>
          </p:cNvSpPr>
          <p:nvPr>
            <p:ph type="sldNum" idx="19"/>
          </p:nvPr>
        </p:nvSpPr>
        <p:spPr/>
        <p:txBody>
          <a:bodyPr/>
          <a:p>
            <a:fld id="{653E6275-7F1E-4801-80D0-1860E6FCDCEA}" type="slidenum">
              <a:t>&lt;#&gt;</a:t>
            </a:fld>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hree Column+Small Data callouts">
    <p:spTree>
      <p:nvGrpSpPr>
        <p:cNvPr id="1" name=""/>
        <p:cNvGrpSpPr/>
        <p:nvPr/>
      </p:nvGrpSpPr>
      <p:grpSpPr>
        <a:xfrm>
          <a:off x="0" y="0"/>
          <a:ext cx="0" cy="0"/>
          <a:chOff x="0" y="0"/>
          <a:chExt cx="0" cy="0"/>
        </a:xfrm>
      </p:grpSpPr>
      <p:sp>
        <p:nvSpPr>
          <p:cNvPr id="2" name="PlaceHolder 1"/>
          <p:cNvSpPr>
            <a:spLocks noGrp="1"/>
          </p:cNvSpPr>
          <p:nvPr>
            <p:ph type="sldNum" idx="20"/>
          </p:nvPr>
        </p:nvSpPr>
        <p:spPr/>
        <p:txBody>
          <a:bodyPr/>
          <a:p>
            <a:fld id="{1B934BA1-76AF-4770-972F-AF4FC3B41631}" type="slidenum">
              <a:t>&lt;#&gt;</a:t>
            </a:fld>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From To">
    <p:spTree>
      <p:nvGrpSpPr>
        <p:cNvPr id="1" name=""/>
        <p:cNvGrpSpPr/>
        <p:nvPr/>
      </p:nvGrpSpPr>
      <p:grpSpPr>
        <a:xfrm>
          <a:off x="0" y="0"/>
          <a:ext cx="0" cy="0"/>
          <a:chOff x="0" y="0"/>
          <a:chExt cx="0" cy="0"/>
        </a:xfrm>
      </p:grpSpPr>
      <p:sp>
        <p:nvSpPr>
          <p:cNvPr id="2" name="PlaceHolder 1"/>
          <p:cNvSpPr>
            <a:spLocks noGrp="1"/>
          </p:cNvSpPr>
          <p:nvPr>
            <p:ph type="sldNum" idx="21"/>
          </p:nvPr>
        </p:nvSpPr>
        <p:spPr/>
        <p:txBody>
          <a:bodyPr/>
          <a:p>
            <a:fld id="{7B57B0D3-346A-4E3D-9C85-2FD3343F931E}" type="slidenum">
              <a:t>&lt;#&gt;</a:t>
            </a:fld>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Agenda">
    <p:spTree>
      <p:nvGrpSpPr>
        <p:cNvPr id="1" name=""/>
        <p:cNvGrpSpPr/>
        <p:nvPr/>
      </p:nvGrpSpPr>
      <p:grpSpPr>
        <a:xfrm>
          <a:off x="0" y="0"/>
          <a:ext cx="0" cy="0"/>
          <a:chOff x="0" y="0"/>
          <a:chExt cx="0" cy="0"/>
        </a:xfrm>
      </p:grpSpPr>
      <p:sp>
        <p:nvSpPr>
          <p:cNvPr id="2" name="PlaceHolder 1"/>
          <p:cNvSpPr>
            <a:spLocks noGrp="1"/>
          </p:cNvSpPr>
          <p:nvPr>
            <p:ph type="sldNum" idx="22"/>
          </p:nvPr>
        </p:nvSpPr>
        <p:spPr/>
        <p:txBody>
          <a:bodyPr/>
          <a:p>
            <a:fld id="{424E7FB4-40C5-44F3-82B1-08C49AF9B741}" type="slidenum">
              <a:t>&lt;#&gt;</a:t>
            </a:fld>
          </a:p>
        </p:txBody>
      </p:sp>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From To w/Image">
    <p:spTree>
      <p:nvGrpSpPr>
        <p:cNvPr id="1" name=""/>
        <p:cNvGrpSpPr/>
        <p:nvPr/>
      </p:nvGrpSpPr>
      <p:grpSpPr>
        <a:xfrm>
          <a:off x="0" y="0"/>
          <a:ext cx="0" cy="0"/>
          <a:chOff x="0" y="0"/>
          <a:chExt cx="0" cy="0"/>
        </a:xfrm>
      </p:grpSpPr>
      <p:sp>
        <p:nvSpPr>
          <p:cNvPr id="2" name="PlaceHolder 1"/>
          <p:cNvSpPr>
            <a:spLocks noGrp="1"/>
          </p:cNvSpPr>
          <p:nvPr>
            <p:ph type="sldNum" idx="23"/>
          </p:nvPr>
        </p:nvSpPr>
        <p:spPr/>
        <p:txBody>
          <a:bodyPr/>
          <a:p>
            <a:fld id="{8846FA09-D5C1-4354-AF46-37000AEE6E68}" type="slidenum">
              <a:t>&lt;#&gt;</a:t>
            </a:fld>
          </a:p>
        </p:txBody>
      </p:sp>
    </p:spTree>
  </p:cSld>
</p:sldLayout>
</file>

<file path=ppt/slideLayouts/slideLayout2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3 Image w/Description">
    <p:spTree>
      <p:nvGrpSpPr>
        <p:cNvPr id="1" name=""/>
        <p:cNvGrpSpPr/>
        <p:nvPr/>
      </p:nvGrpSpPr>
      <p:grpSpPr>
        <a:xfrm>
          <a:off x="0" y="0"/>
          <a:ext cx="0" cy="0"/>
          <a:chOff x="0" y="0"/>
          <a:chExt cx="0" cy="0"/>
        </a:xfrm>
      </p:grpSpPr>
      <p:sp>
        <p:nvSpPr>
          <p:cNvPr id="2" name="PlaceHolder 1"/>
          <p:cNvSpPr>
            <a:spLocks noGrp="1"/>
          </p:cNvSpPr>
          <p:nvPr>
            <p:ph type="sldNum" idx="24"/>
          </p:nvPr>
        </p:nvSpPr>
        <p:spPr/>
        <p:txBody>
          <a:bodyPr/>
          <a:p>
            <a:fld id="{9E5CD7EF-A90E-45BB-AE98-012C6150EB4E}" type="slidenum">
              <a:t>&lt;#&gt;</a:t>
            </a:fld>
          </a:p>
        </p:txBody>
      </p:sp>
    </p:spTree>
  </p:cSld>
</p:sldLayout>
</file>

<file path=ppt/slideLayouts/slideLayout2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hree Column_image">
    <p:spTree>
      <p:nvGrpSpPr>
        <p:cNvPr id="1" name=""/>
        <p:cNvGrpSpPr/>
        <p:nvPr/>
      </p:nvGrpSpPr>
      <p:grpSpPr>
        <a:xfrm>
          <a:off x="0" y="0"/>
          <a:ext cx="0" cy="0"/>
          <a:chOff x="0" y="0"/>
          <a:chExt cx="0" cy="0"/>
        </a:xfrm>
      </p:grpSpPr>
      <p:sp>
        <p:nvSpPr>
          <p:cNvPr id="2" name="PlaceHolder 1"/>
          <p:cNvSpPr>
            <a:spLocks noGrp="1"/>
          </p:cNvSpPr>
          <p:nvPr>
            <p:ph type="sldNum" idx="25"/>
          </p:nvPr>
        </p:nvSpPr>
        <p:spPr/>
        <p:txBody>
          <a:bodyPr/>
          <a:p>
            <a:fld id="{2EF2E811-3786-4C2F-A53A-ADAF5A24F1AC}" type="slidenum">
              <a:t>&lt;#&gt;</a:t>
            </a:fld>
          </a:p>
        </p:txBody>
      </p:sp>
    </p:spTree>
  </p:cSld>
</p:sldLayout>
</file>

<file path=ppt/slideLayouts/slideLayout2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Montage Slide">
    <p:spTree>
      <p:nvGrpSpPr>
        <p:cNvPr id="1" name=""/>
        <p:cNvGrpSpPr/>
        <p:nvPr/>
      </p:nvGrpSpPr>
      <p:grpSpPr>
        <a:xfrm>
          <a:off x="0" y="0"/>
          <a:ext cx="0" cy="0"/>
          <a:chOff x="0" y="0"/>
          <a:chExt cx="0" cy="0"/>
        </a:xfrm>
      </p:grpSpPr>
      <p:sp>
        <p:nvSpPr>
          <p:cNvPr id="2" name="PlaceHolder 1"/>
          <p:cNvSpPr>
            <a:spLocks noGrp="1"/>
          </p:cNvSpPr>
          <p:nvPr>
            <p:ph type="sldNum" idx="26"/>
          </p:nvPr>
        </p:nvSpPr>
        <p:spPr/>
        <p:txBody>
          <a:bodyPr/>
          <a:p>
            <a:fld id="{B743784D-BCCF-47D9-A7E4-9B08EF60212D}" type="slidenum">
              <a:t>&lt;#&gt;</a:t>
            </a:fld>
          </a:p>
        </p:txBody>
      </p:sp>
    </p:spTree>
  </p:cSld>
</p:sldLayout>
</file>

<file path=ppt/slideLayouts/slideLayout2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3 column Image+data callout">
    <p:spTree>
      <p:nvGrpSpPr>
        <p:cNvPr id="1" name=""/>
        <p:cNvGrpSpPr/>
        <p:nvPr/>
      </p:nvGrpSpPr>
      <p:grpSpPr>
        <a:xfrm>
          <a:off x="0" y="0"/>
          <a:ext cx="0" cy="0"/>
          <a:chOff x="0" y="0"/>
          <a:chExt cx="0" cy="0"/>
        </a:xfrm>
      </p:grpSpPr>
      <p:sp>
        <p:nvSpPr>
          <p:cNvPr id="2" name="PlaceHolder 1"/>
          <p:cNvSpPr>
            <a:spLocks noGrp="1"/>
          </p:cNvSpPr>
          <p:nvPr>
            <p:ph type="sldNum" idx="27"/>
          </p:nvPr>
        </p:nvSpPr>
        <p:spPr/>
        <p:txBody>
          <a:bodyPr/>
          <a:p>
            <a:fld id="{66AE955A-7726-49DD-A6BC-AF45A645F3C0}" type="slidenum">
              <a:t>&lt;#&gt;</a:t>
            </a:fld>
          </a:p>
        </p:txBody>
      </p:sp>
    </p:spTree>
  </p:cSld>
</p:sldLayout>
</file>

<file path=ppt/slideLayouts/slideLayout2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Quote">
    <p:spTree>
      <p:nvGrpSpPr>
        <p:cNvPr id="1" name=""/>
        <p:cNvGrpSpPr/>
        <p:nvPr/>
      </p:nvGrpSpPr>
      <p:grpSpPr>
        <a:xfrm>
          <a:off x="0" y="0"/>
          <a:ext cx="0" cy="0"/>
          <a:chOff x="0" y="0"/>
          <a:chExt cx="0" cy="0"/>
        </a:xfrm>
      </p:grpSpPr>
      <p:sp>
        <p:nvSpPr>
          <p:cNvPr id="2" name="PlaceHolder 1"/>
          <p:cNvSpPr>
            <a:spLocks noGrp="1"/>
          </p:cNvSpPr>
          <p:nvPr>
            <p:ph type="sldNum" idx="28"/>
          </p:nvPr>
        </p:nvSpPr>
        <p:spPr/>
        <p:txBody>
          <a:bodyPr/>
          <a:p>
            <a:fld id="{16510A3C-173A-4E96-BF93-118A22DC2B33}" type="slidenum">
              <a:t>&lt;#&gt;</a:t>
            </a:fld>
          </a:p>
        </p:txBody>
      </p:sp>
    </p:spTree>
  </p:cSld>
</p:sldLayout>
</file>

<file path=ppt/slideLayouts/slideLayout3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plit Image+Quote">
    <p:spTree>
      <p:nvGrpSpPr>
        <p:cNvPr id="1" name=""/>
        <p:cNvGrpSpPr/>
        <p:nvPr/>
      </p:nvGrpSpPr>
      <p:grpSpPr>
        <a:xfrm>
          <a:off x="0" y="0"/>
          <a:ext cx="0" cy="0"/>
          <a:chOff x="0" y="0"/>
          <a:chExt cx="0" cy="0"/>
        </a:xfrm>
      </p:grpSpPr>
      <p:sp>
        <p:nvSpPr>
          <p:cNvPr id="2" name="PlaceHolder 1"/>
          <p:cNvSpPr>
            <a:spLocks noGrp="1"/>
          </p:cNvSpPr>
          <p:nvPr>
            <p:ph type="sldNum" idx="29"/>
          </p:nvPr>
        </p:nvSpPr>
        <p:spPr/>
        <p:txBody>
          <a:bodyPr/>
          <a:p>
            <a:fld id="{AD82A786-C275-47AD-9664-9EC8B0A1C669}" type="slidenum">
              <a:t>&lt;#&gt;</a:t>
            </a:fld>
          </a:p>
        </p:txBody>
      </p:sp>
    </p:spTree>
  </p:cSld>
</p:sldLayout>
</file>

<file path=ppt/slideLayouts/slideLayout3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meline">
    <p:spTree>
      <p:nvGrpSpPr>
        <p:cNvPr id="1" name=""/>
        <p:cNvGrpSpPr/>
        <p:nvPr/>
      </p:nvGrpSpPr>
      <p:grpSpPr>
        <a:xfrm>
          <a:off x="0" y="0"/>
          <a:ext cx="0" cy="0"/>
          <a:chOff x="0" y="0"/>
          <a:chExt cx="0" cy="0"/>
        </a:xfrm>
      </p:grpSpPr>
      <p:sp>
        <p:nvSpPr>
          <p:cNvPr id="2" name="PlaceHolder 1"/>
          <p:cNvSpPr>
            <a:spLocks noGrp="1"/>
          </p:cNvSpPr>
          <p:nvPr>
            <p:ph type="sldNum" idx="30"/>
          </p:nvPr>
        </p:nvSpPr>
        <p:spPr/>
        <p:txBody>
          <a:bodyPr/>
          <a:p>
            <a:fld id="{FAC6BA8A-ED86-4BC7-BB6C-3F5D3F050B7D}" type="slidenum">
              <a:t>&lt;#&gt;</a:t>
            </a:fld>
          </a:p>
        </p:txBody>
      </p:sp>
    </p:spTree>
  </p:cSld>
</p:sldLayout>
</file>

<file path=ppt/slideLayouts/slideLayout3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_Growth Dashboard">
    <p:spTree>
      <p:nvGrpSpPr>
        <p:cNvPr id="1" name=""/>
        <p:cNvGrpSpPr/>
        <p:nvPr/>
      </p:nvGrpSpPr>
      <p:grpSpPr>
        <a:xfrm>
          <a:off x="0" y="0"/>
          <a:ext cx="0" cy="0"/>
          <a:chOff x="0" y="0"/>
          <a:chExt cx="0" cy="0"/>
        </a:xfrm>
      </p:grpSpPr>
      <p:sp>
        <p:nvSpPr>
          <p:cNvPr id="2" name="PlaceHolder 1"/>
          <p:cNvSpPr>
            <a:spLocks noGrp="1"/>
          </p:cNvSpPr>
          <p:nvPr>
            <p:ph type="sldNum" idx="31"/>
          </p:nvPr>
        </p:nvSpPr>
        <p:spPr/>
        <p:txBody>
          <a:bodyPr/>
          <a:p>
            <a:fld id="{1DADFE37-F500-40F8-BC8D-9281B7191691}" type="slidenum">
              <a:t>&lt;#&gt;</a:t>
            </a:fld>
          </a:p>
        </p:txBody>
      </p:sp>
    </p:spTree>
  </p:cSld>
</p:sldLayout>
</file>

<file path=ppt/slideLayouts/slideLayout3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Headline Blank Slide">
    <p:spTree>
      <p:nvGrpSpPr>
        <p:cNvPr id="1" name=""/>
        <p:cNvGrpSpPr/>
        <p:nvPr/>
      </p:nvGrpSpPr>
      <p:grpSpPr>
        <a:xfrm>
          <a:off x="0" y="0"/>
          <a:ext cx="0" cy="0"/>
          <a:chOff x="0" y="0"/>
          <a:chExt cx="0" cy="0"/>
        </a:xfrm>
      </p:grpSpPr>
      <p:sp>
        <p:nvSpPr>
          <p:cNvPr id="2" name="PlaceHolder 1"/>
          <p:cNvSpPr>
            <a:spLocks noGrp="1"/>
          </p:cNvSpPr>
          <p:nvPr>
            <p:ph type="sldNum" idx="32"/>
          </p:nvPr>
        </p:nvSpPr>
        <p:spPr/>
        <p:txBody>
          <a:bodyPr/>
          <a:p>
            <a:fld id="{91AC8898-2EF3-4DC2-AB3D-170C3D15C9D3}" type="slidenum">
              <a:t>&lt;#&gt;</a:t>
            </a:fld>
          </a:p>
        </p:txBody>
      </p:sp>
    </p:spTree>
  </p:cSld>
</p:sldLayout>
</file>

<file path=ppt/slideLayouts/slideLayout3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Agenda-2">
    <p:spTree>
      <p:nvGrpSpPr>
        <p:cNvPr id="1" name=""/>
        <p:cNvGrpSpPr/>
        <p:nvPr/>
      </p:nvGrpSpPr>
      <p:grpSpPr>
        <a:xfrm>
          <a:off x="0" y="0"/>
          <a:ext cx="0" cy="0"/>
          <a:chOff x="0" y="0"/>
          <a:chExt cx="0" cy="0"/>
        </a:xfrm>
      </p:grpSpPr>
      <p:sp>
        <p:nvSpPr>
          <p:cNvPr id="2" name="PlaceHolder 1"/>
          <p:cNvSpPr>
            <a:spLocks noGrp="1"/>
          </p:cNvSpPr>
          <p:nvPr>
            <p:ph type="sldNum" idx="33"/>
          </p:nvPr>
        </p:nvSpPr>
        <p:spPr/>
        <p:txBody>
          <a:bodyPr/>
          <a:p>
            <a:fld id="{4B86C253-B334-41FD-A7D8-89E2E07472B9}" type="slidenum">
              <a:t>&lt;#&gt;</a:t>
            </a:fld>
          </a:p>
        </p:txBody>
      </p:sp>
    </p:spTree>
  </p:cSld>
</p:sldLayout>
</file>

<file path=ppt/slideLayouts/slideLayout3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_Split Large Statement+Chart">
    <p:spTree>
      <p:nvGrpSpPr>
        <p:cNvPr id="1" name=""/>
        <p:cNvGrpSpPr/>
        <p:nvPr/>
      </p:nvGrpSpPr>
      <p:grpSpPr>
        <a:xfrm>
          <a:off x="0" y="0"/>
          <a:ext cx="0" cy="0"/>
          <a:chOff x="0" y="0"/>
          <a:chExt cx="0" cy="0"/>
        </a:xfrm>
      </p:grpSpPr>
      <p:sp>
        <p:nvSpPr>
          <p:cNvPr id="2" name="PlaceHolder 1"/>
          <p:cNvSpPr>
            <a:spLocks noGrp="1"/>
          </p:cNvSpPr>
          <p:nvPr>
            <p:ph type="sldNum" idx="34"/>
          </p:nvPr>
        </p:nvSpPr>
        <p:spPr/>
        <p:txBody>
          <a:bodyPr/>
          <a:p>
            <a:fld id="{D6D016AD-4AF5-4E25-ACAD-FBE4849EB9F1}" type="slidenum">
              <a:t>&lt;#&gt;</a:t>
            </a:fld>
          </a:p>
        </p:txBody>
      </p:sp>
    </p:spTree>
  </p:cSld>
</p:sldLayout>
</file>

<file path=ppt/slideLayouts/slideLayout3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Header_Lower Grey">
    <p:spTree>
      <p:nvGrpSpPr>
        <p:cNvPr id="1" name=""/>
        <p:cNvGrpSpPr/>
        <p:nvPr/>
      </p:nvGrpSpPr>
      <p:grpSpPr>
        <a:xfrm>
          <a:off x="0" y="0"/>
          <a:ext cx="0" cy="0"/>
          <a:chOff x="0" y="0"/>
          <a:chExt cx="0" cy="0"/>
        </a:xfrm>
      </p:grpSpPr>
      <p:sp>
        <p:nvSpPr>
          <p:cNvPr id="2" name="PlaceHolder 1"/>
          <p:cNvSpPr>
            <a:spLocks noGrp="1"/>
          </p:cNvSpPr>
          <p:nvPr>
            <p:ph type="sldNum" idx="35"/>
          </p:nvPr>
        </p:nvSpPr>
        <p:spPr/>
        <p:txBody>
          <a:bodyPr/>
          <a:p>
            <a:fld id="{E8C3D464-03D5-4911-B5B2-66FA54FE594F}" type="slidenum">
              <a:t>&lt;#&gt;</a:t>
            </a:fld>
          </a:p>
        </p:txBody>
      </p:sp>
    </p:spTree>
  </p:cSld>
</p:sldLayout>
</file>

<file path=ppt/slideLayouts/slideLayout3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_Header_Lower Grey">
    <p:spTree>
      <p:nvGrpSpPr>
        <p:cNvPr id="1" name=""/>
        <p:cNvGrpSpPr/>
        <p:nvPr/>
      </p:nvGrpSpPr>
      <p:grpSpPr>
        <a:xfrm>
          <a:off x="0" y="0"/>
          <a:ext cx="0" cy="0"/>
          <a:chOff x="0" y="0"/>
          <a:chExt cx="0" cy="0"/>
        </a:xfrm>
      </p:grpSpPr>
      <p:sp>
        <p:nvSpPr>
          <p:cNvPr id="2" name="PlaceHolder 1"/>
          <p:cNvSpPr>
            <a:spLocks noGrp="1"/>
          </p:cNvSpPr>
          <p:nvPr>
            <p:ph type="sldNum" idx="36"/>
          </p:nvPr>
        </p:nvSpPr>
        <p:spPr/>
        <p:txBody>
          <a:bodyPr/>
          <a:p>
            <a:fld id="{8D1D75BB-874D-4421-8D8E-84758FB87A61}" type="slidenum">
              <a:t>&lt;#&gt;</a:t>
            </a:fld>
          </a:p>
        </p:txBody>
      </p:sp>
    </p:spTree>
  </p:cSld>
</p:sldLayout>
</file>

<file path=ppt/slideLayouts/slideLayout3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_4 box">
    <p:spTree>
      <p:nvGrpSpPr>
        <p:cNvPr id="1" name=""/>
        <p:cNvGrpSpPr/>
        <p:nvPr/>
      </p:nvGrpSpPr>
      <p:grpSpPr>
        <a:xfrm>
          <a:off x="0" y="0"/>
          <a:ext cx="0" cy="0"/>
          <a:chOff x="0" y="0"/>
          <a:chExt cx="0" cy="0"/>
        </a:xfrm>
      </p:grpSpPr>
      <p:sp>
        <p:nvSpPr>
          <p:cNvPr id="2" name="PlaceHolder 1"/>
          <p:cNvSpPr>
            <a:spLocks noGrp="1"/>
          </p:cNvSpPr>
          <p:nvPr>
            <p:ph type="sldNum" idx="37"/>
          </p:nvPr>
        </p:nvSpPr>
        <p:spPr/>
        <p:txBody>
          <a:bodyPr/>
          <a:p>
            <a:fld id="{B1BAE058-A1A5-4512-ADC9-87C80D5251C3}" type="slidenum">
              <a:t>&lt;#&gt;</a:t>
            </a:fld>
          </a:p>
        </p:txBody>
      </p:sp>
    </p:spTree>
  </p:cSld>
</p:sldLayout>
</file>

<file path=ppt/slideLayouts/slideLayout3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2_6 box">
    <p:spTree>
      <p:nvGrpSpPr>
        <p:cNvPr id="1" name=""/>
        <p:cNvGrpSpPr/>
        <p:nvPr/>
      </p:nvGrpSpPr>
      <p:grpSpPr>
        <a:xfrm>
          <a:off x="0" y="0"/>
          <a:ext cx="0" cy="0"/>
          <a:chOff x="0" y="0"/>
          <a:chExt cx="0" cy="0"/>
        </a:xfrm>
      </p:grpSpPr>
      <p:sp>
        <p:nvSpPr>
          <p:cNvPr id="2" name="PlaceHolder 1"/>
          <p:cNvSpPr>
            <a:spLocks noGrp="1"/>
          </p:cNvSpPr>
          <p:nvPr>
            <p:ph type="sldNum" idx="38"/>
          </p:nvPr>
        </p:nvSpPr>
        <p:spPr/>
        <p:txBody>
          <a:bodyPr/>
          <a:p>
            <a:fld id="{9012AF6A-BF2F-42A3-A51B-C4FF2C6F30D2}" type="slidenum">
              <a:t>&lt;#&gt;</a:t>
            </a:fld>
          </a:p>
        </p:txBody>
      </p:sp>
    </p:spTree>
  </p:cSld>
</p:sldLayout>
</file>

<file path=ppt/slideLayouts/slideLayout4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_5 box">
    <p:spTree>
      <p:nvGrpSpPr>
        <p:cNvPr id="1" name=""/>
        <p:cNvGrpSpPr/>
        <p:nvPr/>
      </p:nvGrpSpPr>
      <p:grpSpPr>
        <a:xfrm>
          <a:off x="0" y="0"/>
          <a:ext cx="0" cy="0"/>
          <a:chOff x="0" y="0"/>
          <a:chExt cx="0" cy="0"/>
        </a:xfrm>
      </p:grpSpPr>
      <p:sp>
        <p:nvSpPr>
          <p:cNvPr id="2" name="PlaceHolder 1"/>
          <p:cNvSpPr>
            <a:spLocks noGrp="1"/>
          </p:cNvSpPr>
          <p:nvPr>
            <p:ph type="ftr" idx="39"/>
          </p:nvPr>
        </p:nvSpPr>
        <p:spPr/>
        <p:txBody>
          <a:bodyPr/>
          <a:p>
            <a:r>
              <a:t>Footer</a:t>
            </a:r>
          </a:p>
        </p:txBody>
      </p:sp>
      <p:sp>
        <p:nvSpPr>
          <p:cNvPr id="3" name="PlaceHolder 2"/>
          <p:cNvSpPr>
            <a:spLocks noGrp="1"/>
          </p:cNvSpPr>
          <p:nvPr>
            <p:ph type="sldNum" idx="40"/>
          </p:nvPr>
        </p:nvSpPr>
        <p:spPr/>
        <p:txBody>
          <a:bodyPr/>
          <a:p>
            <a:fld id="{40495F2C-C5FD-4F85-94F2-6F9F9F28EF13}" type="slidenum">
              <a:t>&lt;#&gt;</a:t>
            </a:fld>
          </a:p>
        </p:txBody>
      </p:sp>
    </p:spTree>
  </p:cSld>
</p:sldLayout>
</file>

<file path=ppt/slideLayouts/slideLayout4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2_5 box">
    <p:spTree>
      <p:nvGrpSpPr>
        <p:cNvPr id="1" name=""/>
        <p:cNvGrpSpPr/>
        <p:nvPr/>
      </p:nvGrpSpPr>
      <p:grpSpPr>
        <a:xfrm>
          <a:off x="0" y="0"/>
          <a:ext cx="0" cy="0"/>
          <a:chOff x="0" y="0"/>
          <a:chExt cx="0" cy="0"/>
        </a:xfrm>
      </p:grpSpPr>
      <p:sp>
        <p:nvSpPr>
          <p:cNvPr id="2" name="PlaceHolder 1"/>
          <p:cNvSpPr>
            <a:spLocks noGrp="1"/>
          </p:cNvSpPr>
          <p:nvPr>
            <p:ph type="sldNum" idx="41"/>
          </p:nvPr>
        </p:nvSpPr>
        <p:spPr/>
        <p:txBody>
          <a:bodyPr/>
          <a:p>
            <a:fld id="{E15A2313-BFDE-446C-8F00-0E544A641843}" type="slidenum">
              <a:t>&lt;#&gt;</a:t>
            </a:fld>
          </a:p>
        </p:txBody>
      </p:sp>
    </p:spTree>
  </p:cSld>
</p:sldLayout>
</file>

<file path=ppt/slideLayouts/slideLayout4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_2/3 white">
    <p:spTree>
      <p:nvGrpSpPr>
        <p:cNvPr id="1" name=""/>
        <p:cNvGrpSpPr/>
        <p:nvPr/>
      </p:nvGrpSpPr>
      <p:grpSpPr>
        <a:xfrm>
          <a:off x="0" y="0"/>
          <a:ext cx="0" cy="0"/>
          <a:chOff x="0" y="0"/>
          <a:chExt cx="0" cy="0"/>
        </a:xfrm>
      </p:grpSpPr>
    </p:spTree>
  </p:cSld>
</p:sldLayout>
</file>

<file path=ppt/slideLayouts/slideLayout4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2/3 white">
    <p:spTree>
      <p:nvGrpSpPr>
        <p:cNvPr id="1" name=""/>
        <p:cNvGrpSpPr/>
        <p:nvPr/>
      </p:nvGrpSpPr>
      <p:grpSpPr>
        <a:xfrm>
          <a:off x="0" y="0"/>
          <a:ext cx="0" cy="0"/>
          <a:chOff x="0" y="0"/>
          <a:chExt cx="0" cy="0"/>
        </a:xfrm>
      </p:grpSpPr>
      <p:sp>
        <p:nvSpPr>
          <p:cNvPr id="2" name="PlaceHolder 1"/>
          <p:cNvSpPr>
            <a:spLocks noGrp="1"/>
          </p:cNvSpPr>
          <p:nvPr>
            <p:ph type="sldNum" idx="42"/>
          </p:nvPr>
        </p:nvSpPr>
        <p:spPr/>
        <p:txBody>
          <a:bodyPr/>
          <a:p>
            <a:fld id="{08010721-B3CD-4564-A595-BEA1E4C2130E}" type="slidenum">
              <a:t>&lt;#&gt;</a:t>
            </a:fld>
          </a:p>
        </p:txBody>
      </p:sp>
    </p:spTree>
  </p:cSld>
</p:sldLayout>
</file>

<file path=ppt/slideLayouts/slideLayout4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2/3 Gray Left Data Callout">
    <p:spTree>
      <p:nvGrpSpPr>
        <p:cNvPr id="1" name=""/>
        <p:cNvGrpSpPr/>
        <p:nvPr/>
      </p:nvGrpSpPr>
      <p:grpSpPr>
        <a:xfrm>
          <a:off x="0" y="0"/>
          <a:ext cx="0" cy="0"/>
          <a:chOff x="0" y="0"/>
          <a:chExt cx="0" cy="0"/>
        </a:xfrm>
      </p:grpSpPr>
      <p:sp>
        <p:nvSpPr>
          <p:cNvPr id="2" name="PlaceHolder 1"/>
          <p:cNvSpPr>
            <a:spLocks noGrp="1"/>
          </p:cNvSpPr>
          <p:nvPr>
            <p:ph type="sldNum" idx="43"/>
          </p:nvPr>
        </p:nvSpPr>
        <p:spPr/>
        <p:txBody>
          <a:bodyPr/>
          <a:p>
            <a:fld id="{9A236AC6-493B-4C70-8563-AC68F9816DC9}" type="slidenum">
              <a:t>&lt;#&gt;</a:t>
            </a:fld>
          </a:p>
        </p:txBody>
      </p:sp>
    </p:spTree>
  </p:cSld>
</p:sldLayout>
</file>

<file path=ppt/slideLayouts/slideLayout4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_Executive Summary">
    <p:spTree>
      <p:nvGrpSpPr>
        <p:cNvPr id="1" name=""/>
        <p:cNvGrpSpPr/>
        <p:nvPr/>
      </p:nvGrpSpPr>
      <p:grpSpPr>
        <a:xfrm>
          <a:off x="0" y="0"/>
          <a:ext cx="0" cy="0"/>
          <a:chOff x="0" y="0"/>
          <a:chExt cx="0" cy="0"/>
        </a:xfrm>
      </p:grpSpPr>
      <p:sp>
        <p:nvSpPr>
          <p:cNvPr id="2" name="PlaceHolder 1"/>
          <p:cNvSpPr>
            <a:spLocks noGrp="1"/>
          </p:cNvSpPr>
          <p:nvPr>
            <p:ph type="sldNum" idx="44"/>
          </p:nvPr>
        </p:nvSpPr>
        <p:spPr/>
        <p:txBody>
          <a:bodyPr/>
          <a:p>
            <a:fld id="{D5CC3A7B-4748-4C52-B6B6-36E33E3BD446}" type="slidenum">
              <a:t>&lt;#&gt;</a:t>
            </a:fld>
          </a:p>
        </p:txBody>
      </p:sp>
    </p:spTree>
  </p:cSld>
</p:sldLayout>
</file>

<file path=ppt/slideLayouts/slideLayout4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Financials">
    <p:spTree>
      <p:nvGrpSpPr>
        <p:cNvPr id="1" name=""/>
        <p:cNvGrpSpPr/>
        <p:nvPr/>
      </p:nvGrpSpPr>
      <p:grpSpPr>
        <a:xfrm>
          <a:off x="0" y="0"/>
          <a:ext cx="0" cy="0"/>
          <a:chOff x="0" y="0"/>
          <a:chExt cx="0" cy="0"/>
        </a:xfrm>
      </p:grpSpPr>
      <p:sp>
        <p:nvSpPr>
          <p:cNvPr id="2" name="PlaceHolder 1"/>
          <p:cNvSpPr>
            <a:spLocks noGrp="1"/>
          </p:cNvSpPr>
          <p:nvPr>
            <p:ph type="sldNum" idx="45"/>
          </p:nvPr>
        </p:nvSpPr>
        <p:spPr/>
        <p:txBody>
          <a:bodyPr/>
          <a:p>
            <a:fld id="{13D02D4C-0F2D-43BC-8C91-0E164BAA131C}" type="slidenum">
              <a:t>&lt;#&gt;</a:t>
            </a:fld>
          </a:p>
        </p:txBody>
      </p:sp>
    </p:spTree>
  </p:cSld>
</p:sldLayout>
</file>

<file path=ppt/slideLayouts/slideLayout4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Editable Map + Data Points ">
    <p:spTree>
      <p:nvGrpSpPr>
        <p:cNvPr id="1" name=""/>
        <p:cNvGrpSpPr/>
        <p:nvPr/>
      </p:nvGrpSpPr>
      <p:grpSpPr>
        <a:xfrm>
          <a:off x="0" y="0"/>
          <a:ext cx="0" cy="0"/>
          <a:chOff x="0" y="0"/>
          <a:chExt cx="0" cy="0"/>
        </a:xfrm>
      </p:grpSpPr>
      <p:sp>
        <p:nvSpPr>
          <p:cNvPr id="2" name="PlaceHolder 1"/>
          <p:cNvSpPr>
            <a:spLocks noGrp="1"/>
          </p:cNvSpPr>
          <p:nvPr>
            <p:ph type="sldNum" idx="46"/>
          </p:nvPr>
        </p:nvSpPr>
        <p:spPr/>
        <p:txBody>
          <a:bodyPr/>
          <a:p>
            <a:fld id="{61390FDC-682D-4601-B4F6-BF808F9602F3}" type="slidenum">
              <a:t>&lt;#&gt;</a:t>
            </a:fld>
          </a:p>
        </p:txBody>
      </p:sp>
    </p:spTree>
  </p:cSld>
</p:sldLayout>
</file>

<file path=ppt/slideLayouts/slideLayout4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End Slide">
    <p:spTree>
      <p:nvGrpSpPr>
        <p:cNvPr id="1" name=""/>
        <p:cNvGrpSpPr/>
        <p:nvPr/>
      </p:nvGrpSpPr>
      <p:grpSpPr>
        <a:xfrm>
          <a:off x="0" y="0"/>
          <a:ext cx="0" cy="0"/>
          <a:chOff x="0" y="0"/>
          <a:chExt cx="0" cy="0"/>
        </a:xfrm>
      </p:grpSpPr>
      <p:sp>
        <p:nvSpPr>
          <p:cNvPr id="2" name="PlaceHolder 1"/>
          <p:cNvSpPr>
            <a:spLocks noGrp="1"/>
          </p:cNvSpPr>
          <p:nvPr>
            <p:ph type="sldNum" idx="47"/>
          </p:nvPr>
        </p:nvSpPr>
        <p:spPr/>
        <p:txBody>
          <a:bodyPr/>
          <a:p>
            <a:fld id="{EA2471CE-D19D-4D5A-A2D5-2BFA1C97BB20}" type="slidenum">
              <a:t>&lt;#&gt;</a:t>
            </a:fld>
          </a:p>
        </p:txBody>
      </p:sp>
    </p:spTree>
  </p:cSld>
</p:sldLayout>
</file>

<file path=ppt/slideLayouts/slideLayout4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ummary Slide">
    <p:spTree>
      <p:nvGrpSpPr>
        <p:cNvPr id="1" name=""/>
        <p:cNvGrpSpPr/>
        <p:nvPr/>
      </p:nvGrpSpPr>
      <p:grpSpPr>
        <a:xfrm>
          <a:off x="0" y="0"/>
          <a:ext cx="0" cy="0"/>
          <a:chOff x="0" y="0"/>
          <a:chExt cx="0" cy="0"/>
        </a:xfrm>
      </p:grpSpPr>
      <p:sp>
        <p:nvSpPr>
          <p:cNvPr id="2" name="PlaceHolder 1"/>
          <p:cNvSpPr>
            <a:spLocks noGrp="1"/>
          </p:cNvSpPr>
          <p:nvPr>
            <p:ph type="sldNum" idx="48"/>
          </p:nvPr>
        </p:nvSpPr>
        <p:spPr/>
        <p:txBody>
          <a:bodyPr/>
          <a:p>
            <a:fld id="{10D16544-0E2A-4450-8E23-D007D34EB801}" type="slidenum">
              <a:t>&lt;#&gt;</a:t>
            </a:fld>
          </a:p>
        </p:txBody>
      </p:sp>
    </p:spTree>
  </p:cSld>
</p:sldLayout>
</file>

<file path=ppt/slideLayouts/slideLayout5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xt_Objectives">
    <p:spTree>
      <p:nvGrpSpPr>
        <p:cNvPr id="1" name=""/>
        <p:cNvGrpSpPr/>
        <p:nvPr/>
      </p:nvGrpSpPr>
      <p:grpSpPr>
        <a:xfrm>
          <a:off x="0" y="0"/>
          <a:ext cx="0" cy="0"/>
          <a:chOff x="0" y="0"/>
          <a:chExt cx="0" cy="0"/>
        </a:xfrm>
      </p:grpSpPr>
      <p:sp>
        <p:nvSpPr>
          <p:cNvPr id="2" name="PlaceHolder 1"/>
          <p:cNvSpPr>
            <a:spLocks noGrp="1"/>
          </p:cNvSpPr>
          <p:nvPr>
            <p:ph type="sldNum" idx="49"/>
          </p:nvPr>
        </p:nvSpPr>
        <p:spPr/>
        <p:txBody>
          <a:bodyPr/>
          <a:p>
            <a:fld id="{BB2B284F-D987-43B6-AF78-D1B949CD915E}" type="slidenum">
              <a:t>&lt;#&gt;</a:t>
            </a:fld>
          </a:p>
        </p:txBody>
      </p:sp>
    </p:spTree>
  </p:cSld>
</p:sldLayout>
</file>

<file path=ppt/slideLayouts/slideLayout5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Ford+">
    <p:spTree>
      <p:nvGrpSpPr>
        <p:cNvPr id="1" name=""/>
        <p:cNvGrpSpPr/>
        <p:nvPr/>
      </p:nvGrpSpPr>
      <p:grpSpPr>
        <a:xfrm>
          <a:off x="0" y="0"/>
          <a:ext cx="0" cy="0"/>
          <a:chOff x="0" y="0"/>
          <a:chExt cx="0" cy="0"/>
        </a:xfrm>
      </p:grpSpPr>
      <p:sp>
        <p:nvSpPr>
          <p:cNvPr id="2" name="PlaceHolder 1"/>
          <p:cNvSpPr>
            <a:spLocks noGrp="1"/>
          </p:cNvSpPr>
          <p:nvPr>
            <p:ph type="sldNum" idx="50"/>
          </p:nvPr>
        </p:nvSpPr>
        <p:spPr/>
        <p:txBody>
          <a:bodyPr/>
          <a:p>
            <a:fld id="{D7A1D3A1-B4EE-46C2-A481-75D3266F3B82}" type="slidenum">
              <a:t>&lt;#&gt;</a:t>
            </a:fld>
          </a:p>
        </p:txBody>
      </p:sp>
    </p:spTree>
  </p:cSld>
</p:sldLayout>
</file>

<file path=ppt/slideLayouts/slideLayout5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Key Decisions">
    <p:spTree>
      <p:nvGrpSpPr>
        <p:cNvPr id="1" name=""/>
        <p:cNvGrpSpPr/>
        <p:nvPr/>
      </p:nvGrpSpPr>
      <p:grpSpPr>
        <a:xfrm>
          <a:off x="0" y="0"/>
          <a:ext cx="0" cy="0"/>
          <a:chOff x="0" y="0"/>
          <a:chExt cx="0" cy="0"/>
        </a:xfrm>
      </p:grpSpPr>
      <p:sp>
        <p:nvSpPr>
          <p:cNvPr id="2" name="PlaceHolder 1"/>
          <p:cNvSpPr>
            <a:spLocks noGrp="1"/>
          </p:cNvSpPr>
          <p:nvPr>
            <p:ph type="sldNum" idx="51"/>
          </p:nvPr>
        </p:nvSpPr>
        <p:spPr/>
        <p:txBody>
          <a:bodyPr/>
          <a:p>
            <a:fld id="{D5B7DDAF-096A-4646-891C-5D3CE3468F88}" type="slidenum">
              <a:t>&lt;#&gt;</a:t>
            </a:fld>
          </a:p>
        </p:txBody>
      </p:sp>
    </p:spTree>
  </p:cSld>
</p:sldLayout>
</file>

<file path=ppt/slideLayouts/slideLayout5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End Slide_">
    <p:spTree>
      <p:nvGrpSpPr>
        <p:cNvPr id="1" name=""/>
        <p:cNvGrpSpPr/>
        <p:nvPr/>
      </p:nvGrpSpPr>
      <p:grpSpPr>
        <a:xfrm>
          <a:off x="0" y="0"/>
          <a:ext cx="0" cy="0"/>
          <a:chOff x="0" y="0"/>
          <a:chExt cx="0" cy="0"/>
        </a:xfrm>
      </p:grpSpPr>
      <p:sp>
        <p:nvSpPr>
          <p:cNvPr id="2" name="PlaceHolder 1"/>
          <p:cNvSpPr>
            <a:spLocks noGrp="1"/>
          </p:cNvSpPr>
          <p:nvPr>
            <p:ph type="sldNum" idx="52"/>
          </p:nvPr>
        </p:nvSpPr>
        <p:spPr/>
        <p:txBody>
          <a:bodyPr/>
          <a:p>
            <a:fld id="{F5030429-72BF-4B3F-B68E-0868A5D6DA96}" type="slidenum">
              <a:t>&lt;#&gt;</a:t>
            </a:fld>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3.png"/><Relationship Id="rId5"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6.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7.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png"/><Relationship Id="rId5" Type="http://schemas.openxmlformats.org/officeDocument/2006/relationships/image" Target="../media/image2.svg"/><Relationship Id="rId6" Type="http://schemas.openxmlformats.org/officeDocument/2006/relationships/slideLayout" Target="../slideLayouts/slideLayout8.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png"/><Relationship Id="rId5" Type="http://schemas.openxmlformats.org/officeDocument/2006/relationships/image" Target="../media/image2.svg"/><Relationship Id="rId6" Type="http://schemas.openxmlformats.org/officeDocument/2006/relationships/slideLayout" Target="../slideLayouts/slideLayout9.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png"/><Relationship Id="rId5" Type="http://schemas.openxmlformats.org/officeDocument/2006/relationships/image" Target="../media/image2.svg"/><Relationship Id="rId6" Type="http://schemas.openxmlformats.org/officeDocument/2006/relationships/slideLayout" Target="../slideLayouts/slideLayout1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11.xml"/>
</Relationships>
</file>

<file path=ppt/slideMasters/_rels/slideMaster12.xml.rels><?xml version="1.0" encoding="UTF-8"?>
<Relationships xmlns="http://schemas.openxmlformats.org/package/2006/relationships"><Relationship Id="rId1" Type="http://schemas.openxmlformats.org/officeDocument/2006/relationships/theme" Target="../theme/theme12.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4.png"/><Relationship Id="rId5" Type="http://schemas.openxmlformats.org/officeDocument/2006/relationships/slideLayout" Target="../slideLayouts/slideLayout12.xml"/>
</Relationships>
</file>

<file path=ppt/slideMasters/_rels/slideMaster13.xml.rels><?xml version="1.0" encoding="UTF-8"?>
<Relationships xmlns="http://schemas.openxmlformats.org/package/2006/relationships"><Relationship Id="rId1" Type="http://schemas.openxmlformats.org/officeDocument/2006/relationships/theme" Target="../theme/theme13.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13.xml"/>
</Relationships>
</file>

<file path=ppt/slideMasters/_rels/slideMaster14.xml.rels><?xml version="1.0" encoding="UTF-8"?>
<Relationships xmlns="http://schemas.openxmlformats.org/package/2006/relationships"><Relationship Id="rId1" Type="http://schemas.openxmlformats.org/officeDocument/2006/relationships/theme" Target="../theme/theme14.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14.xml"/>
</Relationships>
</file>

<file path=ppt/slideMasters/_rels/slideMaster15.xml.rels><?xml version="1.0" encoding="UTF-8"?>
<Relationships xmlns="http://schemas.openxmlformats.org/package/2006/relationships"><Relationship Id="rId1" Type="http://schemas.openxmlformats.org/officeDocument/2006/relationships/theme" Target="../theme/theme15.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15.xml"/>
</Relationships>
</file>

<file path=ppt/slideMasters/_rels/slideMaster16.xml.rels><?xml version="1.0" encoding="UTF-8"?>
<Relationships xmlns="http://schemas.openxmlformats.org/package/2006/relationships"><Relationship Id="rId1" Type="http://schemas.openxmlformats.org/officeDocument/2006/relationships/theme" Target="../theme/theme16.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16.xml"/>
</Relationships>
</file>

<file path=ppt/slideMasters/_rels/slideMaster17.xml.rels><?xml version="1.0" encoding="UTF-8"?>
<Relationships xmlns="http://schemas.openxmlformats.org/package/2006/relationships"><Relationship Id="rId1" Type="http://schemas.openxmlformats.org/officeDocument/2006/relationships/theme" Target="../theme/theme1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17.xml"/>
</Relationships>
</file>

<file path=ppt/slideMasters/_rels/slideMaster18.xml.rels><?xml version="1.0" encoding="UTF-8"?>
<Relationships xmlns="http://schemas.openxmlformats.org/package/2006/relationships"><Relationship Id="rId1" Type="http://schemas.openxmlformats.org/officeDocument/2006/relationships/theme" Target="../theme/theme18.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18.xml"/>
</Relationships>
</file>

<file path=ppt/slideMasters/_rels/slideMaster19.xml.rels><?xml version="1.0" encoding="UTF-8"?>
<Relationships xmlns="http://schemas.openxmlformats.org/package/2006/relationships"><Relationship Id="rId1" Type="http://schemas.openxmlformats.org/officeDocument/2006/relationships/theme" Target="../theme/theme19.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19.xml"/>
</Relationships>
</file>

<file path=ppt/slideMasters/_rels/slideMaster20.xml.rels><?xml version="1.0" encoding="UTF-8"?>
<Relationships xmlns="http://schemas.openxmlformats.org/package/2006/relationships"><Relationship Id="rId1" Type="http://schemas.openxmlformats.org/officeDocument/2006/relationships/theme" Target="../theme/theme20.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png"/><Relationship Id="rId5" Type="http://schemas.openxmlformats.org/officeDocument/2006/relationships/image" Target="../media/image2.svg"/><Relationship Id="rId6" Type="http://schemas.openxmlformats.org/officeDocument/2006/relationships/slideLayout" Target="../slideLayouts/slideLayout20.xml"/>
</Relationships>
</file>

<file path=ppt/slideMasters/_rels/slideMaster21.xml.rels><?xml version="1.0" encoding="UTF-8"?>
<Relationships xmlns="http://schemas.openxmlformats.org/package/2006/relationships"><Relationship Id="rId1" Type="http://schemas.openxmlformats.org/officeDocument/2006/relationships/theme" Target="../theme/theme2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21.xml"/>
</Relationships>
</file>

<file path=ppt/slideMasters/_rels/slideMaster22.xml.rels><?xml version="1.0" encoding="UTF-8"?>
<Relationships xmlns="http://schemas.openxmlformats.org/package/2006/relationships"><Relationship Id="rId1" Type="http://schemas.openxmlformats.org/officeDocument/2006/relationships/theme" Target="../theme/theme22.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png"/><Relationship Id="rId5" Type="http://schemas.openxmlformats.org/officeDocument/2006/relationships/image" Target="../media/image2.svg"/><Relationship Id="rId6" Type="http://schemas.openxmlformats.org/officeDocument/2006/relationships/slideLayout" Target="../slideLayouts/slideLayout22.xml"/>
</Relationships>
</file>

<file path=ppt/slideMasters/_rels/slideMaster23.xml.rels><?xml version="1.0" encoding="UTF-8"?>
<Relationships xmlns="http://schemas.openxmlformats.org/package/2006/relationships"><Relationship Id="rId1" Type="http://schemas.openxmlformats.org/officeDocument/2006/relationships/theme" Target="../theme/theme23.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23.xml"/>
</Relationships>
</file>

<file path=ppt/slideMasters/_rels/slideMaster24.xml.rels><?xml version="1.0" encoding="UTF-8"?>
<Relationships xmlns="http://schemas.openxmlformats.org/package/2006/relationships"><Relationship Id="rId1" Type="http://schemas.openxmlformats.org/officeDocument/2006/relationships/theme" Target="../theme/theme24.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png"/><Relationship Id="rId5" Type="http://schemas.openxmlformats.org/officeDocument/2006/relationships/image" Target="../media/image2.svg"/><Relationship Id="rId6" Type="http://schemas.openxmlformats.org/officeDocument/2006/relationships/slideLayout" Target="../slideLayouts/slideLayout24.xml"/>
</Relationships>
</file>

<file path=ppt/slideMasters/_rels/slideMaster25.xml.rels><?xml version="1.0" encoding="UTF-8"?>
<Relationships xmlns="http://schemas.openxmlformats.org/package/2006/relationships"><Relationship Id="rId1" Type="http://schemas.openxmlformats.org/officeDocument/2006/relationships/theme" Target="../theme/theme25.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25.xml"/>
</Relationships>
</file>

<file path=ppt/slideMasters/_rels/slideMaster26.xml.rels><?xml version="1.0" encoding="UTF-8"?>
<Relationships xmlns="http://schemas.openxmlformats.org/package/2006/relationships"><Relationship Id="rId1" Type="http://schemas.openxmlformats.org/officeDocument/2006/relationships/theme" Target="../theme/theme26.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26.xml"/>
</Relationships>
</file>

<file path=ppt/slideMasters/_rels/slideMaster27.xml.rels><?xml version="1.0" encoding="UTF-8"?>
<Relationships xmlns="http://schemas.openxmlformats.org/package/2006/relationships"><Relationship Id="rId1" Type="http://schemas.openxmlformats.org/officeDocument/2006/relationships/theme" Target="../theme/theme2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27.xml"/>
</Relationships>
</file>

<file path=ppt/slideMasters/_rels/slideMaster28.xml.rels><?xml version="1.0" encoding="UTF-8"?>
<Relationships xmlns="http://schemas.openxmlformats.org/package/2006/relationships"><Relationship Id="rId1" Type="http://schemas.openxmlformats.org/officeDocument/2006/relationships/theme" Target="../theme/theme28.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28.xml"/>
</Relationships>
</file>

<file path=ppt/slideMasters/_rels/slideMaster29.xml.rels><?xml version="1.0" encoding="UTF-8"?>
<Relationships xmlns="http://schemas.openxmlformats.org/package/2006/relationships"><Relationship Id="rId1" Type="http://schemas.openxmlformats.org/officeDocument/2006/relationships/theme" Target="../theme/theme29.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29.xml"/>
</Relationships>
</file>

<file path=ppt/slideMasters/_rels/slideMaster30.xml.rels><?xml version="1.0" encoding="UTF-8"?>
<Relationships xmlns="http://schemas.openxmlformats.org/package/2006/relationships"><Relationship Id="rId1" Type="http://schemas.openxmlformats.org/officeDocument/2006/relationships/theme" Target="../theme/theme30.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30.xml"/>
</Relationships>
</file>

<file path=ppt/slideMasters/_rels/slideMaster31.xml.rels><?xml version="1.0" encoding="UTF-8"?>
<Relationships xmlns="http://schemas.openxmlformats.org/package/2006/relationships"><Relationship Id="rId1" Type="http://schemas.openxmlformats.org/officeDocument/2006/relationships/theme" Target="../theme/theme3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png"/><Relationship Id="rId5" Type="http://schemas.openxmlformats.org/officeDocument/2006/relationships/image" Target="../media/image2.svg"/><Relationship Id="rId6" Type="http://schemas.openxmlformats.org/officeDocument/2006/relationships/slideLayout" Target="../slideLayouts/slideLayout31.xml"/>
</Relationships>
</file>

<file path=ppt/slideMasters/_rels/slideMaster32.xml.rels><?xml version="1.0" encoding="UTF-8"?>
<Relationships xmlns="http://schemas.openxmlformats.org/package/2006/relationships"><Relationship Id="rId1" Type="http://schemas.openxmlformats.org/officeDocument/2006/relationships/theme" Target="../theme/theme32.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32.xml"/>
</Relationships>
</file>

<file path=ppt/slideMasters/_rels/slideMaster33.xml.rels><?xml version="1.0" encoding="UTF-8"?>
<Relationships xmlns="http://schemas.openxmlformats.org/package/2006/relationships"><Relationship Id="rId1" Type="http://schemas.openxmlformats.org/officeDocument/2006/relationships/theme" Target="../theme/theme33.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33.xml"/>
</Relationships>
</file>

<file path=ppt/slideMasters/_rels/slideMaster34.xml.rels><?xml version="1.0" encoding="UTF-8"?>
<Relationships xmlns="http://schemas.openxmlformats.org/package/2006/relationships"><Relationship Id="rId1" Type="http://schemas.openxmlformats.org/officeDocument/2006/relationships/theme" Target="../theme/theme34.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34.xml"/>
</Relationships>
</file>

<file path=ppt/slideMasters/_rels/slideMaster35.xml.rels><?xml version="1.0" encoding="UTF-8"?>
<Relationships xmlns="http://schemas.openxmlformats.org/package/2006/relationships"><Relationship Id="rId1" Type="http://schemas.openxmlformats.org/officeDocument/2006/relationships/theme" Target="../theme/theme35.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35.xml"/>
</Relationships>
</file>

<file path=ppt/slideMasters/_rels/slideMaster36.xml.rels><?xml version="1.0" encoding="UTF-8"?>
<Relationships xmlns="http://schemas.openxmlformats.org/package/2006/relationships"><Relationship Id="rId1" Type="http://schemas.openxmlformats.org/officeDocument/2006/relationships/theme" Target="../theme/theme36.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36.xml"/>
</Relationships>
</file>

<file path=ppt/slideMasters/_rels/slideMaster37.xml.rels><?xml version="1.0" encoding="UTF-8"?>
<Relationships xmlns="http://schemas.openxmlformats.org/package/2006/relationships"><Relationship Id="rId1" Type="http://schemas.openxmlformats.org/officeDocument/2006/relationships/theme" Target="../theme/theme3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37.xml"/>
</Relationships>
</file>

<file path=ppt/slideMasters/_rels/slideMaster38.xml.rels><?xml version="1.0" encoding="UTF-8"?>
<Relationships xmlns="http://schemas.openxmlformats.org/package/2006/relationships"><Relationship Id="rId1" Type="http://schemas.openxmlformats.org/officeDocument/2006/relationships/theme" Target="../theme/theme38.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38.xml"/>
</Relationships>
</file>

<file path=ppt/slideMasters/_rels/slideMaster39.xml.rels><?xml version="1.0" encoding="UTF-8"?>
<Relationships xmlns="http://schemas.openxmlformats.org/package/2006/relationships"><Relationship Id="rId1" Type="http://schemas.openxmlformats.org/officeDocument/2006/relationships/theme" Target="../theme/theme39.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39.xml"/>
</Relationships>
</file>

<file path=ppt/slideMasters/_rels/slideMaster40.xml.rels><?xml version="1.0" encoding="UTF-8"?>
<Relationships xmlns="http://schemas.openxmlformats.org/package/2006/relationships"><Relationship Id="rId1" Type="http://schemas.openxmlformats.org/officeDocument/2006/relationships/theme" Target="../theme/theme40.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png"/><Relationship Id="rId5" Type="http://schemas.openxmlformats.org/officeDocument/2006/relationships/image" Target="../media/image2.svg"/><Relationship Id="rId6" Type="http://schemas.openxmlformats.org/officeDocument/2006/relationships/slideLayout" Target="../slideLayouts/slideLayout40.xml"/>
</Relationships>
</file>

<file path=ppt/slideMasters/_rels/slideMaster41.xml.rels><?xml version="1.0" encoding="UTF-8"?>
<Relationships xmlns="http://schemas.openxmlformats.org/package/2006/relationships"><Relationship Id="rId1" Type="http://schemas.openxmlformats.org/officeDocument/2006/relationships/theme" Target="../theme/theme4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41.xml"/>
</Relationships>
</file>

<file path=ppt/slideMasters/_rels/slideMaster42.xml.rels><?xml version="1.0" encoding="UTF-8"?>
<Relationships xmlns="http://schemas.openxmlformats.org/package/2006/relationships"><Relationship Id="rId1" Type="http://schemas.openxmlformats.org/officeDocument/2006/relationships/theme" Target="../theme/theme42.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png"/><Relationship Id="rId5" Type="http://schemas.openxmlformats.org/officeDocument/2006/relationships/image" Target="../media/image2.svg"/><Relationship Id="rId6" Type="http://schemas.openxmlformats.org/officeDocument/2006/relationships/slideLayout" Target="../slideLayouts/slideLayout42.xml"/>
</Relationships>
</file>

<file path=ppt/slideMasters/_rels/slideMaster43.xml.rels><?xml version="1.0" encoding="UTF-8"?>
<Relationships xmlns="http://schemas.openxmlformats.org/package/2006/relationships"><Relationship Id="rId1" Type="http://schemas.openxmlformats.org/officeDocument/2006/relationships/theme" Target="../theme/theme43.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43.xml"/>
</Relationships>
</file>

<file path=ppt/slideMasters/_rels/slideMaster44.xml.rels><?xml version="1.0" encoding="UTF-8"?>
<Relationships xmlns="http://schemas.openxmlformats.org/package/2006/relationships"><Relationship Id="rId1" Type="http://schemas.openxmlformats.org/officeDocument/2006/relationships/theme" Target="../theme/theme44.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44.xml"/>
</Relationships>
</file>

<file path=ppt/slideMasters/_rels/slideMaster45.xml.rels><?xml version="1.0" encoding="UTF-8"?>
<Relationships xmlns="http://schemas.openxmlformats.org/package/2006/relationships"><Relationship Id="rId1" Type="http://schemas.openxmlformats.org/officeDocument/2006/relationships/theme" Target="../theme/theme45.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45.xml"/>
</Relationships>
</file>

<file path=ppt/slideMasters/_rels/slideMaster46.xml.rels><?xml version="1.0" encoding="UTF-8"?>
<Relationships xmlns="http://schemas.openxmlformats.org/package/2006/relationships"><Relationship Id="rId1" Type="http://schemas.openxmlformats.org/officeDocument/2006/relationships/theme" Target="../theme/theme46.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46.xml"/>
</Relationships>
</file>

<file path=ppt/slideMasters/_rels/slideMaster47.xml.rels><?xml version="1.0" encoding="UTF-8"?>
<Relationships xmlns="http://schemas.openxmlformats.org/package/2006/relationships"><Relationship Id="rId1" Type="http://schemas.openxmlformats.org/officeDocument/2006/relationships/theme" Target="../theme/theme4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47.xml"/>
</Relationships>
</file>

<file path=ppt/slideMasters/_rels/slideMaster48.xml.rels><?xml version="1.0" encoding="UTF-8"?>
<Relationships xmlns="http://schemas.openxmlformats.org/package/2006/relationships"><Relationship Id="rId1" Type="http://schemas.openxmlformats.org/officeDocument/2006/relationships/theme" Target="../theme/theme48.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svg"/><Relationship Id="rId7" Type="http://schemas.openxmlformats.org/officeDocument/2006/relationships/slideLayout" Target="../slideLayouts/slideLayout48.xml"/>
</Relationships>
</file>

<file path=ppt/slideMasters/_rels/slideMaster49.xml.rels><?xml version="1.0" encoding="UTF-8"?>
<Relationships xmlns="http://schemas.openxmlformats.org/package/2006/relationships"><Relationship Id="rId1" Type="http://schemas.openxmlformats.org/officeDocument/2006/relationships/theme" Target="../theme/theme49.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49.xml"/>
</Relationships>
</file>

<file path=ppt/slideMasters/_rels/slideMaster50.xml.rels><?xml version="1.0" encoding="UTF-8"?>
<Relationships xmlns="http://schemas.openxmlformats.org/package/2006/relationships"><Relationship Id="rId1" Type="http://schemas.openxmlformats.org/officeDocument/2006/relationships/theme" Target="../theme/theme50.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png"/><Relationship Id="rId5" Type="http://schemas.openxmlformats.org/officeDocument/2006/relationships/image" Target="../media/image2.svg"/><Relationship Id="rId6" Type="http://schemas.openxmlformats.org/officeDocument/2006/relationships/slideLayout" Target="../slideLayouts/slideLayout50.xml"/>
</Relationships>
</file>

<file path=ppt/slideMasters/_rels/slideMaster51.xml.rels><?xml version="1.0" encoding="UTF-8"?>
<Relationships xmlns="http://schemas.openxmlformats.org/package/2006/relationships"><Relationship Id="rId1" Type="http://schemas.openxmlformats.org/officeDocument/2006/relationships/theme" Target="../theme/theme5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51.xml"/>
</Relationships>
</file>

<file path=ppt/slideMasters/_rels/slideMaster52.xml.rels><?xml version="1.0" encoding="UTF-8"?>
<Relationships xmlns="http://schemas.openxmlformats.org/package/2006/relationships"><Relationship Id="rId1" Type="http://schemas.openxmlformats.org/officeDocument/2006/relationships/theme" Target="../theme/theme52.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52.xml"/>
</Relationships>
</file>

<file path=ppt/slideMasters/_rels/slideMaster53.xml.rels><?xml version="1.0" encoding="UTF-8"?>
<Relationships xmlns="http://schemas.openxmlformats.org/package/2006/relationships"><Relationship Id="rId1" Type="http://schemas.openxmlformats.org/officeDocument/2006/relationships/theme" Target="../theme/theme53.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svg"/><Relationship Id="rId7" Type="http://schemas.openxmlformats.org/officeDocument/2006/relationships/slideLayout" Target="../slideLayouts/slideLayout53.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0"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400" cy="326160"/>
          </a:xfrm>
          <a:prstGeom prst="rect">
            <a:avLst/>
          </a:prstGeom>
          <a:ln w="0">
            <a:noFill/>
          </a:ln>
        </p:spPr>
      </p:pic>
      <p:pic>
        <p:nvPicPr>
          <p:cNvPr id="1" name="Picture 2" descr="Logo, company name&#10;&#10;Description automatically generated"/>
          <p:cNvPicPr/>
          <p:nvPr/>
        </p:nvPicPr>
        <p:blipFill>
          <a:blip r:embed="rId4"/>
          <a:srcRect l="6480" t="-2130" r="3669" b="13543"/>
          <a:stretch/>
        </p:blipFill>
        <p:spPr>
          <a:xfrm>
            <a:off x="8039160" y="4599720"/>
            <a:ext cx="3997800" cy="2017080"/>
          </a:xfrm>
          <a:prstGeom prst="rect">
            <a:avLst/>
          </a:prstGeom>
          <a:ln w="0">
            <a:noFill/>
          </a:ln>
        </p:spPr>
      </p:pic>
      <p:cxnSp>
        <p:nvCxnSpPr>
          <p:cNvPr id="2" name="Straight Connector 4"/>
          <p:cNvCxnSpPr/>
          <p:nvPr/>
        </p:nvCxnSpPr>
        <p:spPr>
          <a:xfrm>
            <a:off x="983880" y="3485160"/>
            <a:ext cx="263160" cy="1080"/>
          </a:xfrm>
          <a:prstGeom prst="straightConnector1">
            <a:avLst/>
          </a:prstGeom>
          <a:ln w="19050">
            <a:solidFill>
              <a:srgbClr val="1700f3"/>
            </a:solidFill>
            <a:round/>
          </a:ln>
        </p:spPr>
      </p:cxnSp>
      <p:sp>
        <p:nvSpPr>
          <p:cNvPr id="3" name="PlaceHolder 1"/>
          <p:cNvSpPr>
            <a:spLocks noGrp="1"/>
          </p:cNvSpPr>
          <p:nvPr>
            <p:ph type="sldNum" idx="1"/>
          </p:nvPr>
        </p:nvSpPr>
        <p:spPr>
          <a:xfrm>
            <a:off x="11521440" y="6486120"/>
            <a:ext cx="319680" cy="36396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7F013753-7439-474E-AC76-3CFA2FFE2E9A}" type="slidenum">
              <a:rPr b="0" lang="en-US" sz="800" spc="-1" strike="noStrike">
                <a:solidFill>
                  <a:schemeClr val="dk1"/>
                </a:solidFill>
                <a:latin typeface="Avenir Next LT Pro"/>
                <a:ea typeface="Avenir Next"/>
              </a:rPr>
              <a:t>22</a:t>
            </a:fld>
            <a:endParaRPr b="0" lang="es-AR" sz="800" spc="-1" strike="noStrike">
              <a:solidFill>
                <a:srgbClr val="000000"/>
              </a:solidFill>
              <a:latin typeface="Times New Roman"/>
            </a:endParaRPr>
          </a:p>
        </p:txBody>
      </p:sp>
      <p:sp>
        <p:nvSpPr>
          <p:cNvPr id="4" name="PlaceHolder 2"/>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s-AR" sz="4400" spc="-1" strike="noStrike">
                <a:solidFill>
                  <a:srgbClr val="000000"/>
                </a:solidFill>
                <a:latin typeface="Arial"/>
              </a:rPr>
              <a:t>Pulse para editar el formato del texto de título</a:t>
            </a:r>
            <a:endParaRPr b="0" lang="es-AR" sz="4400" spc="-1" strike="noStrike">
              <a:solidFill>
                <a:srgbClr val="000000"/>
              </a:solidFill>
              <a:latin typeface="Arial"/>
            </a:endParaRPr>
          </a:p>
        </p:txBody>
      </p:sp>
      <p:sp>
        <p:nvSpPr>
          <p:cNvPr id="5" name="PlaceHolder 3"/>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s-AR" sz="3200" spc="-1" strike="noStrike">
                <a:solidFill>
                  <a:srgbClr val="000000"/>
                </a:solidFill>
                <a:latin typeface="Arial"/>
              </a:rPr>
              <a:t>Pulse para </a:t>
            </a:r>
            <a:r>
              <a:rPr b="0" lang="es-AR" sz="3200" spc="-1" strike="noStrike">
                <a:solidFill>
                  <a:srgbClr val="000000"/>
                </a:solidFill>
                <a:latin typeface="Arial"/>
              </a:rPr>
              <a:t>editar el formato </a:t>
            </a:r>
            <a:r>
              <a:rPr b="0" lang="es-AR" sz="3200" spc="-1" strike="noStrike">
                <a:solidFill>
                  <a:srgbClr val="000000"/>
                </a:solidFill>
                <a:latin typeface="Arial"/>
              </a:rPr>
              <a:t>de texto del </a:t>
            </a:r>
            <a:r>
              <a:rPr b="0" lang="es-AR" sz="3200" spc="-1" strike="noStrike">
                <a:solidFill>
                  <a:srgbClr val="000000"/>
                </a:solidFill>
                <a:latin typeface="Arial"/>
              </a:rPr>
              <a:t>esquema</a:t>
            </a:r>
            <a:endParaRPr b="0" lang="es-AR"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s-AR" sz="2800" spc="-1" strike="noStrike">
                <a:solidFill>
                  <a:srgbClr val="000000"/>
                </a:solidFill>
                <a:latin typeface="Arial"/>
              </a:rPr>
              <a:t>Segundo nivel </a:t>
            </a:r>
            <a:r>
              <a:rPr b="0" lang="es-AR" sz="2800" spc="-1" strike="noStrike">
                <a:solidFill>
                  <a:srgbClr val="000000"/>
                </a:solidFill>
                <a:latin typeface="Arial"/>
              </a:rPr>
              <a:t>del esquema</a:t>
            </a:r>
            <a:endParaRPr b="0" lang="es-AR"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s-AR" sz="2400" spc="-1" strike="noStrike">
                <a:solidFill>
                  <a:srgbClr val="000000"/>
                </a:solidFill>
                <a:latin typeface="Arial"/>
              </a:rPr>
              <a:t>Tercer nivel del </a:t>
            </a:r>
            <a:r>
              <a:rPr b="0" lang="es-AR" sz="2400" spc="-1" strike="noStrike">
                <a:solidFill>
                  <a:srgbClr val="000000"/>
                </a:solidFill>
                <a:latin typeface="Arial"/>
              </a:rPr>
              <a:t>esquema</a:t>
            </a:r>
            <a:endParaRPr b="0" lang="es-AR"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s-AR" sz="2000" spc="-1" strike="noStrike">
                <a:solidFill>
                  <a:srgbClr val="000000"/>
                </a:solidFill>
                <a:latin typeface="Arial"/>
              </a:rPr>
              <a:t>Cuarto nivel del </a:t>
            </a:r>
            <a:r>
              <a:rPr b="0" lang="es-AR" sz="2000" spc="-1" strike="noStrike">
                <a:solidFill>
                  <a:srgbClr val="000000"/>
                </a:solidFill>
                <a:latin typeface="Arial"/>
              </a:rPr>
              <a:t>esquema</a:t>
            </a:r>
            <a:endParaRPr b="0" lang="es-AR"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s-AR" sz="2000" spc="-1" strike="noStrike">
                <a:solidFill>
                  <a:srgbClr val="000000"/>
                </a:solidFill>
                <a:latin typeface="Arial"/>
              </a:rPr>
              <a:t>Quinto </a:t>
            </a:r>
            <a:r>
              <a:rPr b="0" lang="es-AR" sz="2000" spc="-1" strike="noStrike">
                <a:solidFill>
                  <a:srgbClr val="000000"/>
                </a:solidFill>
                <a:latin typeface="Arial"/>
              </a:rPr>
              <a:t>nivel del </a:t>
            </a:r>
            <a:r>
              <a:rPr b="0" lang="es-AR" sz="2000" spc="-1" strike="noStrike">
                <a:solidFill>
                  <a:srgbClr val="000000"/>
                </a:solidFill>
                <a:latin typeface="Arial"/>
              </a:rPr>
              <a:t>esquema</a:t>
            </a:r>
            <a:endParaRPr b="0" lang="es-AR"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s-AR" sz="2000" spc="-1" strike="noStrike">
                <a:solidFill>
                  <a:srgbClr val="000000"/>
                </a:solidFill>
                <a:latin typeface="Arial"/>
              </a:rPr>
              <a:t>Sexto </a:t>
            </a:r>
            <a:r>
              <a:rPr b="0" lang="es-AR" sz="2000" spc="-1" strike="noStrike">
                <a:solidFill>
                  <a:srgbClr val="000000"/>
                </a:solidFill>
                <a:latin typeface="Arial"/>
              </a:rPr>
              <a:t>nivel </a:t>
            </a:r>
            <a:r>
              <a:rPr b="0" lang="es-AR" sz="2000" spc="-1" strike="noStrike">
                <a:solidFill>
                  <a:srgbClr val="000000"/>
                </a:solidFill>
                <a:latin typeface="Arial"/>
              </a:rPr>
              <a:t>del </a:t>
            </a:r>
            <a:r>
              <a:rPr b="0" lang="es-AR" sz="2000" spc="-1" strike="noStrike">
                <a:solidFill>
                  <a:srgbClr val="000000"/>
                </a:solidFill>
                <a:latin typeface="Arial"/>
              </a:rPr>
              <a:t>esque</a:t>
            </a:r>
            <a:r>
              <a:rPr b="0" lang="es-AR" sz="2000" spc="-1" strike="noStrike">
                <a:solidFill>
                  <a:srgbClr val="000000"/>
                </a:solidFill>
                <a:latin typeface="Arial"/>
              </a:rPr>
              <a:t>ma</a:t>
            </a:r>
            <a:endParaRPr b="0" lang="es-AR"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s-AR" sz="2000" spc="-1" strike="noStrike">
                <a:solidFill>
                  <a:srgbClr val="000000"/>
                </a:solidFill>
                <a:latin typeface="Arial"/>
              </a:rPr>
              <a:t>Sép</a:t>
            </a:r>
            <a:r>
              <a:rPr b="0" lang="es-AR" sz="2000" spc="-1" strike="noStrike">
                <a:solidFill>
                  <a:srgbClr val="000000"/>
                </a:solidFill>
                <a:latin typeface="Arial"/>
              </a:rPr>
              <a:t>tim</a:t>
            </a:r>
            <a:r>
              <a:rPr b="0" lang="es-AR" sz="2000" spc="-1" strike="noStrike">
                <a:solidFill>
                  <a:srgbClr val="000000"/>
                </a:solidFill>
                <a:latin typeface="Arial"/>
              </a:rPr>
              <a:t>o </a:t>
            </a:r>
            <a:r>
              <a:rPr b="0" lang="es-AR" sz="2000" spc="-1" strike="noStrike">
                <a:solidFill>
                  <a:srgbClr val="000000"/>
                </a:solidFill>
                <a:latin typeface="Arial"/>
              </a:rPr>
              <a:t>nive</a:t>
            </a:r>
            <a:r>
              <a:rPr b="0" lang="es-AR" sz="2000" spc="-1" strike="noStrike">
                <a:solidFill>
                  <a:srgbClr val="000000"/>
                </a:solidFill>
                <a:latin typeface="Arial"/>
              </a:rPr>
              <a:t>l del </a:t>
            </a:r>
            <a:r>
              <a:rPr b="0" lang="es-AR" sz="2000" spc="-1" strike="noStrike">
                <a:solidFill>
                  <a:srgbClr val="000000"/>
                </a:solidFill>
                <a:latin typeface="Arial"/>
              </a:rPr>
              <a:t>esq</a:t>
            </a:r>
            <a:r>
              <a:rPr b="0" lang="es-AR" sz="2000" spc="-1" strike="noStrike">
                <a:solidFill>
                  <a:srgbClr val="000000"/>
                </a:solidFill>
                <a:latin typeface="Arial"/>
              </a:rPr>
              <a:t>ue</a:t>
            </a:r>
            <a:r>
              <a:rPr b="0" lang="es-AR" sz="2000" spc="-1" strike="noStrike">
                <a:solidFill>
                  <a:srgbClr val="000000"/>
                </a:solidFill>
                <a:latin typeface="Arial"/>
              </a:rPr>
              <a:t>ma</a:t>
            </a:r>
            <a:endParaRPr b="0" lang="es-AR"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49" r:id="rId5"/>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6"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400" cy="326160"/>
          </a:xfrm>
          <a:prstGeom prst="rect">
            <a:avLst/>
          </a:prstGeom>
          <a:ln w="0">
            <a:noFill/>
          </a:ln>
        </p:spPr>
      </p:pic>
      <p:sp>
        <p:nvSpPr>
          <p:cNvPr id="7" name="PlaceHolder 1"/>
          <p:cNvSpPr>
            <a:spLocks noGrp="1"/>
          </p:cNvSpPr>
          <p:nvPr>
            <p:ph type="sldNum" idx="2"/>
          </p:nvPr>
        </p:nvSpPr>
        <p:spPr>
          <a:xfrm>
            <a:off x="11521440" y="6486120"/>
            <a:ext cx="319680" cy="36396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902FC961-339E-4763-B922-B4956AD22633}"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
        <p:nvSpPr>
          <p:cNvPr id="8" name="PlaceHolder 2"/>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s-AR" sz="4400" spc="-1" strike="noStrike">
                <a:solidFill>
                  <a:srgbClr val="000000"/>
                </a:solidFill>
                <a:latin typeface="Arial"/>
              </a:rPr>
              <a:t>Pulse para editar el formato del texto de título</a:t>
            </a:r>
            <a:endParaRPr b="0" lang="es-AR" sz="4400" spc="-1" strike="noStrike">
              <a:solidFill>
                <a:srgbClr val="000000"/>
              </a:solidFill>
              <a:latin typeface="Arial"/>
            </a:endParaRPr>
          </a:p>
        </p:txBody>
      </p:sp>
      <p:sp>
        <p:nvSpPr>
          <p:cNvPr id="9" name="PlaceHolder 3"/>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s-AR" sz="3200" spc="-1" strike="noStrike">
                <a:solidFill>
                  <a:srgbClr val="000000"/>
                </a:solidFill>
                <a:latin typeface="Arial"/>
              </a:rPr>
              <a:t>Pulse para </a:t>
            </a:r>
            <a:r>
              <a:rPr b="0" lang="es-AR" sz="3200" spc="-1" strike="noStrike">
                <a:solidFill>
                  <a:srgbClr val="000000"/>
                </a:solidFill>
                <a:latin typeface="Arial"/>
              </a:rPr>
              <a:t>editar el </a:t>
            </a:r>
            <a:r>
              <a:rPr b="0" lang="es-AR" sz="3200" spc="-1" strike="noStrike">
                <a:solidFill>
                  <a:srgbClr val="000000"/>
                </a:solidFill>
                <a:latin typeface="Arial"/>
              </a:rPr>
              <a:t>formato de </a:t>
            </a:r>
            <a:r>
              <a:rPr b="0" lang="es-AR" sz="3200" spc="-1" strike="noStrike">
                <a:solidFill>
                  <a:srgbClr val="000000"/>
                </a:solidFill>
                <a:latin typeface="Arial"/>
              </a:rPr>
              <a:t>texto del </a:t>
            </a:r>
            <a:r>
              <a:rPr b="0" lang="es-AR" sz="3200" spc="-1" strike="noStrike">
                <a:solidFill>
                  <a:srgbClr val="000000"/>
                </a:solidFill>
                <a:latin typeface="Arial"/>
              </a:rPr>
              <a:t>esquema</a:t>
            </a:r>
            <a:endParaRPr b="0" lang="es-AR"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s-AR" sz="2800" spc="-1" strike="noStrike">
                <a:solidFill>
                  <a:srgbClr val="000000"/>
                </a:solidFill>
                <a:latin typeface="Arial"/>
              </a:rPr>
              <a:t>Segundo nivel </a:t>
            </a:r>
            <a:r>
              <a:rPr b="0" lang="es-AR" sz="2800" spc="-1" strike="noStrike">
                <a:solidFill>
                  <a:srgbClr val="000000"/>
                </a:solidFill>
                <a:latin typeface="Arial"/>
              </a:rPr>
              <a:t>del esquema</a:t>
            </a:r>
            <a:endParaRPr b="0" lang="es-AR"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s-AR" sz="2400" spc="-1" strike="noStrike">
                <a:solidFill>
                  <a:srgbClr val="000000"/>
                </a:solidFill>
                <a:latin typeface="Arial"/>
              </a:rPr>
              <a:t>Tercer nivel </a:t>
            </a:r>
            <a:r>
              <a:rPr b="0" lang="es-AR" sz="2400" spc="-1" strike="noStrike">
                <a:solidFill>
                  <a:srgbClr val="000000"/>
                </a:solidFill>
                <a:latin typeface="Arial"/>
              </a:rPr>
              <a:t>del esquema</a:t>
            </a:r>
            <a:endParaRPr b="0" lang="es-AR"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s-AR" sz="2000" spc="-1" strike="noStrike">
                <a:solidFill>
                  <a:srgbClr val="000000"/>
                </a:solidFill>
                <a:latin typeface="Arial"/>
              </a:rPr>
              <a:t>Cuarto nivel </a:t>
            </a:r>
            <a:r>
              <a:rPr b="0" lang="es-AR" sz="2000" spc="-1" strike="noStrike">
                <a:solidFill>
                  <a:srgbClr val="000000"/>
                </a:solidFill>
                <a:latin typeface="Arial"/>
              </a:rPr>
              <a:t>del esquema</a:t>
            </a:r>
            <a:endParaRPr b="0" lang="es-AR"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s-AR" sz="2000" spc="-1" strike="noStrike">
                <a:solidFill>
                  <a:srgbClr val="000000"/>
                </a:solidFill>
                <a:latin typeface="Arial"/>
              </a:rPr>
              <a:t>Quinto </a:t>
            </a:r>
            <a:r>
              <a:rPr b="0" lang="es-AR" sz="2000" spc="-1" strike="noStrike">
                <a:solidFill>
                  <a:srgbClr val="000000"/>
                </a:solidFill>
                <a:latin typeface="Arial"/>
              </a:rPr>
              <a:t>nivel del </a:t>
            </a:r>
            <a:r>
              <a:rPr b="0" lang="es-AR" sz="2000" spc="-1" strike="noStrike">
                <a:solidFill>
                  <a:srgbClr val="000000"/>
                </a:solidFill>
                <a:latin typeface="Arial"/>
              </a:rPr>
              <a:t>esquema</a:t>
            </a:r>
            <a:endParaRPr b="0" lang="es-AR"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s-AR" sz="2000" spc="-1" strike="noStrike">
                <a:solidFill>
                  <a:srgbClr val="000000"/>
                </a:solidFill>
                <a:latin typeface="Arial"/>
              </a:rPr>
              <a:t>Sexto </a:t>
            </a:r>
            <a:r>
              <a:rPr b="0" lang="es-AR" sz="2000" spc="-1" strike="noStrike">
                <a:solidFill>
                  <a:srgbClr val="000000"/>
                </a:solidFill>
                <a:latin typeface="Arial"/>
              </a:rPr>
              <a:t>nivel </a:t>
            </a:r>
            <a:r>
              <a:rPr b="0" lang="es-AR" sz="2000" spc="-1" strike="noStrike">
                <a:solidFill>
                  <a:srgbClr val="000000"/>
                </a:solidFill>
                <a:latin typeface="Arial"/>
              </a:rPr>
              <a:t>del </a:t>
            </a:r>
            <a:r>
              <a:rPr b="0" lang="es-AR" sz="2000" spc="-1" strike="noStrike">
                <a:solidFill>
                  <a:srgbClr val="000000"/>
                </a:solidFill>
                <a:latin typeface="Arial"/>
              </a:rPr>
              <a:t>esqu</a:t>
            </a:r>
            <a:r>
              <a:rPr b="0" lang="es-AR" sz="2000" spc="-1" strike="noStrike">
                <a:solidFill>
                  <a:srgbClr val="000000"/>
                </a:solidFill>
                <a:latin typeface="Arial"/>
              </a:rPr>
              <a:t>ema</a:t>
            </a:r>
            <a:endParaRPr b="0" lang="es-AR"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s-AR" sz="2000" spc="-1" strike="noStrike">
                <a:solidFill>
                  <a:srgbClr val="000000"/>
                </a:solidFill>
                <a:latin typeface="Arial"/>
              </a:rPr>
              <a:t>S</a:t>
            </a:r>
            <a:r>
              <a:rPr b="0" lang="es-AR" sz="2000" spc="-1" strike="noStrike">
                <a:solidFill>
                  <a:srgbClr val="000000"/>
                </a:solidFill>
                <a:latin typeface="Arial"/>
              </a:rPr>
              <a:t>é</a:t>
            </a:r>
            <a:r>
              <a:rPr b="0" lang="es-AR" sz="2000" spc="-1" strike="noStrike">
                <a:solidFill>
                  <a:srgbClr val="000000"/>
                </a:solidFill>
                <a:latin typeface="Arial"/>
              </a:rPr>
              <a:t>pt</a:t>
            </a:r>
            <a:r>
              <a:rPr b="0" lang="es-AR" sz="2000" spc="-1" strike="noStrike">
                <a:solidFill>
                  <a:srgbClr val="000000"/>
                </a:solidFill>
                <a:latin typeface="Arial"/>
              </a:rPr>
              <a:t>i</a:t>
            </a:r>
            <a:r>
              <a:rPr b="0" lang="es-AR" sz="2000" spc="-1" strike="noStrike">
                <a:solidFill>
                  <a:srgbClr val="000000"/>
                </a:solidFill>
                <a:latin typeface="Arial"/>
              </a:rPr>
              <a:t>m</a:t>
            </a:r>
            <a:r>
              <a:rPr b="0" lang="es-AR" sz="2000" spc="-1" strike="noStrike">
                <a:solidFill>
                  <a:srgbClr val="000000"/>
                </a:solidFill>
                <a:latin typeface="Arial"/>
              </a:rPr>
              <a:t>o </a:t>
            </a:r>
            <a:r>
              <a:rPr b="0" lang="es-AR" sz="2000" spc="-1" strike="noStrike">
                <a:solidFill>
                  <a:srgbClr val="000000"/>
                </a:solidFill>
                <a:latin typeface="Arial"/>
              </a:rPr>
              <a:t>ni</a:t>
            </a:r>
            <a:r>
              <a:rPr b="0" lang="es-AR" sz="2000" spc="-1" strike="noStrike">
                <a:solidFill>
                  <a:srgbClr val="000000"/>
                </a:solidFill>
                <a:latin typeface="Arial"/>
              </a:rPr>
              <a:t>v</a:t>
            </a:r>
            <a:r>
              <a:rPr b="0" lang="es-AR" sz="2000" spc="-1" strike="noStrike">
                <a:solidFill>
                  <a:srgbClr val="000000"/>
                </a:solidFill>
                <a:latin typeface="Arial"/>
              </a:rPr>
              <a:t>el </a:t>
            </a:r>
            <a:r>
              <a:rPr b="0" lang="es-AR" sz="2000" spc="-1" strike="noStrike">
                <a:solidFill>
                  <a:srgbClr val="000000"/>
                </a:solidFill>
                <a:latin typeface="Arial"/>
              </a:rPr>
              <a:t>d</a:t>
            </a:r>
            <a:r>
              <a:rPr b="0" lang="es-AR" sz="2000" spc="-1" strike="noStrike">
                <a:solidFill>
                  <a:srgbClr val="000000"/>
                </a:solidFill>
                <a:latin typeface="Arial"/>
              </a:rPr>
              <a:t>el </a:t>
            </a:r>
            <a:r>
              <a:rPr b="0" lang="es-AR" sz="2000" spc="-1" strike="noStrike">
                <a:solidFill>
                  <a:srgbClr val="000000"/>
                </a:solidFill>
                <a:latin typeface="Arial"/>
              </a:rPr>
              <a:t>e</a:t>
            </a:r>
            <a:r>
              <a:rPr b="0" lang="es-AR" sz="2000" spc="-1" strike="noStrike">
                <a:solidFill>
                  <a:srgbClr val="000000"/>
                </a:solidFill>
                <a:latin typeface="Arial"/>
              </a:rPr>
              <a:t>s</a:t>
            </a:r>
            <a:r>
              <a:rPr b="0" lang="es-AR" sz="2000" spc="-1" strike="noStrike">
                <a:solidFill>
                  <a:srgbClr val="000000"/>
                </a:solidFill>
                <a:latin typeface="Arial"/>
              </a:rPr>
              <a:t>q</a:t>
            </a:r>
            <a:r>
              <a:rPr b="0" lang="es-AR" sz="2000" spc="-1" strike="noStrike">
                <a:solidFill>
                  <a:srgbClr val="000000"/>
                </a:solidFill>
                <a:latin typeface="Arial"/>
              </a:rPr>
              <a:t>u</a:t>
            </a:r>
            <a:r>
              <a:rPr b="0" lang="es-AR" sz="2000" spc="-1" strike="noStrike">
                <a:solidFill>
                  <a:srgbClr val="000000"/>
                </a:solidFill>
                <a:latin typeface="Arial"/>
              </a:rPr>
              <a:t>e</a:t>
            </a:r>
            <a:r>
              <a:rPr b="0" lang="es-AR" sz="2000" spc="-1" strike="noStrike">
                <a:solidFill>
                  <a:srgbClr val="000000"/>
                </a:solidFill>
                <a:latin typeface="Arial"/>
              </a:rPr>
              <a:t>m</a:t>
            </a:r>
            <a:r>
              <a:rPr b="0" lang="es-AR" sz="2000" spc="-1" strike="noStrike">
                <a:solidFill>
                  <a:srgbClr val="000000"/>
                </a:solidFill>
                <a:latin typeface="Arial"/>
              </a:rPr>
              <a:t>a</a:t>
            </a:r>
            <a:endParaRPr b="0" lang="es-AR"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51" r:id="rId4"/>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10"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400" cy="326160"/>
          </a:xfrm>
          <a:prstGeom prst="rect">
            <a:avLst/>
          </a:prstGeom>
          <a:ln w="0">
            <a:noFill/>
          </a:ln>
        </p:spPr>
      </p:pic>
      <p:sp>
        <p:nvSpPr>
          <p:cNvPr id="11" name="PlaceHolder 1"/>
          <p:cNvSpPr>
            <a:spLocks noGrp="1"/>
          </p:cNvSpPr>
          <p:nvPr>
            <p:ph type="sldNum" idx="3"/>
          </p:nvPr>
        </p:nvSpPr>
        <p:spPr>
          <a:xfrm>
            <a:off x="11521440" y="6486120"/>
            <a:ext cx="319680" cy="36396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F6BB93AE-95BB-47EA-88DF-9BA6653F582A}"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3" r:id="rId4"/>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12"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400" cy="326160"/>
          </a:xfrm>
          <a:prstGeom prst="rect">
            <a:avLst/>
          </a:prstGeom>
          <a:ln w="0">
            <a:noFill/>
          </a:ln>
        </p:spPr>
      </p:pic>
      <p:sp>
        <p:nvSpPr>
          <p:cNvPr id="13" name="Text Placeholder 5"/>
          <p:cNvSpPr/>
          <p:nvPr/>
        </p:nvSpPr>
        <p:spPr>
          <a:xfrm>
            <a:off x="4276800" y="617040"/>
            <a:ext cx="7241040" cy="7241040"/>
          </a:xfrm>
          <a:prstGeom prst="chord">
            <a:avLst>
              <a:gd name="adj1" fmla="val 23405"/>
              <a:gd name="adj2" fmla="val 4101"/>
            </a:avLst>
          </a:prstGeom>
          <a:solidFill>
            <a:schemeClr val="bg1"/>
          </a:solidFill>
          <a:ln>
            <a:noFill/>
          </a:ln>
          <a:effectLst>
            <a:outerShdw algn="tl" blurRad="635040" rotWithShape="0" sx="105000" sy="10500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rIns="90000" tIns="457200" bIns="45000" anchor="ctr">
            <a:noAutofit/>
          </a:bodyPr>
          <a:p>
            <a:pPr marL="7920" algn="ctr" defTabSz="914400">
              <a:lnSpc>
                <a:spcPct val="90000"/>
              </a:lnSpc>
              <a:spcBef>
                <a:spcPts val="1001"/>
              </a:spcBef>
              <a:tabLst>
                <a:tab algn="l" pos="0"/>
              </a:tabLst>
            </a:pPr>
            <a:r>
              <a:rPr b="1" lang="en-US" sz="1600" spc="43" strike="noStrike" cap="all">
                <a:solidFill>
                  <a:schemeClr val="accent1"/>
                </a:solidFill>
                <a:latin typeface="Avenir Next LT Pro Demi"/>
              </a:rPr>
              <a:t>series</a:t>
            </a:r>
            <a:endParaRPr b="0" lang="es-AR" sz="1600" spc="-1" strike="noStrike">
              <a:solidFill>
                <a:srgbClr val="000000"/>
              </a:solidFill>
              <a:latin typeface="Arial"/>
            </a:endParaRPr>
          </a:p>
        </p:txBody>
      </p:sp>
      <p:sp>
        <p:nvSpPr>
          <p:cNvPr id="14" name="Text Placeholder 5"/>
          <p:cNvSpPr/>
          <p:nvPr/>
        </p:nvSpPr>
        <p:spPr>
          <a:xfrm>
            <a:off x="4276800" y="617040"/>
            <a:ext cx="7238160" cy="7238160"/>
          </a:xfrm>
          <a:prstGeom prst="chord">
            <a:avLst>
              <a:gd name="adj1" fmla="val 10800151"/>
              <a:gd name="adj2" fmla="val 21598022"/>
            </a:avLst>
          </a:prstGeom>
          <a:solidFill>
            <a:schemeClr val="bg1"/>
          </a:solidFill>
          <a:ln>
            <a:noFill/>
          </a:ln>
          <a:effectLst>
            <a:outerShdw algn="tl" blurRad="609480"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rIns="90000" tIns="1280160" bIns="45000" anchor="t">
            <a:noAutofit/>
          </a:bodyPr>
          <a:p>
            <a:pPr algn="ctr" defTabSz="914400">
              <a:lnSpc>
                <a:spcPct val="90000"/>
              </a:lnSpc>
              <a:spcBef>
                <a:spcPts val="1001"/>
              </a:spcBef>
              <a:tabLst>
                <a:tab algn="l" pos="0"/>
              </a:tabLst>
            </a:pPr>
            <a:r>
              <a:rPr b="0" lang="en-US" sz="9000" spc="43" strike="noStrike">
                <a:solidFill>
                  <a:schemeClr val="accent1"/>
                </a:solidFill>
                <a:latin typeface="Avenir Next LT Pro"/>
              </a:rPr>
              <a:t>$XX</a:t>
            </a:r>
            <a:endParaRPr b="0" lang="es-AR" sz="9000" spc="-1" strike="noStrike">
              <a:solidFill>
                <a:srgbClr val="000000"/>
              </a:solidFill>
              <a:latin typeface="Arial"/>
            </a:endParaRPr>
          </a:p>
        </p:txBody>
      </p:sp>
      <p:sp>
        <p:nvSpPr>
          <p:cNvPr id="15" name="Text Placeholder 5"/>
          <p:cNvSpPr/>
          <p:nvPr/>
        </p:nvSpPr>
        <p:spPr>
          <a:xfrm>
            <a:off x="2419560" y="2297520"/>
            <a:ext cx="3877200" cy="3877200"/>
          </a:xfrm>
          <a:prstGeom prst="chord">
            <a:avLst>
              <a:gd name="adj1" fmla="val 23405"/>
              <a:gd name="adj2" fmla="val 4101"/>
            </a:avLst>
          </a:prstGeom>
          <a:solidFill>
            <a:schemeClr val="bg1"/>
          </a:solidFill>
          <a:ln>
            <a:noFill/>
          </a:ln>
          <a:effectLst>
            <a:outerShdw algn="tl" blurRad="635040" rotWithShape="0" sx="105000" sy="10500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rIns="90000" tIns="457200" bIns="45000" anchor="ctr">
            <a:noAutofit/>
          </a:bodyPr>
          <a:p>
            <a:pPr marL="7920" algn="ctr" defTabSz="914400">
              <a:lnSpc>
                <a:spcPct val="90000"/>
              </a:lnSpc>
              <a:spcBef>
                <a:spcPts val="1001"/>
              </a:spcBef>
              <a:tabLst>
                <a:tab algn="l" pos="0"/>
              </a:tabLst>
            </a:pPr>
            <a:r>
              <a:rPr b="1" lang="en-US" sz="1600" spc="43" strike="noStrike" cap="all">
                <a:solidFill>
                  <a:schemeClr val="accent1"/>
                </a:solidFill>
                <a:latin typeface="Avenir Next LT Pro Demi"/>
              </a:rPr>
              <a:t>series</a:t>
            </a:r>
            <a:endParaRPr b="0" lang="es-AR" sz="1600" spc="-1" strike="noStrike">
              <a:solidFill>
                <a:srgbClr val="000000"/>
              </a:solidFill>
              <a:latin typeface="Arial"/>
            </a:endParaRPr>
          </a:p>
        </p:txBody>
      </p:sp>
      <p:sp>
        <p:nvSpPr>
          <p:cNvPr id="16" name="Text Placeholder 5"/>
          <p:cNvSpPr/>
          <p:nvPr/>
        </p:nvSpPr>
        <p:spPr>
          <a:xfrm>
            <a:off x="2419560" y="2297520"/>
            <a:ext cx="3877200" cy="3877200"/>
          </a:xfrm>
          <a:prstGeom prst="chord">
            <a:avLst>
              <a:gd name="adj1" fmla="val 10795454"/>
              <a:gd name="adj2" fmla="val 4101"/>
            </a:avLst>
          </a:prstGeom>
          <a:solidFill>
            <a:schemeClr val="bg1"/>
          </a:solidFill>
          <a:ln>
            <a:noFill/>
          </a:ln>
          <a:effectLst>
            <a:outerShdw algn="tl" blurRad="635040" rotWithShape="0" sx="105000" sy="10500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rIns="90000" tIns="548640" bIns="45000" anchor="t">
            <a:noAutofit/>
          </a:bodyPr>
          <a:p>
            <a:pPr marL="7920" algn="ctr" defTabSz="914400">
              <a:lnSpc>
                <a:spcPct val="90000"/>
              </a:lnSpc>
              <a:spcBef>
                <a:spcPts val="1001"/>
              </a:spcBef>
              <a:tabLst>
                <a:tab algn="l" pos="0"/>
              </a:tabLst>
            </a:pPr>
            <a:r>
              <a:rPr b="0" lang="en-US" sz="4800" spc="43" strike="noStrike">
                <a:solidFill>
                  <a:schemeClr val="accent1"/>
                </a:solidFill>
                <a:latin typeface="Avenir Next LT Pro"/>
              </a:rPr>
              <a:t>$XX</a:t>
            </a:r>
            <a:endParaRPr b="0" lang="es-AR" sz="4800" spc="-1" strike="noStrike">
              <a:solidFill>
                <a:srgbClr val="000000"/>
              </a:solidFill>
              <a:latin typeface="Arial"/>
            </a:endParaRPr>
          </a:p>
        </p:txBody>
      </p:sp>
      <p:sp>
        <p:nvSpPr>
          <p:cNvPr id="17" name="Text Placeholder 5"/>
          <p:cNvSpPr/>
          <p:nvPr/>
        </p:nvSpPr>
        <p:spPr>
          <a:xfrm>
            <a:off x="410040" y="3008520"/>
            <a:ext cx="2455560" cy="2455560"/>
          </a:xfrm>
          <a:prstGeom prst="chord">
            <a:avLst>
              <a:gd name="adj1" fmla="val 21590024"/>
              <a:gd name="adj2" fmla="val 10817800"/>
            </a:avLst>
          </a:prstGeom>
          <a:solidFill>
            <a:schemeClr val="accent1"/>
          </a:solidFill>
          <a:ln>
            <a:noFill/>
          </a:ln>
          <a:effectLst>
            <a:outerShdw algn="tl" blurRad="635040" rotWithShape="0" sx="105000" sy="10500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wrap="none" lIns="0" rIns="0" tIns="1188720" bIns="0" anchor="t">
            <a:noAutofit/>
          </a:bodyPr>
          <a:p>
            <a:pPr algn="ctr" defTabSz="914400">
              <a:lnSpc>
                <a:spcPct val="90000"/>
              </a:lnSpc>
              <a:spcBef>
                <a:spcPts val="1001"/>
              </a:spcBef>
              <a:tabLst>
                <a:tab algn="l" pos="0"/>
              </a:tabLst>
            </a:pPr>
            <a:r>
              <a:rPr b="0" lang="en-US" sz="3600" spc="43" strike="noStrike">
                <a:solidFill>
                  <a:schemeClr val="lt1"/>
                </a:solidFill>
                <a:latin typeface="Avenir Next LT Pro"/>
              </a:rPr>
              <a:t>$XX</a:t>
            </a:r>
            <a:endParaRPr b="0" lang="es-AR" sz="3600" spc="-1" strike="noStrike">
              <a:solidFill>
                <a:srgbClr val="ffffff"/>
              </a:solidFill>
              <a:latin typeface="Arial"/>
            </a:endParaRPr>
          </a:p>
        </p:txBody>
      </p:sp>
      <p:sp>
        <p:nvSpPr>
          <p:cNvPr id="18" name="PlaceHolder 1"/>
          <p:cNvSpPr>
            <a:spLocks noGrp="1"/>
          </p:cNvSpPr>
          <p:nvPr>
            <p:ph type="sldNum" idx="4"/>
          </p:nvPr>
        </p:nvSpPr>
        <p:spPr>
          <a:xfrm>
            <a:off x="11521440" y="6400800"/>
            <a:ext cx="319680" cy="36396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2C6174E1-27EC-43BD-AD83-56FECCAF50C2}"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5" r:id="rId4"/>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19"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400" cy="326160"/>
          </a:xfrm>
          <a:prstGeom prst="rect">
            <a:avLst/>
          </a:prstGeom>
          <a:ln w="0">
            <a:noFill/>
          </a:ln>
        </p:spPr>
      </p:pic>
      <p:sp>
        <p:nvSpPr>
          <p:cNvPr id="20" name="Rectangle 10"/>
          <p:cNvSpPr/>
          <p:nvPr/>
        </p:nvSpPr>
        <p:spPr>
          <a:xfrm>
            <a:off x="178560" y="6031440"/>
            <a:ext cx="11833560" cy="68472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21" name="PlaceHolder 1"/>
          <p:cNvSpPr>
            <a:spLocks noGrp="1"/>
          </p:cNvSpPr>
          <p:nvPr>
            <p:ph type="sldNum" idx="5"/>
          </p:nvPr>
        </p:nvSpPr>
        <p:spPr>
          <a:xfrm>
            <a:off x="11521440" y="6486120"/>
            <a:ext cx="319680" cy="36396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lt1"/>
                </a:solidFill>
                <a:latin typeface="Avenir Next LT Pro"/>
                <a:ea typeface="Avenir Next"/>
              </a:defRPr>
            </a:lvl1pPr>
          </a:lstStyle>
          <a:p>
            <a:pPr indent="0" algn="r" defTabSz="914400">
              <a:lnSpc>
                <a:spcPct val="100000"/>
              </a:lnSpc>
              <a:buNone/>
              <a:tabLst>
                <a:tab algn="l" pos="0"/>
              </a:tabLst>
            </a:pPr>
            <a:fld id="{830315EC-D858-4188-800C-3187A3BEC026}" type="slidenum">
              <a:rPr b="0" lang="en-US" sz="800" spc="-1" strike="noStrike">
                <a:solidFill>
                  <a:schemeClr val="lt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7" r:id="rId4"/>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22"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400" cy="326160"/>
          </a:xfrm>
          <a:prstGeom prst="rect">
            <a:avLst/>
          </a:prstGeom>
          <a:ln w="0">
            <a:noFill/>
          </a:ln>
        </p:spPr>
      </p:pic>
      <p:sp>
        <p:nvSpPr>
          <p:cNvPr id="23" name="PlaceHolder 1"/>
          <p:cNvSpPr>
            <a:spLocks noGrp="1"/>
          </p:cNvSpPr>
          <p:nvPr>
            <p:ph type="sldNum" idx="6"/>
          </p:nvPr>
        </p:nvSpPr>
        <p:spPr>
          <a:xfrm>
            <a:off x="11521440" y="6486120"/>
            <a:ext cx="319680" cy="36396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78290942-B4A2-4D44-9DF5-6E5A70206DEF}"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9" r:id="rId4"/>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24"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400" cy="326160"/>
          </a:xfrm>
          <a:prstGeom prst="rect">
            <a:avLst/>
          </a:prstGeom>
          <a:ln w="0">
            <a:noFill/>
          </a:ln>
        </p:spPr>
      </p:pic>
      <p:sp>
        <p:nvSpPr>
          <p:cNvPr id="25" name="Rectangle 7"/>
          <p:cNvSpPr/>
          <p:nvPr/>
        </p:nvSpPr>
        <p:spPr>
          <a:xfrm>
            <a:off x="178560" y="6031440"/>
            <a:ext cx="11833560" cy="68472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26" name="PlaceHolder 1"/>
          <p:cNvSpPr>
            <a:spLocks noGrp="1"/>
          </p:cNvSpPr>
          <p:nvPr>
            <p:ph type="sldNum" idx="7"/>
          </p:nvPr>
        </p:nvSpPr>
        <p:spPr>
          <a:xfrm>
            <a:off x="11521440" y="6486120"/>
            <a:ext cx="319680" cy="36396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lt1"/>
                </a:solidFill>
                <a:latin typeface="Avenir Next LT Pro"/>
                <a:ea typeface="Avenir Next"/>
              </a:defRPr>
            </a:lvl1pPr>
          </a:lstStyle>
          <a:p>
            <a:pPr indent="0" algn="r" defTabSz="914400">
              <a:lnSpc>
                <a:spcPct val="100000"/>
              </a:lnSpc>
              <a:buNone/>
              <a:tabLst>
                <a:tab algn="l" pos="0"/>
              </a:tabLst>
            </a:pPr>
            <a:fld id="{84017C90-215A-49EC-A131-27FE3BF9FF0C}" type="slidenum">
              <a:rPr b="0" lang="en-US" sz="800" spc="-1" strike="noStrike">
                <a:solidFill>
                  <a:schemeClr val="lt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1" r:id="rId4"/>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27"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400" cy="326160"/>
          </a:xfrm>
          <a:prstGeom prst="rect">
            <a:avLst/>
          </a:prstGeom>
          <a:ln w="0">
            <a:noFill/>
          </a:ln>
        </p:spPr>
      </p:pic>
      <p:pic>
        <p:nvPicPr>
          <p:cNvPr id="28" name="Graphic 1" descr=""/>
          <p:cNvPicPr/>
          <p:nvPr/>
        </p:nvPicPr>
        <p:blipFill>
          <a:blip r:embed="rId4">
            <a:extLst>
              <a:ext uri="{96DAC541-7B7A-43D3-8B79-37D633B846F1}">
                <asvg:svgBlip xmlns:asvg="http://schemas.microsoft.com/office/drawing/2016/SVG/main" r:embed="rId5"/>
              </a:ext>
            </a:extLst>
          </a:blip>
          <a:stretch/>
        </p:blipFill>
        <p:spPr>
          <a:xfrm>
            <a:off x="11273040" y="222840"/>
            <a:ext cx="653400" cy="326160"/>
          </a:xfrm>
          <a:prstGeom prst="rect">
            <a:avLst/>
          </a:prstGeom>
          <a:ln w="0">
            <a:noFill/>
          </a:ln>
        </p:spPr>
      </p:pic>
      <p:sp>
        <p:nvSpPr>
          <p:cNvPr id="29" name="PlaceHolder 1"/>
          <p:cNvSpPr>
            <a:spLocks noGrp="1"/>
          </p:cNvSpPr>
          <p:nvPr>
            <p:ph type="sldNum" idx="8"/>
          </p:nvPr>
        </p:nvSpPr>
        <p:spPr>
          <a:xfrm>
            <a:off x="11521440" y="6486120"/>
            <a:ext cx="319680" cy="36396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1588D43E-6F90-4E58-9ECE-5AC6D7075D25}"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3" r:id="rId6"/>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30"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400" cy="326160"/>
          </a:xfrm>
          <a:prstGeom prst="rect">
            <a:avLst/>
          </a:prstGeom>
          <a:ln w="0">
            <a:noFill/>
          </a:ln>
        </p:spPr>
      </p:pic>
      <p:sp>
        <p:nvSpPr>
          <p:cNvPr id="31" name="Rectangle 1"/>
          <p:cNvSpPr/>
          <p:nvPr/>
        </p:nvSpPr>
        <p:spPr>
          <a:xfrm>
            <a:off x="6095880" y="0"/>
            <a:ext cx="6094800" cy="685692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pic>
        <p:nvPicPr>
          <p:cNvPr id="32" name="Graphic 2" descr=""/>
          <p:cNvPicPr/>
          <p:nvPr/>
        </p:nvPicPr>
        <p:blipFill>
          <a:blip r:embed="rId4">
            <a:extLst>
              <a:ext uri="{96DAC541-7B7A-43D3-8B79-37D633B846F1}">
                <asvg:svgBlip xmlns:asvg="http://schemas.microsoft.com/office/drawing/2016/SVG/main" r:embed="rId5"/>
              </a:ext>
            </a:extLst>
          </a:blip>
          <a:stretch/>
        </p:blipFill>
        <p:spPr>
          <a:xfrm>
            <a:off x="11273040" y="222840"/>
            <a:ext cx="653400" cy="326160"/>
          </a:xfrm>
          <a:prstGeom prst="rect">
            <a:avLst/>
          </a:prstGeom>
          <a:ln w="0">
            <a:noFill/>
          </a:ln>
        </p:spPr>
      </p:pic>
      <p:sp>
        <p:nvSpPr>
          <p:cNvPr id="33" name="PlaceHolder 1"/>
          <p:cNvSpPr>
            <a:spLocks noGrp="1"/>
          </p:cNvSpPr>
          <p:nvPr>
            <p:ph type="sldNum" idx="9"/>
          </p:nvPr>
        </p:nvSpPr>
        <p:spPr>
          <a:xfrm>
            <a:off x="11521440" y="6486120"/>
            <a:ext cx="319680" cy="36396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EB4A1FC3-0CF7-45CC-A97F-00C2DE2C5D50}"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5" r:id="rId6"/>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34"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400" cy="326160"/>
          </a:xfrm>
          <a:prstGeom prst="rect">
            <a:avLst/>
          </a:prstGeom>
          <a:ln w="0">
            <a:noFill/>
          </a:ln>
        </p:spPr>
      </p:pic>
      <p:sp>
        <p:nvSpPr>
          <p:cNvPr id="35" name="Rectangle 5"/>
          <p:cNvSpPr/>
          <p:nvPr/>
        </p:nvSpPr>
        <p:spPr>
          <a:xfrm flipV="1">
            <a:off x="0" y="-720"/>
            <a:ext cx="12191040" cy="1815840"/>
          </a:xfrm>
          <a:prstGeom prst="rect">
            <a:avLst/>
          </a:prstGeom>
          <a:solidFill>
            <a:schemeClr val="bg1"/>
          </a:solidFill>
          <a:ln>
            <a:noFill/>
          </a:ln>
          <a:effectLst>
            <a:outerShdw algn="ctr" blurRad="635040" rotWithShape="0" sx="105000" sy="10500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sp>
        <p:nvSpPr>
          <p:cNvPr id="36" name="Rounded Rectangle 7"/>
          <p:cNvSpPr/>
          <p:nvPr/>
        </p:nvSpPr>
        <p:spPr>
          <a:xfrm>
            <a:off x="549360" y="2670840"/>
            <a:ext cx="2958480" cy="3560760"/>
          </a:xfrm>
          <a:prstGeom prst="roundRect">
            <a:avLst>
              <a:gd name="adj" fmla="val 4811"/>
            </a:avLst>
          </a:prstGeom>
          <a:solidFill>
            <a:schemeClr val="bg1"/>
          </a:solidFill>
          <a:ln>
            <a:noFill/>
          </a:ln>
          <a:effectLst>
            <a:outerShdw algn="ctr" blurRad="635040" rotWithShape="0" sx="105000" sy="10500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sp>
        <p:nvSpPr>
          <p:cNvPr id="37" name="Rounded Rectangle 9"/>
          <p:cNvSpPr/>
          <p:nvPr/>
        </p:nvSpPr>
        <p:spPr>
          <a:xfrm>
            <a:off x="4629240" y="2670840"/>
            <a:ext cx="2958480" cy="3560760"/>
          </a:xfrm>
          <a:prstGeom prst="roundRect">
            <a:avLst>
              <a:gd name="adj" fmla="val 4811"/>
            </a:avLst>
          </a:prstGeom>
          <a:solidFill>
            <a:schemeClr val="bg1"/>
          </a:solidFill>
          <a:ln>
            <a:noFill/>
          </a:ln>
          <a:effectLst>
            <a:outerShdw algn="ctr" blurRad="635040" rotWithShape="0" sx="105000" sy="10500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sp>
        <p:nvSpPr>
          <p:cNvPr id="38" name="Rounded Rectangle 11"/>
          <p:cNvSpPr/>
          <p:nvPr/>
        </p:nvSpPr>
        <p:spPr>
          <a:xfrm>
            <a:off x="8709480" y="2670840"/>
            <a:ext cx="2958480" cy="3560760"/>
          </a:xfrm>
          <a:prstGeom prst="roundRect">
            <a:avLst>
              <a:gd name="adj" fmla="val 4811"/>
            </a:avLst>
          </a:prstGeom>
          <a:solidFill>
            <a:schemeClr val="bg1"/>
          </a:solidFill>
          <a:ln>
            <a:noFill/>
          </a:ln>
          <a:effectLst>
            <a:outerShdw algn="ctr" blurRad="635040" rotWithShape="0" sx="105000" sy="10500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sp>
        <p:nvSpPr>
          <p:cNvPr id="39" name="Cross 14"/>
          <p:cNvSpPr/>
          <p:nvPr/>
        </p:nvSpPr>
        <p:spPr>
          <a:xfrm>
            <a:off x="3764160" y="4116960"/>
            <a:ext cx="601200" cy="601200"/>
          </a:xfrm>
          <a:prstGeom prst="plus">
            <a:avLst>
              <a:gd name="adj" fmla="val 40362"/>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a:endParaRPr>
          </a:p>
        </p:txBody>
      </p:sp>
      <p:sp>
        <p:nvSpPr>
          <p:cNvPr id="40" name="Equal 15"/>
          <p:cNvSpPr/>
          <p:nvPr/>
        </p:nvSpPr>
        <p:spPr>
          <a:xfrm>
            <a:off x="7741440" y="4116240"/>
            <a:ext cx="823320" cy="602280"/>
          </a:xfrm>
          <a:prstGeom prst="mathEqual">
            <a:avLst>
              <a:gd name="adj1" fmla="val 18785"/>
              <a:gd name="adj2" fmla="val 19125"/>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a:endParaRPr>
          </a:p>
        </p:txBody>
      </p:sp>
      <p:pic>
        <p:nvPicPr>
          <p:cNvPr id="41" name="Graphic 13" descr=""/>
          <p:cNvPicPr/>
          <p:nvPr/>
        </p:nvPicPr>
        <p:blipFill>
          <a:blip r:embed="rId4">
            <a:extLst>
              <a:ext uri="{96DAC541-7B7A-43D3-8B79-37D633B846F1}">
                <asvg:svgBlip xmlns:asvg="http://schemas.microsoft.com/office/drawing/2016/SVG/main" r:embed="rId5"/>
              </a:ext>
            </a:extLst>
          </a:blip>
          <a:stretch/>
        </p:blipFill>
        <p:spPr>
          <a:xfrm>
            <a:off x="11273040" y="222840"/>
            <a:ext cx="653400" cy="326160"/>
          </a:xfrm>
          <a:prstGeom prst="rect">
            <a:avLst/>
          </a:prstGeom>
          <a:ln w="0">
            <a:noFill/>
          </a:ln>
        </p:spPr>
      </p:pic>
      <p:sp>
        <p:nvSpPr>
          <p:cNvPr id="42" name="PlaceHolder 1"/>
          <p:cNvSpPr>
            <a:spLocks noGrp="1"/>
          </p:cNvSpPr>
          <p:nvPr>
            <p:ph type="sldNum" idx="10"/>
          </p:nvPr>
        </p:nvSpPr>
        <p:spPr>
          <a:xfrm>
            <a:off x="11521440" y="6486120"/>
            <a:ext cx="319680" cy="36396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364C0F32-F973-490A-8C92-05E35F1607F4}"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7" r:id="rId6"/>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43"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400" cy="326160"/>
          </a:xfrm>
          <a:prstGeom prst="rect">
            <a:avLst/>
          </a:prstGeom>
          <a:ln w="0">
            <a:noFill/>
          </a:ln>
        </p:spPr>
      </p:pic>
      <p:sp>
        <p:nvSpPr>
          <p:cNvPr id="44" name="Cross 5"/>
          <p:cNvSpPr/>
          <p:nvPr/>
        </p:nvSpPr>
        <p:spPr>
          <a:xfrm>
            <a:off x="3297240" y="3128040"/>
            <a:ext cx="601200" cy="601200"/>
          </a:xfrm>
          <a:prstGeom prst="plus">
            <a:avLst>
              <a:gd name="adj" fmla="val 40362"/>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a:endParaRPr>
          </a:p>
        </p:txBody>
      </p:sp>
      <p:sp>
        <p:nvSpPr>
          <p:cNvPr id="45" name="Cross 6"/>
          <p:cNvSpPr/>
          <p:nvPr/>
        </p:nvSpPr>
        <p:spPr>
          <a:xfrm>
            <a:off x="7475040" y="3128040"/>
            <a:ext cx="601200" cy="601200"/>
          </a:xfrm>
          <a:prstGeom prst="plus">
            <a:avLst>
              <a:gd name="adj" fmla="val 40362"/>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a:endParaRPr>
          </a:p>
        </p:txBody>
      </p:sp>
      <p:sp>
        <p:nvSpPr>
          <p:cNvPr id="46" name="PlaceHolder 1"/>
          <p:cNvSpPr>
            <a:spLocks noGrp="1"/>
          </p:cNvSpPr>
          <p:nvPr>
            <p:ph type="sldNum" idx="11"/>
          </p:nvPr>
        </p:nvSpPr>
        <p:spPr>
          <a:xfrm>
            <a:off x="11521440" y="6486120"/>
            <a:ext cx="319680" cy="36396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D5F65A36-9E0C-4653-BB14-179A163444EF}"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
        <p:nvSpPr>
          <p:cNvPr id="47" name="PlaceHolder 2"/>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s-AR" sz="4400" spc="-1" strike="noStrike">
                <a:solidFill>
                  <a:srgbClr val="000000"/>
                </a:solidFill>
                <a:latin typeface="Arial"/>
              </a:rPr>
              <a:t>Pulse para editar el formato del texto de título</a:t>
            </a:r>
            <a:endParaRPr b="0" lang="es-AR" sz="4400" spc="-1" strike="noStrike">
              <a:solidFill>
                <a:srgbClr val="000000"/>
              </a:solidFill>
              <a:latin typeface="Arial"/>
            </a:endParaRPr>
          </a:p>
        </p:txBody>
      </p:sp>
      <p:sp>
        <p:nvSpPr>
          <p:cNvPr id="48" name="PlaceHolder 3"/>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s-AR" sz="3200" spc="-1" strike="noStrike">
                <a:solidFill>
                  <a:srgbClr val="000000"/>
                </a:solidFill>
                <a:latin typeface="Arial"/>
              </a:rPr>
              <a:t>Pulse para </a:t>
            </a:r>
            <a:r>
              <a:rPr b="0" lang="es-AR" sz="3200" spc="-1" strike="noStrike">
                <a:solidFill>
                  <a:srgbClr val="000000"/>
                </a:solidFill>
                <a:latin typeface="Arial"/>
              </a:rPr>
              <a:t>editar el formato </a:t>
            </a:r>
            <a:r>
              <a:rPr b="0" lang="es-AR" sz="3200" spc="-1" strike="noStrike">
                <a:solidFill>
                  <a:srgbClr val="000000"/>
                </a:solidFill>
                <a:latin typeface="Arial"/>
              </a:rPr>
              <a:t>de texto del </a:t>
            </a:r>
            <a:r>
              <a:rPr b="0" lang="es-AR" sz="3200" spc="-1" strike="noStrike">
                <a:solidFill>
                  <a:srgbClr val="000000"/>
                </a:solidFill>
                <a:latin typeface="Arial"/>
              </a:rPr>
              <a:t>esquema</a:t>
            </a:r>
            <a:endParaRPr b="0" lang="es-AR"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s-AR" sz="2800" spc="-1" strike="noStrike">
                <a:solidFill>
                  <a:srgbClr val="000000"/>
                </a:solidFill>
                <a:latin typeface="Arial"/>
              </a:rPr>
              <a:t>Segundo nivel </a:t>
            </a:r>
            <a:r>
              <a:rPr b="0" lang="es-AR" sz="2800" spc="-1" strike="noStrike">
                <a:solidFill>
                  <a:srgbClr val="000000"/>
                </a:solidFill>
                <a:latin typeface="Arial"/>
              </a:rPr>
              <a:t>del esquema</a:t>
            </a:r>
            <a:endParaRPr b="0" lang="es-AR"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s-AR" sz="2400" spc="-1" strike="noStrike">
                <a:solidFill>
                  <a:srgbClr val="000000"/>
                </a:solidFill>
                <a:latin typeface="Arial"/>
              </a:rPr>
              <a:t>Tercer nivel del </a:t>
            </a:r>
            <a:r>
              <a:rPr b="0" lang="es-AR" sz="2400" spc="-1" strike="noStrike">
                <a:solidFill>
                  <a:srgbClr val="000000"/>
                </a:solidFill>
                <a:latin typeface="Arial"/>
              </a:rPr>
              <a:t>esquema</a:t>
            </a:r>
            <a:endParaRPr b="0" lang="es-AR"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s-AR" sz="2000" spc="-1" strike="noStrike">
                <a:solidFill>
                  <a:srgbClr val="000000"/>
                </a:solidFill>
                <a:latin typeface="Arial"/>
              </a:rPr>
              <a:t>Cuarto nivel del </a:t>
            </a:r>
            <a:r>
              <a:rPr b="0" lang="es-AR" sz="2000" spc="-1" strike="noStrike">
                <a:solidFill>
                  <a:srgbClr val="000000"/>
                </a:solidFill>
                <a:latin typeface="Arial"/>
              </a:rPr>
              <a:t>esquema</a:t>
            </a:r>
            <a:endParaRPr b="0" lang="es-AR"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s-AR" sz="2000" spc="-1" strike="noStrike">
                <a:solidFill>
                  <a:srgbClr val="000000"/>
                </a:solidFill>
                <a:latin typeface="Arial"/>
              </a:rPr>
              <a:t>Quinto </a:t>
            </a:r>
            <a:r>
              <a:rPr b="0" lang="es-AR" sz="2000" spc="-1" strike="noStrike">
                <a:solidFill>
                  <a:srgbClr val="000000"/>
                </a:solidFill>
                <a:latin typeface="Arial"/>
              </a:rPr>
              <a:t>nivel del </a:t>
            </a:r>
            <a:r>
              <a:rPr b="0" lang="es-AR" sz="2000" spc="-1" strike="noStrike">
                <a:solidFill>
                  <a:srgbClr val="000000"/>
                </a:solidFill>
                <a:latin typeface="Arial"/>
              </a:rPr>
              <a:t>esquema</a:t>
            </a:r>
            <a:endParaRPr b="0" lang="es-AR"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s-AR" sz="2000" spc="-1" strike="noStrike">
                <a:solidFill>
                  <a:srgbClr val="000000"/>
                </a:solidFill>
                <a:latin typeface="Arial"/>
              </a:rPr>
              <a:t>Sexto </a:t>
            </a:r>
            <a:r>
              <a:rPr b="0" lang="es-AR" sz="2000" spc="-1" strike="noStrike">
                <a:solidFill>
                  <a:srgbClr val="000000"/>
                </a:solidFill>
                <a:latin typeface="Arial"/>
              </a:rPr>
              <a:t>nivel </a:t>
            </a:r>
            <a:r>
              <a:rPr b="0" lang="es-AR" sz="2000" spc="-1" strike="noStrike">
                <a:solidFill>
                  <a:srgbClr val="000000"/>
                </a:solidFill>
                <a:latin typeface="Arial"/>
              </a:rPr>
              <a:t>del </a:t>
            </a:r>
            <a:r>
              <a:rPr b="0" lang="es-AR" sz="2000" spc="-1" strike="noStrike">
                <a:solidFill>
                  <a:srgbClr val="000000"/>
                </a:solidFill>
                <a:latin typeface="Arial"/>
              </a:rPr>
              <a:t>esque</a:t>
            </a:r>
            <a:r>
              <a:rPr b="0" lang="es-AR" sz="2000" spc="-1" strike="noStrike">
                <a:solidFill>
                  <a:srgbClr val="000000"/>
                </a:solidFill>
                <a:latin typeface="Arial"/>
              </a:rPr>
              <a:t>ma</a:t>
            </a:r>
            <a:endParaRPr b="0" lang="es-AR"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s-AR" sz="2000" spc="-1" strike="noStrike">
                <a:solidFill>
                  <a:srgbClr val="000000"/>
                </a:solidFill>
                <a:latin typeface="Arial"/>
              </a:rPr>
              <a:t>Sép</a:t>
            </a:r>
            <a:r>
              <a:rPr b="0" lang="es-AR" sz="2000" spc="-1" strike="noStrike">
                <a:solidFill>
                  <a:srgbClr val="000000"/>
                </a:solidFill>
                <a:latin typeface="Arial"/>
              </a:rPr>
              <a:t>tim</a:t>
            </a:r>
            <a:r>
              <a:rPr b="0" lang="es-AR" sz="2000" spc="-1" strike="noStrike">
                <a:solidFill>
                  <a:srgbClr val="000000"/>
                </a:solidFill>
                <a:latin typeface="Arial"/>
              </a:rPr>
              <a:t>o </a:t>
            </a:r>
            <a:r>
              <a:rPr b="0" lang="es-AR" sz="2000" spc="-1" strike="noStrike">
                <a:solidFill>
                  <a:srgbClr val="000000"/>
                </a:solidFill>
                <a:latin typeface="Arial"/>
              </a:rPr>
              <a:t>nive</a:t>
            </a:r>
            <a:r>
              <a:rPr b="0" lang="es-AR" sz="2000" spc="-1" strike="noStrike">
                <a:solidFill>
                  <a:srgbClr val="000000"/>
                </a:solidFill>
                <a:latin typeface="Arial"/>
              </a:rPr>
              <a:t>l del </a:t>
            </a:r>
            <a:r>
              <a:rPr b="0" lang="es-AR" sz="2000" spc="-1" strike="noStrike">
                <a:solidFill>
                  <a:srgbClr val="000000"/>
                </a:solidFill>
                <a:latin typeface="Arial"/>
              </a:rPr>
              <a:t>esq</a:t>
            </a:r>
            <a:r>
              <a:rPr b="0" lang="es-AR" sz="2000" spc="-1" strike="noStrike">
                <a:solidFill>
                  <a:srgbClr val="000000"/>
                </a:solidFill>
                <a:latin typeface="Arial"/>
              </a:rPr>
              <a:t>ue</a:t>
            </a:r>
            <a:r>
              <a:rPr b="0" lang="es-AR" sz="2000" spc="-1" strike="noStrike">
                <a:solidFill>
                  <a:srgbClr val="000000"/>
                </a:solidFill>
                <a:latin typeface="Arial"/>
              </a:rPr>
              <a:t>ma</a:t>
            </a:r>
            <a:endParaRPr b="0" lang="es-AR"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9" r:id="rId4"/>
  </p:sldLayoutIdLst>
</p:sldMaster>
</file>

<file path=ppt/slideMasters/slideMaster1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49"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400" cy="326160"/>
          </a:xfrm>
          <a:prstGeom prst="rect">
            <a:avLst/>
          </a:prstGeom>
          <a:ln w="0">
            <a:noFill/>
          </a:ln>
        </p:spPr>
      </p:pic>
      <p:pic>
        <p:nvPicPr>
          <p:cNvPr id="50" name="Picture 8" descr=""/>
          <p:cNvPicPr/>
          <p:nvPr/>
        </p:nvPicPr>
        <p:blipFill>
          <a:blip r:embed="rId4">
            <a:alphaModFix amt="65000"/>
          </a:blip>
          <a:stretch/>
        </p:blipFill>
        <p:spPr>
          <a:xfrm rot="10800000">
            <a:off x="1080" y="0"/>
            <a:ext cx="12191040" cy="6856920"/>
          </a:xfrm>
          <a:prstGeom prst="rect">
            <a:avLst/>
          </a:prstGeom>
          <a:ln w="0">
            <a:noFill/>
          </a:ln>
        </p:spPr>
      </p:pic>
      <p:cxnSp>
        <p:nvCxnSpPr>
          <p:cNvPr id="51" name="Straight Connector 6"/>
          <p:cNvCxnSpPr/>
          <p:nvPr/>
        </p:nvCxnSpPr>
        <p:spPr>
          <a:xfrm>
            <a:off x="971640" y="2788920"/>
            <a:ext cx="784080" cy="1080"/>
          </a:xfrm>
          <a:prstGeom prst="straightConnector1">
            <a:avLst/>
          </a:prstGeom>
          <a:ln w="19050">
            <a:solidFill>
              <a:srgbClr val="1700f3"/>
            </a:solidFill>
            <a:round/>
          </a:ln>
        </p:spPr>
      </p:cxnSp>
      <p:sp>
        <p:nvSpPr>
          <p:cNvPr id="52" name="PlaceHolder 1"/>
          <p:cNvSpPr>
            <a:spLocks noGrp="1"/>
          </p:cNvSpPr>
          <p:nvPr>
            <p:ph type="sldNum" idx="12"/>
          </p:nvPr>
        </p:nvSpPr>
        <p:spPr>
          <a:xfrm>
            <a:off x="11521440" y="6486120"/>
            <a:ext cx="319680" cy="36396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F78EACBB-6376-4133-93D8-9AA44E944099}"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
        <p:nvSpPr>
          <p:cNvPr id="53" name="PlaceHolder 2"/>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s-AR" sz="4400" spc="-1" strike="noStrike">
                <a:solidFill>
                  <a:srgbClr val="000000"/>
                </a:solidFill>
                <a:latin typeface="Arial"/>
              </a:rPr>
              <a:t>Pulse para editar el formato del texto de título</a:t>
            </a:r>
            <a:endParaRPr b="0" lang="es-AR" sz="4400" spc="-1" strike="noStrike">
              <a:solidFill>
                <a:srgbClr val="000000"/>
              </a:solidFill>
              <a:latin typeface="Arial"/>
            </a:endParaRPr>
          </a:p>
        </p:txBody>
      </p:sp>
      <p:sp>
        <p:nvSpPr>
          <p:cNvPr id="54" name="PlaceHolder 3"/>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s-AR" sz="3200" spc="-1" strike="noStrike">
                <a:solidFill>
                  <a:srgbClr val="000000"/>
                </a:solidFill>
                <a:latin typeface="Arial"/>
              </a:rPr>
              <a:t>Pulse para </a:t>
            </a:r>
            <a:r>
              <a:rPr b="0" lang="es-AR" sz="3200" spc="-1" strike="noStrike">
                <a:solidFill>
                  <a:srgbClr val="000000"/>
                </a:solidFill>
                <a:latin typeface="Arial"/>
              </a:rPr>
              <a:t>editar el </a:t>
            </a:r>
            <a:r>
              <a:rPr b="0" lang="es-AR" sz="3200" spc="-1" strike="noStrike">
                <a:solidFill>
                  <a:srgbClr val="000000"/>
                </a:solidFill>
                <a:latin typeface="Arial"/>
              </a:rPr>
              <a:t>formato de </a:t>
            </a:r>
            <a:r>
              <a:rPr b="0" lang="es-AR" sz="3200" spc="-1" strike="noStrike">
                <a:solidFill>
                  <a:srgbClr val="000000"/>
                </a:solidFill>
                <a:latin typeface="Arial"/>
              </a:rPr>
              <a:t>texto del </a:t>
            </a:r>
            <a:r>
              <a:rPr b="0" lang="es-AR" sz="3200" spc="-1" strike="noStrike">
                <a:solidFill>
                  <a:srgbClr val="000000"/>
                </a:solidFill>
                <a:latin typeface="Arial"/>
              </a:rPr>
              <a:t>esquema</a:t>
            </a:r>
            <a:endParaRPr b="0" lang="es-AR"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s-AR" sz="2800" spc="-1" strike="noStrike">
                <a:solidFill>
                  <a:srgbClr val="000000"/>
                </a:solidFill>
                <a:latin typeface="Arial"/>
              </a:rPr>
              <a:t>Segundo nivel </a:t>
            </a:r>
            <a:r>
              <a:rPr b="0" lang="es-AR" sz="2800" spc="-1" strike="noStrike">
                <a:solidFill>
                  <a:srgbClr val="000000"/>
                </a:solidFill>
                <a:latin typeface="Arial"/>
              </a:rPr>
              <a:t>del esquema</a:t>
            </a:r>
            <a:endParaRPr b="0" lang="es-AR"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s-AR" sz="2400" spc="-1" strike="noStrike">
                <a:solidFill>
                  <a:srgbClr val="000000"/>
                </a:solidFill>
                <a:latin typeface="Arial"/>
              </a:rPr>
              <a:t>Tercer nivel </a:t>
            </a:r>
            <a:r>
              <a:rPr b="0" lang="es-AR" sz="2400" spc="-1" strike="noStrike">
                <a:solidFill>
                  <a:srgbClr val="000000"/>
                </a:solidFill>
                <a:latin typeface="Arial"/>
              </a:rPr>
              <a:t>del esquema</a:t>
            </a:r>
            <a:endParaRPr b="0" lang="es-AR"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s-AR" sz="2000" spc="-1" strike="noStrike">
                <a:solidFill>
                  <a:srgbClr val="000000"/>
                </a:solidFill>
                <a:latin typeface="Arial"/>
              </a:rPr>
              <a:t>Cuarto nivel </a:t>
            </a:r>
            <a:r>
              <a:rPr b="0" lang="es-AR" sz="2000" spc="-1" strike="noStrike">
                <a:solidFill>
                  <a:srgbClr val="000000"/>
                </a:solidFill>
                <a:latin typeface="Arial"/>
              </a:rPr>
              <a:t>del esquema</a:t>
            </a:r>
            <a:endParaRPr b="0" lang="es-AR"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s-AR" sz="2000" spc="-1" strike="noStrike">
                <a:solidFill>
                  <a:srgbClr val="000000"/>
                </a:solidFill>
                <a:latin typeface="Arial"/>
              </a:rPr>
              <a:t>Quinto </a:t>
            </a:r>
            <a:r>
              <a:rPr b="0" lang="es-AR" sz="2000" spc="-1" strike="noStrike">
                <a:solidFill>
                  <a:srgbClr val="000000"/>
                </a:solidFill>
                <a:latin typeface="Arial"/>
              </a:rPr>
              <a:t>nivel del </a:t>
            </a:r>
            <a:r>
              <a:rPr b="0" lang="es-AR" sz="2000" spc="-1" strike="noStrike">
                <a:solidFill>
                  <a:srgbClr val="000000"/>
                </a:solidFill>
                <a:latin typeface="Arial"/>
              </a:rPr>
              <a:t>esquema</a:t>
            </a:r>
            <a:endParaRPr b="0" lang="es-AR"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s-AR" sz="2000" spc="-1" strike="noStrike">
                <a:solidFill>
                  <a:srgbClr val="000000"/>
                </a:solidFill>
                <a:latin typeface="Arial"/>
              </a:rPr>
              <a:t>Sexto </a:t>
            </a:r>
            <a:r>
              <a:rPr b="0" lang="es-AR" sz="2000" spc="-1" strike="noStrike">
                <a:solidFill>
                  <a:srgbClr val="000000"/>
                </a:solidFill>
                <a:latin typeface="Arial"/>
              </a:rPr>
              <a:t>nivel </a:t>
            </a:r>
            <a:r>
              <a:rPr b="0" lang="es-AR" sz="2000" spc="-1" strike="noStrike">
                <a:solidFill>
                  <a:srgbClr val="000000"/>
                </a:solidFill>
                <a:latin typeface="Arial"/>
              </a:rPr>
              <a:t>del </a:t>
            </a:r>
            <a:r>
              <a:rPr b="0" lang="es-AR" sz="2000" spc="-1" strike="noStrike">
                <a:solidFill>
                  <a:srgbClr val="000000"/>
                </a:solidFill>
                <a:latin typeface="Arial"/>
              </a:rPr>
              <a:t>esqu</a:t>
            </a:r>
            <a:r>
              <a:rPr b="0" lang="es-AR" sz="2000" spc="-1" strike="noStrike">
                <a:solidFill>
                  <a:srgbClr val="000000"/>
                </a:solidFill>
                <a:latin typeface="Arial"/>
              </a:rPr>
              <a:t>ema</a:t>
            </a:r>
            <a:endParaRPr b="0" lang="es-AR"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s-AR" sz="2000" spc="-1" strike="noStrike">
                <a:solidFill>
                  <a:srgbClr val="000000"/>
                </a:solidFill>
                <a:latin typeface="Arial"/>
              </a:rPr>
              <a:t>S</a:t>
            </a:r>
            <a:r>
              <a:rPr b="0" lang="es-AR" sz="2000" spc="-1" strike="noStrike">
                <a:solidFill>
                  <a:srgbClr val="000000"/>
                </a:solidFill>
                <a:latin typeface="Arial"/>
              </a:rPr>
              <a:t>é</a:t>
            </a:r>
            <a:r>
              <a:rPr b="0" lang="es-AR" sz="2000" spc="-1" strike="noStrike">
                <a:solidFill>
                  <a:srgbClr val="000000"/>
                </a:solidFill>
                <a:latin typeface="Arial"/>
              </a:rPr>
              <a:t>pt</a:t>
            </a:r>
            <a:r>
              <a:rPr b="0" lang="es-AR" sz="2000" spc="-1" strike="noStrike">
                <a:solidFill>
                  <a:srgbClr val="000000"/>
                </a:solidFill>
                <a:latin typeface="Arial"/>
              </a:rPr>
              <a:t>i</a:t>
            </a:r>
            <a:r>
              <a:rPr b="0" lang="es-AR" sz="2000" spc="-1" strike="noStrike">
                <a:solidFill>
                  <a:srgbClr val="000000"/>
                </a:solidFill>
                <a:latin typeface="Arial"/>
              </a:rPr>
              <a:t>m</a:t>
            </a:r>
            <a:r>
              <a:rPr b="0" lang="es-AR" sz="2000" spc="-1" strike="noStrike">
                <a:solidFill>
                  <a:srgbClr val="000000"/>
                </a:solidFill>
                <a:latin typeface="Arial"/>
              </a:rPr>
              <a:t>o </a:t>
            </a:r>
            <a:r>
              <a:rPr b="0" lang="es-AR" sz="2000" spc="-1" strike="noStrike">
                <a:solidFill>
                  <a:srgbClr val="000000"/>
                </a:solidFill>
                <a:latin typeface="Arial"/>
              </a:rPr>
              <a:t>ni</a:t>
            </a:r>
            <a:r>
              <a:rPr b="0" lang="es-AR" sz="2000" spc="-1" strike="noStrike">
                <a:solidFill>
                  <a:srgbClr val="000000"/>
                </a:solidFill>
                <a:latin typeface="Arial"/>
              </a:rPr>
              <a:t>v</a:t>
            </a:r>
            <a:r>
              <a:rPr b="0" lang="es-AR" sz="2000" spc="-1" strike="noStrike">
                <a:solidFill>
                  <a:srgbClr val="000000"/>
                </a:solidFill>
                <a:latin typeface="Arial"/>
              </a:rPr>
              <a:t>el </a:t>
            </a:r>
            <a:r>
              <a:rPr b="0" lang="es-AR" sz="2000" spc="-1" strike="noStrike">
                <a:solidFill>
                  <a:srgbClr val="000000"/>
                </a:solidFill>
                <a:latin typeface="Arial"/>
              </a:rPr>
              <a:t>d</a:t>
            </a:r>
            <a:r>
              <a:rPr b="0" lang="es-AR" sz="2000" spc="-1" strike="noStrike">
                <a:solidFill>
                  <a:srgbClr val="000000"/>
                </a:solidFill>
                <a:latin typeface="Arial"/>
              </a:rPr>
              <a:t>el </a:t>
            </a:r>
            <a:r>
              <a:rPr b="0" lang="es-AR" sz="2000" spc="-1" strike="noStrike">
                <a:solidFill>
                  <a:srgbClr val="000000"/>
                </a:solidFill>
                <a:latin typeface="Arial"/>
              </a:rPr>
              <a:t>e</a:t>
            </a:r>
            <a:r>
              <a:rPr b="0" lang="es-AR" sz="2000" spc="-1" strike="noStrike">
                <a:solidFill>
                  <a:srgbClr val="000000"/>
                </a:solidFill>
                <a:latin typeface="Arial"/>
              </a:rPr>
              <a:t>s</a:t>
            </a:r>
            <a:r>
              <a:rPr b="0" lang="es-AR" sz="2000" spc="-1" strike="noStrike">
                <a:solidFill>
                  <a:srgbClr val="000000"/>
                </a:solidFill>
                <a:latin typeface="Arial"/>
              </a:rPr>
              <a:t>q</a:t>
            </a:r>
            <a:r>
              <a:rPr b="0" lang="es-AR" sz="2000" spc="-1" strike="noStrike">
                <a:solidFill>
                  <a:srgbClr val="000000"/>
                </a:solidFill>
                <a:latin typeface="Arial"/>
              </a:rPr>
              <a:t>u</a:t>
            </a:r>
            <a:r>
              <a:rPr b="0" lang="es-AR" sz="2000" spc="-1" strike="noStrike">
                <a:solidFill>
                  <a:srgbClr val="000000"/>
                </a:solidFill>
                <a:latin typeface="Arial"/>
              </a:rPr>
              <a:t>e</a:t>
            </a:r>
            <a:r>
              <a:rPr b="0" lang="es-AR" sz="2000" spc="-1" strike="noStrike">
                <a:solidFill>
                  <a:srgbClr val="000000"/>
                </a:solidFill>
                <a:latin typeface="Arial"/>
              </a:rPr>
              <a:t>m</a:t>
            </a:r>
            <a:r>
              <a:rPr b="0" lang="es-AR" sz="2000" spc="-1" strike="noStrike">
                <a:solidFill>
                  <a:srgbClr val="000000"/>
                </a:solidFill>
                <a:latin typeface="Arial"/>
              </a:rPr>
              <a:t>a</a:t>
            </a:r>
            <a:endParaRPr b="0" lang="es-AR"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71" r:id="rId5"/>
  </p:sldLayoutIdLst>
</p:sldMaster>
</file>

<file path=ppt/slideMasters/slideMaster1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55"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400" cy="326160"/>
          </a:xfrm>
          <a:prstGeom prst="rect">
            <a:avLst/>
          </a:prstGeom>
          <a:ln w="0">
            <a:noFill/>
          </a:ln>
        </p:spPr>
      </p:pic>
      <p:sp>
        <p:nvSpPr>
          <p:cNvPr id="56" name="PlaceHolder 1"/>
          <p:cNvSpPr>
            <a:spLocks noGrp="1"/>
          </p:cNvSpPr>
          <p:nvPr>
            <p:ph type="sldNum" idx="13"/>
          </p:nvPr>
        </p:nvSpPr>
        <p:spPr>
          <a:xfrm>
            <a:off x="11521440" y="6486120"/>
            <a:ext cx="319680" cy="36396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41C74F2F-78FB-4ED4-980F-9767D23970D5}"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73" r:id="rId4"/>
  </p:sldLayoutIdLst>
</p:sldMaster>
</file>

<file path=ppt/slideMasters/slideMaster1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57"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400" cy="326160"/>
          </a:xfrm>
          <a:prstGeom prst="rect">
            <a:avLst/>
          </a:prstGeom>
          <a:ln w="0">
            <a:noFill/>
          </a:ln>
        </p:spPr>
      </p:pic>
      <p:sp>
        <p:nvSpPr>
          <p:cNvPr id="58" name="PlaceHolder 1"/>
          <p:cNvSpPr>
            <a:spLocks noGrp="1"/>
          </p:cNvSpPr>
          <p:nvPr>
            <p:ph type="sldNum" idx="14"/>
          </p:nvPr>
        </p:nvSpPr>
        <p:spPr>
          <a:xfrm>
            <a:off x="11521440" y="6486120"/>
            <a:ext cx="319680" cy="36396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3D621875-7C34-4D58-9832-6857A4FC963C}"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75" r:id="rId4"/>
  </p:sldLayoutIdLst>
</p:sldMaster>
</file>

<file path=ppt/slideMasters/slideMaster1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59"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400" cy="326160"/>
          </a:xfrm>
          <a:prstGeom prst="rect">
            <a:avLst/>
          </a:prstGeom>
          <a:ln w="0">
            <a:noFill/>
          </a:ln>
        </p:spPr>
      </p:pic>
      <p:sp>
        <p:nvSpPr>
          <p:cNvPr id="60" name="Rectangle 1"/>
          <p:cNvSpPr/>
          <p:nvPr/>
        </p:nvSpPr>
        <p:spPr>
          <a:xfrm>
            <a:off x="4064040" y="0"/>
            <a:ext cx="4062960" cy="685692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a:endParaRPr>
          </a:p>
        </p:txBody>
      </p:sp>
      <p:sp>
        <p:nvSpPr>
          <p:cNvPr id="61" name="Text Placeholder 5"/>
          <p:cNvSpPr/>
          <p:nvPr/>
        </p:nvSpPr>
        <p:spPr>
          <a:xfrm>
            <a:off x="8484120" y="3879000"/>
            <a:ext cx="3370320" cy="2375280"/>
          </a:xfrm>
          <a:prstGeom prst="roundRect">
            <a:avLst>
              <a:gd name="adj" fmla="val 3710"/>
            </a:avLst>
          </a:prstGeom>
          <a:solidFill>
            <a:schemeClr val="bg1"/>
          </a:solidFill>
          <a:ln w="28575">
            <a:noFill/>
          </a:ln>
          <a:effectLst>
            <a:outerShdw algn="ctr" blurRad="166680" rotWithShape="0" sx="102000" sy="102000">
              <a:srgbClr val="000000">
                <a:alpha val="20000"/>
              </a:srgbClr>
            </a:outerShdw>
          </a:effectLst>
        </p:spPr>
        <p:style>
          <a:lnRef idx="0"/>
          <a:fillRef idx="0"/>
          <a:effectRef idx="0"/>
          <a:fontRef idx="minor"/>
        </p:style>
        <p:txBody>
          <a:bodyPr lIns="182880" rIns="90000" tIns="45000" bIns="45000" anchor="ctr">
            <a:noAutofit/>
          </a:bodyPr>
          <a:p>
            <a:pPr defTabSz="914400">
              <a:lnSpc>
                <a:spcPct val="100000"/>
              </a:lnSpc>
              <a:spcBef>
                <a:spcPts val="1001"/>
              </a:spcBef>
              <a:tabLst>
                <a:tab algn="l" pos="0"/>
              </a:tabLst>
            </a:pPr>
            <a:r>
              <a:rPr b="0" lang="en-US" sz="1900" spc="-1" strike="noStrike">
                <a:solidFill>
                  <a:schemeClr val="dk1"/>
                </a:solidFill>
                <a:latin typeface="Avenir Next LT Pro"/>
                <a:ea typeface="Avenir Next"/>
              </a:rPr>
              <a:t>Click to edit Master text styles</a:t>
            </a:r>
            <a:endParaRPr b="0" lang="es-AR" sz="1900" spc="-1" strike="noStrike">
              <a:solidFill>
                <a:srgbClr val="000000"/>
              </a:solidFill>
              <a:latin typeface="Arial"/>
            </a:endParaRPr>
          </a:p>
        </p:txBody>
      </p:sp>
      <p:sp>
        <p:nvSpPr>
          <p:cNvPr id="62" name="PlaceHolder 1"/>
          <p:cNvSpPr>
            <a:spLocks noGrp="1"/>
          </p:cNvSpPr>
          <p:nvPr>
            <p:ph type="sldNum" idx="15"/>
          </p:nvPr>
        </p:nvSpPr>
        <p:spPr>
          <a:xfrm>
            <a:off x="11521440" y="6486120"/>
            <a:ext cx="319680" cy="36396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0289A864-D082-457F-AC06-108F16AA7B3C}"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
        <p:nvSpPr>
          <p:cNvPr id="63" name="PlaceHolder 2"/>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s-AR" sz="4400" spc="-1" strike="noStrike">
                <a:solidFill>
                  <a:srgbClr val="000000"/>
                </a:solidFill>
                <a:latin typeface="Arial"/>
              </a:rPr>
              <a:t>Pulse para editar el formato del texto de título</a:t>
            </a:r>
            <a:endParaRPr b="0" lang="es-AR" sz="4400" spc="-1" strike="noStrike">
              <a:solidFill>
                <a:srgbClr val="000000"/>
              </a:solidFill>
              <a:latin typeface="Arial"/>
            </a:endParaRPr>
          </a:p>
        </p:txBody>
      </p:sp>
      <p:sp>
        <p:nvSpPr>
          <p:cNvPr id="64" name="PlaceHolder 3"/>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s-AR" sz="3200" spc="-1" strike="noStrike">
                <a:solidFill>
                  <a:srgbClr val="000000"/>
                </a:solidFill>
                <a:latin typeface="Arial"/>
              </a:rPr>
              <a:t>Pulse para </a:t>
            </a:r>
            <a:r>
              <a:rPr b="0" lang="es-AR" sz="3200" spc="-1" strike="noStrike">
                <a:solidFill>
                  <a:srgbClr val="000000"/>
                </a:solidFill>
                <a:latin typeface="Arial"/>
              </a:rPr>
              <a:t>editar el formato </a:t>
            </a:r>
            <a:r>
              <a:rPr b="0" lang="es-AR" sz="3200" spc="-1" strike="noStrike">
                <a:solidFill>
                  <a:srgbClr val="000000"/>
                </a:solidFill>
                <a:latin typeface="Arial"/>
              </a:rPr>
              <a:t>de texto del </a:t>
            </a:r>
            <a:r>
              <a:rPr b="0" lang="es-AR" sz="3200" spc="-1" strike="noStrike">
                <a:solidFill>
                  <a:srgbClr val="000000"/>
                </a:solidFill>
                <a:latin typeface="Arial"/>
              </a:rPr>
              <a:t>esquema</a:t>
            </a:r>
            <a:endParaRPr b="0" lang="es-AR"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s-AR" sz="2800" spc="-1" strike="noStrike">
                <a:solidFill>
                  <a:srgbClr val="000000"/>
                </a:solidFill>
                <a:latin typeface="Arial"/>
              </a:rPr>
              <a:t>Segundo nivel </a:t>
            </a:r>
            <a:r>
              <a:rPr b="0" lang="es-AR" sz="2800" spc="-1" strike="noStrike">
                <a:solidFill>
                  <a:srgbClr val="000000"/>
                </a:solidFill>
                <a:latin typeface="Arial"/>
              </a:rPr>
              <a:t>del esquema</a:t>
            </a:r>
            <a:endParaRPr b="0" lang="es-AR"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s-AR" sz="2400" spc="-1" strike="noStrike">
                <a:solidFill>
                  <a:srgbClr val="000000"/>
                </a:solidFill>
                <a:latin typeface="Arial"/>
              </a:rPr>
              <a:t>Tercer nivel del </a:t>
            </a:r>
            <a:r>
              <a:rPr b="0" lang="es-AR" sz="2400" spc="-1" strike="noStrike">
                <a:solidFill>
                  <a:srgbClr val="000000"/>
                </a:solidFill>
                <a:latin typeface="Arial"/>
              </a:rPr>
              <a:t>esquema</a:t>
            </a:r>
            <a:endParaRPr b="0" lang="es-AR"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s-AR" sz="2000" spc="-1" strike="noStrike">
                <a:solidFill>
                  <a:srgbClr val="000000"/>
                </a:solidFill>
                <a:latin typeface="Arial"/>
              </a:rPr>
              <a:t>Cuarto nivel del </a:t>
            </a:r>
            <a:r>
              <a:rPr b="0" lang="es-AR" sz="2000" spc="-1" strike="noStrike">
                <a:solidFill>
                  <a:srgbClr val="000000"/>
                </a:solidFill>
                <a:latin typeface="Arial"/>
              </a:rPr>
              <a:t>esquema</a:t>
            </a:r>
            <a:endParaRPr b="0" lang="es-AR"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s-AR" sz="2000" spc="-1" strike="noStrike">
                <a:solidFill>
                  <a:srgbClr val="000000"/>
                </a:solidFill>
                <a:latin typeface="Arial"/>
              </a:rPr>
              <a:t>Quinto </a:t>
            </a:r>
            <a:r>
              <a:rPr b="0" lang="es-AR" sz="2000" spc="-1" strike="noStrike">
                <a:solidFill>
                  <a:srgbClr val="000000"/>
                </a:solidFill>
                <a:latin typeface="Arial"/>
              </a:rPr>
              <a:t>nivel del </a:t>
            </a:r>
            <a:r>
              <a:rPr b="0" lang="es-AR" sz="2000" spc="-1" strike="noStrike">
                <a:solidFill>
                  <a:srgbClr val="000000"/>
                </a:solidFill>
                <a:latin typeface="Arial"/>
              </a:rPr>
              <a:t>esquema</a:t>
            </a:r>
            <a:endParaRPr b="0" lang="es-AR"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s-AR" sz="2000" spc="-1" strike="noStrike">
                <a:solidFill>
                  <a:srgbClr val="000000"/>
                </a:solidFill>
                <a:latin typeface="Arial"/>
              </a:rPr>
              <a:t>Sexto </a:t>
            </a:r>
            <a:r>
              <a:rPr b="0" lang="es-AR" sz="2000" spc="-1" strike="noStrike">
                <a:solidFill>
                  <a:srgbClr val="000000"/>
                </a:solidFill>
                <a:latin typeface="Arial"/>
              </a:rPr>
              <a:t>nivel </a:t>
            </a:r>
            <a:r>
              <a:rPr b="0" lang="es-AR" sz="2000" spc="-1" strike="noStrike">
                <a:solidFill>
                  <a:srgbClr val="000000"/>
                </a:solidFill>
                <a:latin typeface="Arial"/>
              </a:rPr>
              <a:t>del </a:t>
            </a:r>
            <a:r>
              <a:rPr b="0" lang="es-AR" sz="2000" spc="-1" strike="noStrike">
                <a:solidFill>
                  <a:srgbClr val="000000"/>
                </a:solidFill>
                <a:latin typeface="Arial"/>
              </a:rPr>
              <a:t>esque</a:t>
            </a:r>
            <a:r>
              <a:rPr b="0" lang="es-AR" sz="2000" spc="-1" strike="noStrike">
                <a:solidFill>
                  <a:srgbClr val="000000"/>
                </a:solidFill>
                <a:latin typeface="Arial"/>
              </a:rPr>
              <a:t>ma</a:t>
            </a:r>
            <a:endParaRPr b="0" lang="es-AR"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s-AR" sz="2000" spc="-1" strike="noStrike">
                <a:solidFill>
                  <a:srgbClr val="000000"/>
                </a:solidFill>
                <a:latin typeface="Arial"/>
              </a:rPr>
              <a:t>Sép</a:t>
            </a:r>
            <a:r>
              <a:rPr b="0" lang="es-AR" sz="2000" spc="-1" strike="noStrike">
                <a:solidFill>
                  <a:srgbClr val="000000"/>
                </a:solidFill>
                <a:latin typeface="Arial"/>
              </a:rPr>
              <a:t>tim</a:t>
            </a:r>
            <a:r>
              <a:rPr b="0" lang="es-AR" sz="2000" spc="-1" strike="noStrike">
                <a:solidFill>
                  <a:srgbClr val="000000"/>
                </a:solidFill>
                <a:latin typeface="Arial"/>
              </a:rPr>
              <a:t>o </a:t>
            </a:r>
            <a:r>
              <a:rPr b="0" lang="es-AR" sz="2000" spc="-1" strike="noStrike">
                <a:solidFill>
                  <a:srgbClr val="000000"/>
                </a:solidFill>
                <a:latin typeface="Arial"/>
              </a:rPr>
              <a:t>nive</a:t>
            </a:r>
            <a:r>
              <a:rPr b="0" lang="es-AR" sz="2000" spc="-1" strike="noStrike">
                <a:solidFill>
                  <a:srgbClr val="000000"/>
                </a:solidFill>
                <a:latin typeface="Arial"/>
              </a:rPr>
              <a:t>l del </a:t>
            </a:r>
            <a:r>
              <a:rPr b="0" lang="es-AR" sz="2000" spc="-1" strike="noStrike">
                <a:solidFill>
                  <a:srgbClr val="000000"/>
                </a:solidFill>
                <a:latin typeface="Arial"/>
              </a:rPr>
              <a:t>esq</a:t>
            </a:r>
            <a:r>
              <a:rPr b="0" lang="es-AR" sz="2000" spc="-1" strike="noStrike">
                <a:solidFill>
                  <a:srgbClr val="000000"/>
                </a:solidFill>
                <a:latin typeface="Arial"/>
              </a:rPr>
              <a:t>ue</a:t>
            </a:r>
            <a:r>
              <a:rPr b="0" lang="es-AR" sz="2000" spc="-1" strike="noStrike">
                <a:solidFill>
                  <a:srgbClr val="000000"/>
                </a:solidFill>
                <a:latin typeface="Arial"/>
              </a:rPr>
              <a:t>ma</a:t>
            </a:r>
            <a:endParaRPr b="0" lang="es-AR"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77" r:id="rId4"/>
  </p:sldLayoutIdLst>
</p:sldMaster>
</file>

<file path=ppt/slideMasters/slideMaster1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65"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400" cy="326160"/>
          </a:xfrm>
          <a:prstGeom prst="rect">
            <a:avLst/>
          </a:prstGeom>
          <a:ln w="0">
            <a:noFill/>
          </a:ln>
        </p:spPr>
      </p:pic>
      <p:sp>
        <p:nvSpPr>
          <p:cNvPr id="66" name="PlaceHolder 1"/>
          <p:cNvSpPr>
            <a:spLocks noGrp="1"/>
          </p:cNvSpPr>
          <p:nvPr>
            <p:ph type="sldNum" idx="16"/>
          </p:nvPr>
        </p:nvSpPr>
        <p:spPr>
          <a:xfrm>
            <a:off x="11521440" y="6486120"/>
            <a:ext cx="319680" cy="36396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97BC19C2-61A7-4D6E-82D3-5219D2972CAE}"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79" r:id="rId4"/>
  </p:sldLayoutIdLst>
</p:sldMaster>
</file>

<file path=ppt/slideMasters/slideMaster1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67"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400" cy="326160"/>
          </a:xfrm>
          <a:prstGeom prst="rect">
            <a:avLst/>
          </a:prstGeom>
          <a:ln w="0">
            <a:noFill/>
          </a:ln>
        </p:spPr>
      </p:pic>
      <p:sp>
        <p:nvSpPr>
          <p:cNvPr id="68" name="Slide Number Placeholder 5"/>
          <p:cNvSpPr/>
          <p:nvPr/>
        </p:nvSpPr>
        <p:spPr>
          <a:xfrm>
            <a:off x="11521440" y="6486120"/>
            <a:ext cx="319680" cy="363960"/>
          </a:xfrm>
          <a:prstGeom prst="rect">
            <a:avLst/>
          </a:prstGeom>
          <a:noFill/>
          <a:ln w="0">
            <a:noFill/>
          </a:ln>
        </p:spPr>
        <p:style>
          <a:lnRef idx="0"/>
          <a:fillRef idx="0"/>
          <a:effectRef idx="0"/>
          <a:fontRef idx="minor"/>
        </p:style>
        <p:txBody>
          <a:bodyPr lIns="0" rIns="0" tIns="45000" bIns="45000" anchor="t">
            <a:noAutofit/>
          </a:bodyPr>
          <a:p>
            <a:pPr algn="r" defTabSz="914400">
              <a:lnSpc>
                <a:spcPct val="100000"/>
              </a:lnSpc>
            </a:pPr>
            <a:fld id="{489AEDB3-189A-4773-A6EE-B6370117C9DD}"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81" r:id="rId4"/>
  </p:sldLayoutIdLst>
</p:sldMaster>
</file>

<file path=ppt/slideMasters/slideMaster1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69"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400" cy="326160"/>
          </a:xfrm>
          <a:prstGeom prst="rect">
            <a:avLst/>
          </a:prstGeom>
          <a:ln w="0">
            <a:noFill/>
          </a:ln>
        </p:spPr>
      </p:pic>
      <p:sp>
        <p:nvSpPr>
          <p:cNvPr id="70" name="Rectangle 2"/>
          <p:cNvSpPr/>
          <p:nvPr/>
        </p:nvSpPr>
        <p:spPr>
          <a:xfrm>
            <a:off x="0" y="1076400"/>
            <a:ext cx="12191040" cy="578052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a:endParaRPr>
          </a:p>
        </p:txBody>
      </p:sp>
      <p:grpSp>
        <p:nvGrpSpPr>
          <p:cNvPr id="71" name="Group 26"/>
          <p:cNvGrpSpPr/>
          <p:nvPr/>
        </p:nvGrpSpPr>
        <p:grpSpPr>
          <a:xfrm>
            <a:off x="5075280" y="3254040"/>
            <a:ext cx="4748040" cy="3229560"/>
            <a:chOff x="5075280" y="3254040"/>
            <a:chExt cx="4748040" cy="3229560"/>
          </a:xfrm>
        </p:grpSpPr>
        <p:cxnSp>
          <p:nvCxnSpPr>
            <p:cNvPr id="72" name="Straight Connector 27"/>
            <p:cNvCxnSpPr/>
            <p:nvPr/>
          </p:nvCxnSpPr>
          <p:spPr>
            <a:xfrm>
              <a:off x="5075280" y="3254040"/>
              <a:ext cx="1080" cy="3229920"/>
            </a:xfrm>
            <a:prstGeom prst="straightConnector1">
              <a:avLst/>
            </a:prstGeom>
            <a:ln w="12700">
              <a:solidFill>
                <a:srgbClr val="00095b"/>
              </a:solidFill>
              <a:prstDash val="sysDot"/>
              <a:round/>
            </a:ln>
          </p:spPr>
        </p:cxnSp>
        <p:cxnSp>
          <p:nvCxnSpPr>
            <p:cNvPr id="73" name="Straight Connector 28"/>
            <p:cNvCxnSpPr/>
            <p:nvPr/>
          </p:nvCxnSpPr>
          <p:spPr>
            <a:xfrm>
              <a:off x="9822600" y="3254040"/>
              <a:ext cx="1080" cy="3229920"/>
            </a:xfrm>
            <a:prstGeom prst="straightConnector1">
              <a:avLst/>
            </a:prstGeom>
            <a:ln w="12700">
              <a:solidFill>
                <a:srgbClr val="00095b"/>
              </a:solidFill>
              <a:prstDash val="sysDot"/>
              <a:round/>
            </a:ln>
          </p:spPr>
        </p:cxnSp>
      </p:grpSp>
      <p:grpSp>
        <p:nvGrpSpPr>
          <p:cNvPr id="74" name="Group 65"/>
          <p:cNvGrpSpPr/>
          <p:nvPr/>
        </p:nvGrpSpPr>
        <p:grpSpPr>
          <a:xfrm>
            <a:off x="5075280" y="1352880"/>
            <a:ext cx="4748040" cy="1652040"/>
            <a:chOff x="5075280" y="1352880"/>
            <a:chExt cx="4748040" cy="1652040"/>
          </a:xfrm>
        </p:grpSpPr>
        <p:cxnSp>
          <p:nvCxnSpPr>
            <p:cNvPr id="75" name="Straight Connector 66"/>
            <p:cNvCxnSpPr/>
            <p:nvPr/>
          </p:nvCxnSpPr>
          <p:spPr>
            <a:xfrm>
              <a:off x="5075280" y="1352880"/>
              <a:ext cx="1080" cy="1652400"/>
            </a:xfrm>
            <a:prstGeom prst="straightConnector1">
              <a:avLst/>
            </a:prstGeom>
            <a:ln w="12700">
              <a:solidFill>
                <a:srgbClr val="00095b"/>
              </a:solidFill>
              <a:prstDash val="sysDot"/>
              <a:round/>
            </a:ln>
          </p:spPr>
        </p:cxnSp>
        <p:cxnSp>
          <p:nvCxnSpPr>
            <p:cNvPr id="76" name="Straight Connector 67"/>
            <p:cNvCxnSpPr/>
            <p:nvPr/>
          </p:nvCxnSpPr>
          <p:spPr>
            <a:xfrm>
              <a:off x="9822600" y="1352880"/>
              <a:ext cx="1080" cy="1652400"/>
            </a:xfrm>
            <a:prstGeom prst="straightConnector1">
              <a:avLst/>
            </a:prstGeom>
            <a:ln w="12700">
              <a:solidFill>
                <a:srgbClr val="00095b"/>
              </a:solidFill>
              <a:prstDash val="sysDot"/>
              <a:round/>
            </a:ln>
          </p:spPr>
        </p:cxnSp>
      </p:grpSp>
      <p:cxnSp>
        <p:nvCxnSpPr>
          <p:cNvPr id="77" name="Straight Connector 29"/>
          <p:cNvCxnSpPr/>
          <p:nvPr/>
        </p:nvCxnSpPr>
        <p:spPr>
          <a:xfrm>
            <a:off x="2954520" y="4936680"/>
            <a:ext cx="9043920" cy="1080"/>
          </a:xfrm>
          <a:prstGeom prst="straightConnector1">
            <a:avLst/>
          </a:prstGeom>
          <a:ln w="12700">
            <a:solidFill>
              <a:srgbClr val="00095b"/>
            </a:solidFill>
            <a:prstDash val="sysDot"/>
            <a:round/>
          </a:ln>
        </p:spPr>
      </p:cxnSp>
      <p:cxnSp>
        <p:nvCxnSpPr>
          <p:cNvPr id="78" name="Straight Connector 4"/>
          <p:cNvCxnSpPr/>
          <p:nvPr/>
        </p:nvCxnSpPr>
        <p:spPr>
          <a:xfrm>
            <a:off x="2701800" y="1076400"/>
            <a:ext cx="1080" cy="5782680"/>
          </a:xfrm>
          <a:prstGeom prst="straightConnector1">
            <a:avLst/>
          </a:prstGeom>
          <a:ln w="38100">
            <a:solidFill>
              <a:srgbClr val="ffffff"/>
            </a:solidFill>
            <a:round/>
          </a:ln>
        </p:spPr>
      </p:cxnSp>
      <p:cxnSp>
        <p:nvCxnSpPr>
          <p:cNvPr id="79" name="Straight Connector 25"/>
          <p:cNvCxnSpPr/>
          <p:nvPr/>
        </p:nvCxnSpPr>
        <p:spPr>
          <a:xfrm>
            <a:off x="7446600" y="1076400"/>
            <a:ext cx="1080" cy="5782680"/>
          </a:xfrm>
          <a:prstGeom prst="straightConnector1">
            <a:avLst/>
          </a:prstGeom>
          <a:ln w="38100">
            <a:solidFill>
              <a:srgbClr val="ffffff"/>
            </a:solidFill>
            <a:round/>
          </a:ln>
        </p:spPr>
      </p:cxnSp>
      <p:sp>
        <p:nvSpPr>
          <p:cNvPr id="80" name="PlaceHolder 1"/>
          <p:cNvSpPr>
            <a:spLocks noGrp="1"/>
          </p:cNvSpPr>
          <p:nvPr>
            <p:ph type="sldNum" idx="17"/>
          </p:nvPr>
        </p:nvSpPr>
        <p:spPr>
          <a:xfrm>
            <a:off x="11521440" y="6486120"/>
            <a:ext cx="319680" cy="36396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C140D1A0-03D0-4406-A93D-E7EB36A0158D}"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83" r:id="rId4"/>
  </p:sldLayoutIdLst>
</p:sldMaster>
</file>

<file path=ppt/slideMasters/slideMaster1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81"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400" cy="326160"/>
          </a:xfrm>
          <a:prstGeom prst="rect">
            <a:avLst/>
          </a:prstGeom>
          <a:ln w="0">
            <a:noFill/>
          </a:ln>
        </p:spPr>
      </p:pic>
      <p:sp>
        <p:nvSpPr>
          <p:cNvPr id="82" name="PlaceHolder 1"/>
          <p:cNvSpPr>
            <a:spLocks noGrp="1"/>
          </p:cNvSpPr>
          <p:nvPr>
            <p:ph type="sldNum" idx="18"/>
          </p:nvPr>
        </p:nvSpPr>
        <p:spPr>
          <a:xfrm>
            <a:off x="11521440" y="6486120"/>
            <a:ext cx="319680" cy="36396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3902BFCD-45F1-4EF2-A91C-2EC4EFDF17AD}"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85" r:id="rId4"/>
  </p:sldLayoutIdLst>
</p:sldMaster>
</file>

<file path=ppt/slideMasters/slideMaster2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83"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400" cy="326160"/>
          </a:xfrm>
          <a:prstGeom prst="rect">
            <a:avLst/>
          </a:prstGeom>
          <a:ln w="0">
            <a:noFill/>
          </a:ln>
        </p:spPr>
      </p:pic>
      <p:pic>
        <p:nvPicPr>
          <p:cNvPr id="84" name="Graphic 1" descr=""/>
          <p:cNvPicPr/>
          <p:nvPr/>
        </p:nvPicPr>
        <p:blipFill>
          <a:blip r:embed="rId4">
            <a:extLst>
              <a:ext uri="{96DAC541-7B7A-43D3-8B79-37D633B846F1}">
                <asvg:svgBlip xmlns:asvg="http://schemas.microsoft.com/office/drawing/2016/SVG/main" r:embed="rId5"/>
              </a:ext>
            </a:extLst>
          </a:blip>
          <a:stretch/>
        </p:blipFill>
        <p:spPr>
          <a:xfrm>
            <a:off x="11273040" y="222840"/>
            <a:ext cx="653400" cy="326160"/>
          </a:xfrm>
          <a:prstGeom prst="rect">
            <a:avLst/>
          </a:prstGeom>
          <a:ln w="0">
            <a:noFill/>
          </a:ln>
        </p:spPr>
      </p:pic>
      <p:sp>
        <p:nvSpPr>
          <p:cNvPr id="85" name="PlaceHolder 1"/>
          <p:cNvSpPr>
            <a:spLocks noGrp="1"/>
          </p:cNvSpPr>
          <p:nvPr>
            <p:ph type="sldNum" idx="19"/>
          </p:nvPr>
        </p:nvSpPr>
        <p:spPr>
          <a:xfrm>
            <a:off x="11521440" y="6486120"/>
            <a:ext cx="319680" cy="36396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66074A0F-E1A1-4B7C-97DF-203DF8FB48AC}"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87" r:id="rId6"/>
  </p:sldLayoutIdLst>
</p:sldMaster>
</file>

<file path=ppt/slideMasters/slideMaster2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86"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400" cy="326160"/>
          </a:xfrm>
          <a:prstGeom prst="rect">
            <a:avLst/>
          </a:prstGeom>
          <a:ln w="0">
            <a:noFill/>
          </a:ln>
        </p:spPr>
      </p:pic>
      <p:sp>
        <p:nvSpPr>
          <p:cNvPr id="87" name="Rectangle 15"/>
          <p:cNvSpPr/>
          <p:nvPr/>
        </p:nvSpPr>
        <p:spPr>
          <a:xfrm>
            <a:off x="4064040" y="0"/>
            <a:ext cx="4062960" cy="685692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a:endParaRPr>
          </a:p>
        </p:txBody>
      </p:sp>
      <p:grpSp>
        <p:nvGrpSpPr>
          <p:cNvPr id="88" name="Group 6"/>
          <p:cNvGrpSpPr/>
          <p:nvPr/>
        </p:nvGrpSpPr>
        <p:grpSpPr>
          <a:xfrm>
            <a:off x="720" y="3986280"/>
            <a:ext cx="12190320" cy="63000"/>
            <a:chOff x="720" y="3986280"/>
            <a:chExt cx="12190320" cy="63000"/>
          </a:xfrm>
        </p:grpSpPr>
        <p:sp>
          <p:nvSpPr>
            <p:cNvPr id="89" name="Rectangle 3"/>
            <p:cNvSpPr/>
            <p:nvPr/>
          </p:nvSpPr>
          <p:spPr>
            <a:xfrm>
              <a:off x="720" y="3986280"/>
              <a:ext cx="4061880" cy="63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dk1"/>
                </a:solidFill>
                <a:latin typeface="Avenir Next"/>
              </a:endParaRPr>
            </a:p>
          </p:txBody>
        </p:sp>
        <p:sp>
          <p:nvSpPr>
            <p:cNvPr id="90" name="Rectangle 4"/>
            <p:cNvSpPr/>
            <p:nvPr/>
          </p:nvSpPr>
          <p:spPr>
            <a:xfrm>
              <a:off x="4063320" y="3986280"/>
              <a:ext cx="4068000" cy="63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dk1"/>
                </a:solidFill>
                <a:latin typeface="Avenir Next"/>
              </a:endParaRPr>
            </a:p>
          </p:txBody>
        </p:sp>
        <p:sp>
          <p:nvSpPr>
            <p:cNvPr id="91" name="Rectangle 5"/>
            <p:cNvSpPr/>
            <p:nvPr/>
          </p:nvSpPr>
          <p:spPr>
            <a:xfrm>
              <a:off x="8129160" y="3986280"/>
              <a:ext cx="4061880" cy="630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dk1"/>
                </a:solidFill>
                <a:latin typeface="Avenir Next"/>
              </a:endParaRPr>
            </a:p>
          </p:txBody>
        </p:sp>
      </p:grpSp>
      <p:sp>
        <p:nvSpPr>
          <p:cNvPr id="92" name="PlaceHolder 1"/>
          <p:cNvSpPr>
            <a:spLocks noGrp="1"/>
          </p:cNvSpPr>
          <p:nvPr>
            <p:ph type="sldNum" idx="20"/>
          </p:nvPr>
        </p:nvSpPr>
        <p:spPr>
          <a:xfrm>
            <a:off x="11521440" y="6486120"/>
            <a:ext cx="319680" cy="36396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03FB558B-CA45-4620-99A2-B87F71C35476}"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89" r:id="rId4"/>
  </p:sldLayoutIdLst>
</p:sldMaster>
</file>

<file path=ppt/slideMasters/slideMaster2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93"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400" cy="326160"/>
          </a:xfrm>
          <a:prstGeom prst="rect">
            <a:avLst/>
          </a:prstGeom>
          <a:ln w="0">
            <a:noFill/>
          </a:ln>
        </p:spPr>
      </p:pic>
      <p:sp>
        <p:nvSpPr>
          <p:cNvPr id="94" name="Rectangle 11"/>
          <p:cNvSpPr/>
          <p:nvPr/>
        </p:nvSpPr>
        <p:spPr>
          <a:xfrm>
            <a:off x="6108480" y="0"/>
            <a:ext cx="6098760" cy="685692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pic>
        <p:nvPicPr>
          <p:cNvPr id="95" name="Graphic 1" descr=""/>
          <p:cNvPicPr/>
          <p:nvPr/>
        </p:nvPicPr>
        <p:blipFill>
          <a:blip r:embed="rId4">
            <a:extLst>
              <a:ext uri="{96DAC541-7B7A-43D3-8B79-37D633B846F1}">
                <asvg:svgBlip xmlns:asvg="http://schemas.microsoft.com/office/drawing/2016/SVG/main" r:embed="rId5"/>
              </a:ext>
            </a:extLst>
          </a:blip>
          <a:stretch/>
        </p:blipFill>
        <p:spPr>
          <a:xfrm>
            <a:off x="11273040" y="222840"/>
            <a:ext cx="653400" cy="326160"/>
          </a:xfrm>
          <a:prstGeom prst="rect">
            <a:avLst/>
          </a:prstGeom>
          <a:ln w="0">
            <a:noFill/>
          </a:ln>
        </p:spPr>
      </p:pic>
      <p:sp>
        <p:nvSpPr>
          <p:cNvPr id="96" name="PlaceHolder 1"/>
          <p:cNvSpPr>
            <a:spLocks noGrp="1"/>
          </p:cNvSpPr>
          <p:nvPr>
            <p:ph type="sldNum" idx="21"/>
          </p:nvPr>
        </p:nvSpPr>
        <p:spPr>
          <a:xfrm>
            <a:off x="11521440" y="6486120"/>
            <a:ext cx="319680" cy="36396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BE039A0F-7B89-4A46-8C09-4BB9728CDD19}"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
        <p:nvSpPr>
          <p:cNvPr id="97" name="PlaceHolder 2"/>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s-AR" sz="4400" spc="-1" strike="noStrike">
                <a:solidFill>
                  <a:srgbClr val="000000"/>
                </a:solidFill>
                <a:latin typeface="Arial"/>
              </a:rPr>
              <a:t>Pulse para editar el formato del texto de título</a:t>
            </a:r>
            <a:endParaRPr b="0" lang="es-AR" sz="4400" spc="-1" strike="noStrike">
              <a:solidFill>
                <a:srgbClr val="000000"/>
              </a:solidFill>
              <a:latin typeface="Arial"/>
            </a:endParaRPr>
          </a:p>
        </p:txBody>
      </p:sp>
      <p:sp>
        <p:nvSpPr>
          <p:cNvPr id="98" name="PlaceHolder 3"/>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s-AR" sz="3200" spc="-1" strike="noStrike">
                <a:solidFill>
                  <a:srgbClr val="000000"/>
                </a:solidFill>
                <a:latin typeface="Arial"/>
              </a:rPr>
              <a:t>Pulse para </a:t>
            </a:r>
            <a:r>
              <a:rPr b="0" lang="es-AR" sz="3200" spc="-1" strike="noStrike">
                <a:solidFill>
                  <a:srgbClr val="000000"/>
                </a:solidFill>
                <a:latin typeface="Arial"/>
              </a:rPr>
              <a:t>editar el </a:t>
            </a:r>
            <a:r>
              <a:rPr b="0" lang="es-AR" sz="3200" spc="-1" strike="noStrike">
                <a:solidFill>
                  <a:srgbClr val="000000"/>
                </a:solidFill>
                <a:latin typeface="Arial"/>
              </a:rPr>
              <a:t>formato de </a:t>
            </a:r>
            <a:r>
              <a:rPr b="0" lang="es-AR" sz="3200" spc="-1" strike="noStrike">
                <a:solidFill>
                  <a:srgbClr val="000000"/>
                </a:solidFill>
                <a:latin typeface="Arial"/>
              </a:rPr>
              <a:t>texto del </a:t>
            </a:r>
            <a:r>
              <a:rPr b="0" lang="es-AR" sz="3200" spc="-1" strike="noStrike">
                <a:solidFill>
                  <a:srgbClr val="000000"/>
                </a:solidFill>
                <a:latin typeface="Arial"/>
              </a:rPr>
              <a:t>esquema</a:t>
            </a:r>
            <a:endParaRPr b="0" lang="es-AR"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s-AR" sz="2800" spc="-1" strike="noStrike">
                <a:solidFill>
                  <a:srgbClr val="000000"/>
                </a:solidFill>
                <a:latin typeface="Arial"/>
              </a:rPr>
              <a:t>Segundo nivel </a:t>
            </a:r>
            <a:r>
              <a:rPr b="0" lang="es-AR" sz="2800" spc="-1" strike="noStrike">
                <a:solidFill>
                  <a:srgbClr val="000000"/>
                </a:solidFill>
                <a:latin typeface="Arial"/>
              </a:rPr>
              <a:t>del esquema</a:t>
            </a:r>
            <a:endParaRPr b="0" lang="es-AR"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s-AR" sz="2400" spc="-1" strike="noStrike">
                <a:solidFill>
                  <a:srgbClr val="000000"/>
                </a:solidFill>
                <a:latin typeface="Arial"/>
              </a:rPr>
              <a:t>Tercer nivel </a:t>
            </a:r>
            <a:r>
              <a:rPr b="0" lang="es-AR" sz="2400" spc="-1" strike="noStrike">
                <a:solidFill>
                  <a:srgbClr val="000000"/>
                </a:solidFill>
                <a:latin typeface="Arial"/>
              </a:rPr>
              <a:t>del esquema</a:t>
            </a:r>
            <a:endParaRPr b="0" lang="es-AR"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s-AR" sz="2000" spc="-1" strike="noStrike">
                <a:solidFill>
                  <a:srgbClr val="000000"/>
                </a:solidFill>
                <a:latin typeface="Arial"/>
              </a:rPr>
              <a:t>Cuarto nivel </a:t>
            </a:r>
            <a:r>
              <a:rPr b="0" lang="es-AR" sz="2000" spc="-1" strike="noStrike">
                <a:solidFill>
                  <a:srgbClr val="000000"/>
                </a:solidFill>
                <a:latin typeface="Arial"/>
              </a:rPr>
              <a:t>del esquema</a:t>
            </a:r>
            <a:endParaRPr b="0" lang="es-AR"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s-AR" sz="2000" spc="-1" strike="noStrike">
                <a:solidFill>
                  <a:srgbClr val="000000"/>
                </a:solidFill>
                <a:latin typeface="Arial"/>
              </a:rPr>
              <a:t>Quinto </a:t>
            </a:r>
            <a:r>
              <a:rPr b="0" lang="es-AR" sz="2000" spc="-1" strike="noStrike">
                <a:solidFill>
                  <a:srgbClr val="000000"/>
                </a:solidFill>
                <a:latin typeface="Arial"/>
              </a:rPr>
              <a:t>nivel del </a:t>
            </a:r>
            <a:r>
              <a:rPr b="0" lang="es-AR" sz="2000" spc="-1" strike="noStrike">
                <a:solidFill>
                  <a:srgbClr val="000000"/>
                </a:solidFill>
                <a:latin typeface="Arial"/>
              </a:rPr>
              <a:t>esquema</a:t>
            </a:r>
            <a:endParaRPr b="0" lang="es-AR"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s-AR" sz="2000" spc="-1" strike="noStrike">
                <a:solidFill>
                  <a:srgbClr val="000000"/>
                </a:solidFill>
                <a:latin typeface="Arial"/>
              </a:rPr>
              <a:t>Sexto </a:t>
            </a:r>
            <a:r>
              <a:rPr b="0" lang="es-AR" sz="2000" spc="-1" strike="noStrike">
                <a:solidFill>
                  <a:srgbClr val="000000"/>
                </a:solidFill>
                <a:latin typeface="Arial"/>
              </a:rPr>
              <a:t>nivel </a:t>
            </a:r>
            <a:r>
              <a:rPr b="0" lang="es-AR" sz="2000" spc="-1" strike="noStrike">
                <a:solidFill>
                  <a:srgbClr val="000000"/>
                </a:solidFill>
                <a:latin typeface="Arial"/>
              </a:rPr>
              <a:t>del </a:t>
            </a:r>
            <a:r>
              <a:rPr b="0" lang="es-AR" sz="2000" spc="-1" strike="noStrike">
                <a:solidFill>
                  <a:srgbClr val="000000"/>
                </a:solidFill>
                <a:latin typeface="Arial"/>
              </a:rPr>
              <a:t>esqu</a:t>
            </a:r>
            <a:r>
              <a:rPr b="0" lang="es-AR" sz="2000" spc="-1" strike="noStrike">
                <a:solidFill>
                  <a:srgbClr val="000000"/>
                </a:solidFill>
                <a:latin typeface="Arial"/>
              </a:rPr>
              <a:t>ema</a:t>
            </a:r>
            <a:endParaRPr b="0" lang="es-AR"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s-AR" sz="2000" spc="-1" strike="noStrike">
                <a:solidFill>
                  <a:srgbClr val="000000"/>
                </a:solidFill>
                <a:latin typeface="Arial"/>
              </a:rPr>
              <a:t>S</a:t>
            </a:r>
            <a:r>
              <a:rPr b="0" lang="es-AR" sz="2000" spc="-1" strike="noStrike">
                <a:solidFill>
                  <a:srgbClr val="000000"/>
                </a:solidFill>
                <a:latin typeface="Arial"/>
              </a:rPr>
              <a:t>é</a:t>
            </a:r>
            <a:r>
              <a:rPr b="0" lang="es-AR" sz="2000" spc="-1" strike="noStrike">
                <a:solidFill>
                  <a:srgbClr val="000000"/>
                </a:solidFill>
                <a:latin typeface="Arial"/>
              </a:rPr>
              <a:t>pt</a:t>
            </a:r>
            <a:r>
              <a:rPr b="0" lang="es-AR" sz="2000" spc="-1" strike="noStrike">
                <a:solidFill>
                  <a:srgbClr val="000000"/>
                </a:solidFill>
                <a:latin typeface="Arial"/>
              </a:rPr>
              <a:t>i</a:t>
            </a:r>
            <a:r>
              <a:rPr b="0" lang="es-AR" sz="2000" spc="-1" strike="noStrike">
                <a:solidFill>
                  <a:srgbClr val="000000"/>
                </a:solidFill>
                <a:latin typeface="Arial"/>
              </a:rPr>
              <a:t>m</a:t>
            </a:r>
            <a:r>
              <a:rPr b="0" lang="es-AR" sz="2000" spc="-1" strike="noStrike">
                <a:solidFill>
                  <a:srgbClr val="000000"/>
                </a:solidFill>
                <a:latin typeface="Arial"/>
              </a:rPr>
              <a:t>o </a:t>
            </a:r>
            <a:r>
              <a:rPr b="0" lang="es-AR" sz="2000" spc="-1" strike="noStrike">
                <a:solidFill>
                  <a:srgbClr val="000000"/>
                </a:solidFill>
                <a:latin typeface="Arial"/>
              </a:rPr>
              <a:t>ni</a:t>
            </a:r>
            <a:r>
              <a:rPr b="0" lang="es-AR" sz="2000" spc="-1" strike="noStrike">
                <a:solidFill>
                  <a:srgbClr val="000000"/>
                </a:solidFill>
                <a:latin typeface="Arial"/>
              </a:rPr>
              <a:t>v</a:t>
            </a:r>
            <a:r>
              <a:rPr b="0" lang="es-AR" sz="2000" spc="-1" strike="noStrike">
                <a:solidFill>
                  <a:srgbClr val="000000"/>
                </a:solidFill>
                <a:latin typeface="Arial"/>
              </a:rPr>
              <a:t>el </a:t>
            </a:r>
            <a:r>
              <a:rPr b="0" lang="es-AR" sz="2000" spc="-1" strike="noStrike">
                <a:solidFill>
                  <a:srgbClr val="000000"/>
                </a:solidFill>
                <a:latin typeface="Arial"/>
              </a:rPr>
              <a:t>d</a:t>
            </a:r>
            <a:r>
              <a:rPr b="0" lang="es-AR" sz="2000" spc="-1" strike="noStrike">
                <a:solidFill>
                  <a:srgbClr val="000000"/>
                </a:solidFill>
                <a:latin typeface="Arial"/>
              </a:rPr>
              <a:t>el </a:t>
            </a:r>
            <a:r>
              <a:rPr b="0" lang="es-AR" sz="2000" spc="-1" strike="noStrike">
                <a:solidFill>
                  <a:srgbClr val="000000"/>
                </a:solidFill>
                <a:latin typeface="Arial"/>
              </a:rPr>
              <a:t>e</a:t>
            </a:r>
            <a:r>
              <a:rPr b="0" lang="es-AR" sz="2000" spc="-1" strike="noStrike">
                <a:solidFill>
                  <a:srgbClr val="000000"/>
                </a:solidFill>
                <a:latin typeface="Arial"/>
              </a:rPr>
              <a:t>s</a:t>
            </a:r>
            <a:r>
              <a:rPr b="0" lang="es-AR" sz="2000" spc="-1" strike="noStrike">
                <a:solidFill>
                  <a:srgbClr val="000000"/>
                </a:solidFill>
                <a:latin typeface="Arial"/>
              </a:rPr>
              <a:t>q</a:t>
            </a:r>
            <a:r>
              <a:rPr b="0" lang="es-AR" sz="2000" spc="-1" strike="noStrike">
                <a:solidFill>
                  <a:srgbClr val="000000"/>
                </a:solidFill>
                <a:latin typeface="Arial"/>
              </a:rPr>
              <a:t>u</a:t>
            </a:r>
            <a:r>
              <a:rPr b="0" lang="es-AR" sz="2000" spc="-1" strike="noStrike">
                <a:solidFill>
                  <a:srgbClr val="000000"/>
                </a:solidFill>
                <a:latin typeface="Arial"/>
              </a:rPr>
              <a:t>e</a:t>
            </a:r>
            <a:r>
              <a:rPr b="0" lang="es-AR" sz="2000" spc="-1" strike="noStrike">
                <a:solidFill>
                  <a:srgbClr val="000000"/>
                </a:solidFill>
                <a:latin typeface="Arial"/>
              </a:rPr>
              <a:t>m</a:t>
            </a:r>
            <a:r>
              <a:rPr b="0" lang="es-AR" sz="2000" spc="-1" strike="noStrike">
                <a:solidFill>
                  <a:srgbClr val="000000"/>
                </a:solidFill>
                <a:latin typeface="Arial"/>
              </a:rPr>
              <a:t>a</a:t>
            </a:r>
            <a:endParaRPr b="0" lang="es-AR"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91" r:id="rId6"/>
  </p:sldLayoutIdLst>
</p:sldMaster>
</file>

<file path=ppt/slideMasters/slideMaster2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99"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400" cy="326160"/>
          </a:xfrm>
          <a:prstGeom prst="rect">
            <a:avLst/>
          </a:prstGeom>
          <a:ln w="0">
            <a:noFill/>
          </a:ln>
        </p:spPr>
      </p:pic>
      <p:sp>
        <p:nvSpPr>
          <p:cNvPr id="100" name="PlaceHolder 1"/>
          <p:cNvSpPr>
            <a:spLocks noGrp="1"/>
          </p:cNvSpPr>
          <p:nvPr>
            <p:ph type="sldNum" idx="22"/>
          </p:nvPr>
        </p:nvSpPr>
        <p:spPr>
          <a:xfrm>
            <a:off x="11521440" y="6486120"/>
            <a:ext cx="319680" cy="36396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EB80A93C-70BC-48C8-A887-CDC6F6CB31CA}"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93" r:id="rId4"/>
  </p:sldLayoutIdLst>
</p:sldMaster>
</file>

<file path=ppt/slideMasters/slideMaster2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101"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400" cy="326160"/>
          </a:xfrm>
          <a:prstGeom prst="rect">
            <a:avLst/>
          </a:prstGeom>
          <a:ln w="0">
            <a:noFill/>
          </a:ln>
        </p:spPr>
      </p:pic>
      <p:sp>
        <p:nvSpPr>
          <p:cNvPr id="102" name="Rectangle 11"/>
          <p:cNvSpPr/>
          <p:nvPr/>
        </p:nvSpPr>
        <p:spPr>
          <a:xfrm>
            <a:off x="6092280" y="0"/>
            <a:ext cx="6098760" cy="685692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pic>
        <p:nvPicPr>
          <p:cNvPr id="103" name="Graphic 1" descr=""/>
          <p:cNvPicPr/>
          <p:nvPr/>
        </p:nvPicPr>
        <p:blipFill>
          <a:blip r:embed="rId4">
            <a:extLst>
              <a:ext uri="{96DAC541-7B7A-43D3-8B79-37D633B846F1}">
                <asvg:svgBlip xmlns:asvg="http://schemas.microsoft.com/office/drawing/2016/SVG/main" r:embed="rId5"/>
              </a:ext>
            </a:extLst>
          </a:blip>
          <a:stretch/>
        </p:blipFill>
        <p:spPr>
          <a:xfrm>
            <a:off x="11273040" y="222840"/>
            <a:ext cx="653400" cy="326160"/>
          </a:xfrm>
          <a:prstGeom prst="rect">
            <a:avLst/>
          </a:prstGeom>
          <a:ln w="0">
            <a:noFill/>
          </a:ln>
        </p:spPr>
      </p:pic>
      <p:sp>
        <p:nvSpPr>
          <p:cNvPr id="104" name="PlaceHolder 1"/>
          <p:cNvSpPr>
            <a:spLocks noGrp="1"/>
          </p:cNvSpPr>
          <p:nvPr>
            <p:ph type="sldNum" idx="23"/>
          </p:nvPr>
        </p:nvSpPr>
        <p:spPr>
          <a:xfrm>
            <a:off x="11521440" y="6486120"/>
            <a:ext cx="319680" cy="36396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F3E9EDBE-1C04-41A5-9692-290AC340425D}"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95" r:id="rId6"/>
  </p:sldLayoutIdLst>
</p:sldMaster>
</file>

<file path=ppt/slideMasters/slideMaster2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105"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400" cy="326160"/>
          </a:xfrm>
          <a:prstGeom prst="rect">
            <a:avLst/>
          </a:prstGeom>
          <a:ln w="0">
            <a:noFill/>
          </a:ln>
        </p:spPr>
      </p:pic>
      <p:sp>
        <p:nvSpPr>
          <p:cNvPr id="106" name="PlaceHolder 1"/>
          <p:cNvSpPr>
            <a:spLocks noGrp="1"/>
          </p:cNvSpPr>
          <p:nvPr>
            <p:ph type="sldNum" idx="24"/>
          </p:nvPr>
        </p:nvSpPr>
        <p:spPr>
          <a:xfrm>
            <a:off x="11521440" y="6486120"/>
            <a:ext cx="319680" cy="36396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0699B597-B644-42D2-9E49-17C445933616}"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97" r:id="rId4"/>
  </p:sldLayoutIdLst>
</p:sldMaster>
</file>

<file path=ppt/slideMasters/slideMaster2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107"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400" cy="326160"/>
          </a:xfrm>
          <a:prstGeom prst="rect">
            <a:avLst/>
          </a:prstGeom>
          <a:ln w="0">
            <a:noFill/>
          </a:ln>
        </p:spPr>
      </p:pic>
      <p:sp>
        <p:nvSpPr>
          <p:cNvPr id="108" name="Rectangle 22"/>
          <p:cNvSpPr/>
          <p:nvPr/>
        </p:nvSpPr>
        <p:spPr>
          <a:xfrm>
            <a:off x="0" y="1625760"/>
            <a:ext cx="12191040" cy="523116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grpSp>
        <p:nvGrpSpPr>
          <p:cNvPr id="109" name="Group 24"/>
          <p:cNvGrpSpPr/>
          <p:nvPr/>
        </p:nvGrpSpPr>
        <p:grpSpPr>
          <a:xfrm>
            <a:off x="4070880" y="1472760"/>
            <a:ext cx="4061160" cy="5385960"/>
            <a:chOff x="4070880" y="1472760"/>
            <a:chExt cx="4061160" cy="5385960"/>
          </a:xfrm>
        </p:grpSpPr>
        <p:cxnSp>
          <p:nvCxnSpPr>
            <p:cNvPr id="110" name="Straight Connector 25"/>
            <p:cNvCxnSpPr/>
            <p:nvPr/>
          </p:nvCxnSpPr>
          <p:spPr>
            <a:xfrm>
              <a:off x="4070880" y="1472760"/>
              <a:ext cx="1080" cy="5386320"/>
            </a:xfrm>
            <a:prstGeom prst="straightConnector1">
              <a:avLst/>
            </a:prstGeom>
            <a:ln w="38100">
              <a:solidFill>
                <a:srgbClr val="ffffff"/>
              </a:solidFill>
              <a:round/>
            </a:ln>
          </p:spPr>
        </p:cxnSp>
        <p:cxnSp>
          <p:nvCxnSpPr>
            <p:cNvPr id="111" name="Straight Connector 26"/>
            <p:cNvCxnSpPr/>
            <p:nvPr/>
          </p:nvCxnSpPr>
          <p:spPr>
            <a:xfrm>
              <a:off x="8131320" y="1472760"/>
              <a:ext cx="1080" cy="5386320"/>
            </a:xfrm>
            <a:prstGeom prst="straightConnector1">
              <a:avLst/>
            </a:prstGeom>
            <a:ln w="38100">
              <a:solidFill>
                <a:srgbClr val="ffffff"/>
              </a:solidFill>
              <a:round/>
            </a:ln>
          </p:spPr>
        </p:cxnSp>
      </p:grpSp>
      <p:sp>
        <p:nvSpPr>
          <p:cNvPr id="112" name="Cross 29"/>
          <p:cNvSpPr/>
          <p:nvPr/>
        </p:nvSpPr>
        <p:spPr>
          <a:xfrm>
            <a:off x="3920040" y="1190880"/>
            <a:ext cx="301320" cy="301320"/>
          </a:xfrm>
          <a:prstGeom prst="plus">
            <a:avLst>
              <a:gd name="adj" fmla="val 40362"/>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sp>
        <p:nvSpPr>
          <p:cNvPr id="113" name="Equal 30"/>
          <p:cNvSpPr/>
          <p:nvPr/>
        </p:nvSpPr>
        <p:spPr>
          <a:xfrm>
            <a:off x="7924320" y="1190520"/>
            <a:ext cx="413280" cy="302040"/>
          </a:xfrm>
          <a:prstGeom prst="mathEqual">
            <a:avLst>
              <a:gd name="adj1" fmla="val 18785"/>
              <a:gd name="adj2" fmla="val 19125"/>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sp>
        <p:nvSpPr>
          <p:cNvPr id="114" name="PlaceHolder 1"/>
          <p:cNvSpPr>
            <a:spLocks noGrp="1"/>
          </p:cNvSpPr>
          <p:nvPr>
            <p:ph type="sldNum" idx="25"/>
          </p:nvPr>
        </p:nvSpPr>
        <p:spPr>
          <a:xfrm>
            <a:off x="11521440" y="6486120"/>
            <a:ext cx="319680" cy="36396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19950282-436C-472E-8494-9DBD67197A77}"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99" r:id="rId4"/>
  </p:sldLayoutIdLst>
</p:sldMaster>
</file>

<file path=ppt/slideMasters/slideMaster2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115"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400" cy="326160"/>
          </a:xfrm>
          <a:prstGeom prst="rect">
            <a:avLst/>
          </a:prstGeom>
          <a:ln w="0">
            <a:noFill/>
          </a:ln>
        </p:spPr>
      </p:pic>
      <p:sp>
        <p:nvSpPr>
          <p:cNvPr id="116" name="PlaceHolder 1"/>
          <p:cNvSpPr>
            <a:spLocks noGrp="1"/>
          </p:cNvSpPr>
          <p:nvPr>
            <p:ph type="sldNum" idx="26"/>
          </p:nvPr>
        </p:nvSpPr>
        <p:spPr>
          <a:xfrm>
            <a:off x="11521440" y="6486120"/>
            <a:ext cx="319680" cy="36396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4601BB0F-ED27-445C-8C18-A5E34C7B569F}"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701" r:id="rId4"/>
  </p:sldLayoutIdLst>
</p:sldMaster>
</file>

<file path=ppt/slideMasters/slideMaster2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117"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400" cy="326160"/>
          </a:xfrm>
          <a:prstGeom prst="rect">
            <a:avLst/>
          </a:prstGeom>
          <a:ln w="0">
            <a:noFill/>
          </a:ln>
        </p:spPr>
      </p:pic>
      <p:sp>
        <p:nvSpPr>
          <p:cNvPr id="118" name="Text Placeholder 6"/>
          <p:cNvSpPr/>
          <p:nvPr/>
        </p:nvSpPr>
        <p:spPr>
          <a:xfrm>
            <a:off x="5428800" y="2169720"/>
            <a:ext cx="1305720" cy="1305720"/>
          </a:xfrm>
          <a:prstGeom prst="ellipse">
            <a:avLst/>
          </a:prstGeom>
          <a:noFill/>
          <a:ln w="0">
            <a:noFill/>
          </a:ln>
        </p:spPr>
        <p:style>
          <a:lnRef idx="0"/>
          <a:fillRef idx="0"/>
          <a:effectRef idx="0"/>
          <a:fontRef idx="minor"/>
        </p:style>
        <p:txBody>
          <a:bodyPr wrap="none" lIns="0" rIns="0" tIns="45000" bIns="274320" anchor="ctr">
            <a:noAutofit/>
          </a:bodyPr>
          <a:p>
            <a:pPr algn="ctr" defTabSz="914400">
              <a:lnSpc>
                <a:spcPct val="90000"/>
              </a:lnSpc>
              <a:spcBef>
                <a:spcPts val="1001"/>
              </a:spcBef>
              <a:tabLst>
                <a:tab algn="l" pos="0"/>
              </a:tabLst>
            </a:pPr>
            <a:r>
              <a:rPr b="0" lang="en-US" sz="4400" spc="43" strike="noStrike">
                <a:solidFill>
                  <a:schemeClr val="dk1"/>
                </a:solidFill>
                <a:latin typeface="Avenir Next LT Pro"/>
                <a:ea typeface="Avenir Next"/>
              </a:rPr>
              <a:t>XX</a:t>
            </a:r>
            <a:endParaRPr b="0" lang="es-AR" sz="4400" spc="-1" strike="noStrike">
              <a:solidFill>
                <a:srgbClr val="000000"/>
              </a:solidFill>
              <a:latin typeface="Arial"/>
            </a:endParaRPr>
          </a:p>
        </p:txBody>
      </p:sp>
      <p:sp>
        <p:nvSpPr>
          <p:cNvPr id="119" name="Text Placeholder 6"/>
          <p:cNvSpPr/>
          <p:nvPr/>
        </p:nvSpPr>
        <p:spPr>
          <a:xfrm>
            <a:off x="9454680" y="2169720"/>
            <a:ext cx="1305720" cy="1305720"/>
          </a:xfrm>
          <a:prstGeom prst="ellipse">
            <a:avLst/>
          </a:prstGeom>
          <a:noFill/>
          <a:ln w="0">
            <a:noFill/>
          </a:ln>
        </p:spPr>
        <p:style>
          <a:lnRef idx="0"/>
          <a:fillRef idx="0"/>
          <a:effectRef idx="0"/>
          <a:fontRef idx="minor"/>
        </p:style>
        <p:txBody>
          <a:bodyPr wrap="none" lIns="0" rIns="0" tIns="45000" bIns="274320" anchor="ctr">
            <a:noAutofit/>
          </a:bodyPr>
          <a:p>
            <a:pPr algn="ctr" defTabSz="914400">
              <a:lnSpc>
                <a:spcPct val="90000"/>
              </a:lnSpc>
              <a:spcBef>
                <a:spcPts val="1001"/>
              </a:spcBef>
              <a:tabLst>
                <a:tab algn="l" pos="0"/>
              </a:tabLst>
            </a:pPr>
            <a:r>
              <a:rPr b="0" lang="en-US" sz="4400" spc="43" strike="noStrike">
                <a:solidFill>
                  <a:schemeClr val="dk1"/>
                </a:solidFill>
                <a:latin typeface="Avenir Next LT Pro"/>
                <a:ea typeface="Avenir Next"/>
              </a:rPr>
              <a:t>XX</a:t>
            </a:r>
            <a:endParaRPr b="0" lang="es-AR" sz="4400" spc="-1" strike="noStrike">
              <a:solidFill>
                <a:srgbClr val="000000"/>
              </a:solidFill>
              <a:latin typeface="Arial"/>
            </a:endParaRPr>
          </a:p>
        </p:txBody>
      </p:sp>
      <p:grpSp>
        <p:nvGrpSpPr>
          <p:cNvPr id="120" name="Group 22"/>
          <p:cNvGrpSpPr/>
          <p:nvPr/>
        </p:nvGrpSpPr>
        <p:grpSpPr>
          <a:xfrm>
            <a:off x="4063680" y="1967400"/>
            <a:ext cx="4064760" cy="4357800"/>
            <a:chOff x="4063680" y="1967400"/>
            <a:chExt cx="4064760" cy="4357800"/>
          </a:xfrm>
        </p:grpSpPr>
        <p:cxnSp>
          <p:nvCxnSpPr>
            <p:cNvPr id="121" name="Straight Connector 23"/>
            <p:cNvCxnSpPr/>
            <p:nvPr/>
          </p:nvCxnSpPr>
          <p:spPr>
            <a:xfrm>
              <a:off x="4063680" y="1967400"/>
              <a:ext cx="1080" cy="4358160"/>
            </a:xfrm>
            <a:prstGeom prst="straightConnector1">
              <a:avLst/>
            </a:prstGeom>
            <a:ln w="0">
              <a:solidFill>
                <a:srgbClr val="b9bcbd"/>
              </a:solidFill>
            </a:ln>
          </p:spPr>
        </p:cxnSp>
        <p:cxnSp>
          <p:nvCxnSpPr>
            <p:cNvPr id="122" name="Straight Connector 24"/>
            <p:cNvCxnSpPr/>
            <p:nvPr/>
          </p:nvCxnSpPr>
          <p:spPr>
            <a:xfrm>
              <a:off x="8127720" y="1967400"/>
              <a:ext cx="1080" cy="4358160"/>
            </a:xfrm>
            <a:prstGeom prst="straightConnector1">
              <a:avLst/>
            </a:prstGeom>
            <a:ln w="0">
              <a:solidFill>
                <a:srgbClr val="b9bcbd"/>
              </a:solidFill>
            </a:ln>
          </p:spPr>
        </p:cxnSp>
      </p:grpSp>
      <p:sp>
        <p:nvSpPr>
          <p:cNvPr id="123" name="Text Placeholder 6"/>
          <p:cNvSpPr/>
          <p:nvPr/>
        </p:nvSpPr>
        <p:spPr>
          <a:xfrm>
            <a:off x="1331640" y="2169720"/>
            <a:ext cx="1305720" cy="1305720"/>
          </a:xfrm>
          <a:prstGeom prst="ellipse">
            <a:avLst/>
          </a:prstGeom>
          <a:noFill/>
          <a:ln w="0">
            <a:noFill/>
          </a:ln>
        </p:spPr>
        <p:style>
          <a:lnRef idx="0"/>
          <a:fillRef idx="0"/>
          <a:effectRef idx="0"/>
          <a:fontRef idx="minor"/>
        </p:style>
        <p:txBody>
          <a:bodyPr wrap="none" lIns="0" rIns="0" tIns="45000" bIns="274320" anchor="ctr">
            <a:noAutofit/>
          </a:bodyPr>
          <a:p>
            <a:pPr algn="ctr" defTabSz="914400">
              <a:lnSpc>
                <a:spcPct val="90000"/>
              </a:lnSpc>
              <a:spcBef>
                <a:spcPts val="1001"/>
              </a:spcBef>
              <a:tabLst>
                <a:tab algn="l" pos="0"/>
              </a:tabLst>
            </a:pPr>
            <a:r>
              <a:rPr b="0" lang="en-US" sz="4400" spc="43" strike="noStrike">
                <a:solidFill>
                  <a:schemeClr val="dk1"/>
                </a:solidFill>
                <a:latin typeface="Avenir Next LT Pro"/>
                <a:ea typeface="Avenir Next"/>
              </a:rPr>
              <a:t>XX</a:t>
            </a:r>
            <a:endParaRPr b="0" lang="es-AR" sz="4400" spc="-1" strike="noStrike">
              <a:solidFill>
                <a:srgbClr val="000000"/>
              </a:solidFill>
              <a:latin typeface="Arial"/>
            </a:endParaRPr>
          </a:p>
        </p:txBody>
      </p:sp>
      <p:sp>
        <p:nvSpPr>
          <p:cNvPr id="124" name="PlaceHolder 1"/>
          <p:cNvSpPr>
            <a:spLocks noGrp="1"/>
          </p:cNvSpPr>
          <p:nvPr>
            <p:ph type="sldNum" idx="27"/>
          </p:nvPr>
        </p:nvSpPr>
        <p:spPr>
          <a:xfrm>
            <a:off x="11521440" y="6486120"/>
            <a:ext cx="319680" cy="36396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0D2FF9A2-DA86-487E-B650-6CD22CE87B19}"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703" r:id="rId4"/>
  </p:sldLayoutIdLst>
</p:sldMaster>
</file>

<file path=ppt/slideMasters/slideMaster2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125"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400" cy="326160"/>
          </a:xfrm>
          <a:prstGeom prst="rect">
            <a:avLst/>
          </a:prstGeom>
          <a:ln w="0">
            <a:noFill/>
          </a:ln>
        </p:spPr>
      </p:pic>
      <p:sp>
        <p:nvSpPr>
          <p:cNvPr id="126" name="PlaceHolder 1"/>
          <p:cNvSpPr>
            <a:spLocks noGrp="1"/>
          </p:cNvSpPr>
          <p:nvPr>
            <p:ph type="sldNum" idx="28"/>
          </p:nvPr>
        </p:nvSpPr>
        <p:spPr>
          <a:xfrm>
            <a:off x="11521440" y="6486120"/>
            <a:ext cx="319680" cy="36396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1C84BC32-B5EF-4697-B964-C84F75113EDC}"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705" r:id="rId4"/>
  </p:sldLayoutIdLst>
</p:sldMaster>
</file>

<file path=ppt/slideMasters/slideMaster3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127"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400" cy="326160"/>
          </a:xfrm>
          <a:prstGeom prst="rect">
            <a:avLst/>
          </a:prstGeom>
          <a:ln w="0">
            <a:noFill/>
          </a:ln>
        </p:spPr>
      </p:pic>
      <p:sp>
        <p:nvSpPr>
          <p:cNvPr id="128" name="PlaceHolder 1"/>
          <p:cNvSpPr>
            <a:spLocks noGrp="1"/>
          </p:cNvSpPr>
          <p:nvPr>
            <p:ph type="sldNum" idx="29"/>
          </p:nvPr>
        </p:nvSpPr>
        <p:spPr>
          <a:xfrm>
            <a:off x="11521440" y="6486120"/>
            <a:ext cx="319680" cy="36396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7B76FD50-DE45-4B56-9370-E7292A851DE1}"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707" r:id="rId4"/>
  </p:sldLayoutIdLst>
</p:sldMaster>
</file>

<file path=ppt/slideMasters/slideMaster3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129"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400" cy="326160"/>
          </a:xfrm>
          <a:prstGeom prst="rect">
            <a:avLst/>
          </a:prstGeom>
          <a:ln w="0">
            <a:noFill/>
          </a:ln>
        </p:spPr>
      </p:pic>
      <p:sp>
        <p:nvSpPr>
          <p:cNvPr id="130" name="Rectangle 1"/>
          <p:cNvSpPr/>
          <p:nvPr/>
        </p:nvSpPr>
        <p:spPr>
          <a:xfrm>
            <a:off x="0" y="0"/>
            <a:ext cx="12208680" cy="685692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cxnSp>
        <p:nvCxnSpPr>
          <p:cNvPr id="131" name="Straight Connector 6"/>
          <p:cNvCxnSpPr/>
          <p:nvPr/>
        </p:nvCxnSpPr>
        <p:spPr>
          <a:xfrm>
            <a:off x="3047760" y="0"/>
            <a:ext cx="1080" cy="6858720"/>
          </a:xfrm>
          <a:prstGeom prst="straightConnector1">
            <a:avLst/>
          </a:prstGeom>
          <a:ln w="47625">
            <a:solidFill>
              <a:srgbClr val="ffffff"/>
            </a:solidFill>
            <a:round/>
          </a:ln>
        </p:spPr>
      </p:cxnSp>
      <p:cxnSp>
        <p:nvCxnSpPr>
          <p:cNvPr id="132" name="Straight Connector 7"/>
          <p:cNvCxnSpPr/>
          <p:nvPr/>
        </p:nvCxnSpPr>
        <p:spPr>
          <a:xfrm>
            <a:off x="6095880" y="0"/>
            <a:ext cx="1080" cy="6858720"/>
          </a:xfrm>
          <a:prstGeom prst="straightConnector1">
            <a:avLst/>
          </a:prstGeom>
          <a:ln w="47625">
            <a:solidFill>
              <a:srgbClr val="ffffff"/>
            </a:solidFill>
            <a:round/>
          </a:ln>
        </p:spPr>
      </p:cxnSp>
      <p:cxnSp>
        <p:nvCxnSpPr>
          <p:cNvPr id="133" name="Straight Connector 8"/>
          <p:cNvCxnSpPr/>
          <p:nvPr/>
        </p:nvCxnSpPr>
        <p:spPr>
          <a:xfrm>
            <a:off x="9144000" y="0"/>
            <a:ext cx="1080" cy="6858720"/>
          </a:xfrm>
          <a:prstGeom prst="straightConnector1">
            <a:avLst/>
          </a:prstGeom>
          <a:ln w="47625">
            <a:solidFill>
              <a:srgbClr val="ffffff"/>
            </a:solidFill>
            <a:round/>
          </a:ln>
        </p:spPr>
      </p:cxnSp>
      <p:pic>
        <p:nvPicPr>
          <p:cNvPr id="134" name="Graphic 2" descr=""/>
          <p:cNvPicPr/>
          <p:nvPr/>
        </p:nvPicPr>
        <p:blipFill>
          <a:blip r:embed="rId4">
            <a:extLst>
              <a:ext uri="{96DAC541-7B7A-43D3-8B79-37D633B846F1}">
                <asvg:svgBlip xmlns:asvg="http://schemas.microsoft.com/office/drawing/2016/SVG/main" r:embed="rId5"/>
              </a:ext>
            </a:extLst>
          </a:blip>
          <a:stretch/>
        </p:blipFill>
        <p:spPr>
          <a:xfrm>
            <a:off x="11273040" y="222840"/>
            <a:ext cx="653400" cy="326160"/>
          </a:xfrm>
          <a:prstGeom prst="rect">
            <a:avLst/>
          </a:prstGeom>
          <a:ln w="0">
            <a:noFill/>
          </a:ln>
        </p:spPr>
      </p:pic>
      <p:sp>
        <p:nvSpPr>
          <p:cNvPr id="135" name="PlaceHolder 1"/>
          <p:cNvSpPr>
            <a:spLocks noGrp="1"/>
          </p:cNvSpPr>
          <p:nvPr>
            <p:ph type="sldNum" idx="30"/>
          </p:nvPr>
        </p:nvSpPr>
        <p:spPr>
          <a:xfrm>
            <a:off x="11521440" y="6486120"/>
            <a:ext cx="319680" cy="36396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190F8E2F-F176-44B7-8427-8EAB9F1E023A}"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709" r:id="rId6"/>
  </p:sldLayoutIdLst>
</p:sldMaster>
</file>

<file path=ppt/slideMasters/slideMaster3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136"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400" cy="326160"/>
          </a:xfrm>
          <a:prstGeom prst="rect">
            <a:avLst/>
          </a:prstGeom>
          <a:ln w="0">
            <a:noFill/>
          </a:ln>
        </p:spPr>
      </p:pic>
      <p:sp>
        <p:nvSpPr>
          <p:cNvPr id="137" name="Rectangle 1"/>
          <p:cNvSpPr/>
          <p:nvPr/>
        </p:nvSpPr>
        <p:spPr>
          <a:xfrm>
            <a:off x="0" y="1018080"/>
            <a:ext cx="12191040" cy="583884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sp>
        <p:nvSpPr>
          <p:cNvPr id="138" name="Rounded Rectangle 18"/>
          <p:cNvSpPr/>
          <p:nvPr/>
        </p:nvSpPr>
        <p:spPr>
          <a:xfrm>
            <a:off x="9185400" y="4065840"/>
            <a:ext cx="2797560" cy="2280600"/>
          </a:xfrm>
          <a:prstGeom prst="roundRect">
            <a:avLst>
              <a:gd name="adj" fmla="val 6170"/>
            </a:avLst>
          </a:prstGeom>
          <a:solidFill>
            <a:schemeClr val="bg1"/>
          </a:solidFill>
          <a:ln w="28575">
            <a:noFill/>
          </a:ln>
          <a:effectLst>
            <a:outerShdw algn="ctr" blurRad="166680" rotWithShape="0" sx="102000" sy="102000">
              <a:srgbClr val="000000">
                <a:alpha val="10000"/>
              </a:srgbClr>
            </a:outerShdw>
          </a:effectLst>
        </p:spPr>
        <p:style>
          <a:lnRef idx="0"/>
          <a:fillRef idx="0"/>
          <a:effectRef idx="0"/>
          <a:fontRef idx="minor"/>
        </p:style>
        <p:txBody>
          <a:bodyPr lIns="182880" rIns="90000" tIns="45000" bIns="45000" anchor="ctr">
            <a:noAutofit/>
          </a:bodyPr>
          <a:p>
            <a:pPr defTabSz="914400">
              <a:lnSpc>
                <a:spcPct val="100000"/>
              </a:lnSpc>
              <a:spcBef>
                <a:spcPts val="1001"/>
              </a:spcBef>
              <a:tabLst>
                <a:tab algn="l" pos="0"/>
              </a:tabLst>
            </a:pPr>
            <a:endParaRPr b="0" lang="en-US" sz="1900" spc="-1" strike="noStrike">
              <a:solidFill>
                <a:schemeClr val="dk1"/>
              </a:solidFill>
              <a:latin typeface="Avenir Next LT Pro"/>
            </a:endParaRPr>
          </a:p>
        </p:txBody>
      </p:sp>
      <p:sp>
        <p:nvSpPr>
          <p:cNvPr id="139" name="Rounded Rectangle 19"/>
          <p:cNvSpPr/>
          <p:nvPr/>
        </p:nvSpPr>
        <p:spPr>
          <a:xfrm>
            <a:off x="6273000" y="4065840"/>
            <a:ext cx="2797560" cy="2280600"/>
          </a:xfrm>
          <a:prstGeom prst="roundRect">
            <a:avLst>
              <a:gd name="adj" fmla="val 6170"/>
            </a:avLst>
          </a:prstGeom>
          <a:solidFill>
            <a:schemeClr val="bg1"/>
          </a:solidFill>
          <a:ln w="28575">
            <a:noFill/>
          </a:ln>
          <a:effectLst>
            <a:outerShdw algn="ctr" blurRad="166680" rotWithShape="0" sx="102000" sy="102000">
              <a:srgbClr val="000000">
                <a:alpha val="10000"/>
              </a:srgbClr>
            </a:outerShdw>
          </a:effectLst>
        </p:spPr>
        <p:style>
          <a:lnRef idx="0"/>
          <a:fillRef idx="0"/>
          <a:effectRef idx="0"/>
          <a:fontRef idx="minor"/>
        </p:style>
        <p:txBody>
          <a:bodyPr lIns="182880" rIns="90000" tIns="45000" bIns="45000" anchor="ctr">
            <a:noAutofit/>
          </a:bodyPr>
          <a:p>
            <a:pPr defTabSz="914400">
              <a:lnSpc>
                <a:spcPct val="100000"/>
              </a:lnSpc>
              <a:spcBef>
                <a:spcPts val="1001"/>
              </a:spcBef>
              <a:tabLst>
                <a:tab algn="l" pos="0"/>
              </a:tabLst>
            </a:pPr>
            <a:endParaRPr b="0" lang="en-US" sz="1900" spc="-1" strike="noStrike">
              <a:solidFill>
                <a:schemeClr val="dk1"/>
              </a:solidFill>
              <a:latin typeface="Avenir Next LT Pro"/>
            </a:endParaRPr>
          </a:p>
        </p:txBody>
      </p:sp>
      <p:sp>
        <p:nvSpPr>
          <p:cNvPr id="140" name="Rounded Rectangle 21"/>
          <p:cNvSpPr/>
          <p:nvPr/>
        </p:nvSpPr>
        <p:spPr>
          <a:xfrm>
            <a:off x="3129120" y="4065840"/>
            <a:ext cx="2797560" cy="2280600"/>
          </a:xfrm>
          <a:prstGeom prst="roundRect">
            <a:avLst>
              <a:gd name="adj" fmla="val 6170"/>
            </a:avLst>
          </a:prstGeom>
          <a:solidFill>
            <a:schemeClr val="bg1"/>
          </a:solidFill>
          <a:ln w="28575">
            <a:noFill/>
          </a:ln>
          <a:effectLst>
            <a:outerShdw algn="ctr" blurRad="166680" rotWithShape="0" sx="102000" sy="102000">
              <a:srgbClr val="000000">
                <a:alpha val="10000"/>
              </a:srgbClr>
            </a:outerShdw>
          </a:effectLst>
        </p:spPr>
        <p:style>
          <a:lnRef idx="0"/>
          <a:fillRef idx="0"/>
          <a:effectRef idx="0"/>
          <a:fontRef idx="minor"/>
        </p:style>
        <p:txBody>
          <a:bodyPr lIns="182880" rIns="90000" tIns="45000" bIns="45000" anchor="ctr">
            <a:noAutofit/>
          </a:bodyPr>
          <a:p>
            <a:pPr defTabSz="914400">
              <a:lnSpc>
                <a:spcPct val="100000"/>
              </a:lnSpc>
              <a:spcBef>
                <a:spcPts val="1001"/>
              </a:spcBef>
              <a:tabLst>
                <a:tab algn="l" pos="0"/>
              </a:tabLst>
            </a:pPr>
            <a:endParaRPr b="0" lang="en-US" sz="1900" spc="-1" strike="noStrike">
              <a:solidFill>
                <a:schemeClr val="dk1"/>
              </a:solidFill>
              <a:latin typeface="Avenir Next LT Pro"/>
            </a:endParaRPr>
          </a:p>
        </p:txBody>
      </p:sp>
      <p:sp>
        <p:nvSpPr>
          <p:cNvPr id="141" name="Rounded Rectangle 22"/>
          <p:cNvSpPr/>
          <p:nvPr/>
        </p:nvSpPr>
        <p:spPr>
          <a:xfrm>
            <a:off x="216720" y="4065840"/>
            <a:ext cx="2797560" cy="2280600"/>
          </a:xfrm>
          <a:prstGeom prst="roundRect">
            <a:avLst>
              <a:gd name="adj" fmla="val 6170"/>
            </a:avLst>
          </a:prstGeom>
          <a:solidFill>
            <a:schemeClr val="bg1"/>
          </a:solidFill>
          <a:ln w="28575">
            <a:noFill/>
          </a:ln>
          <a:effectLst>
            <a:outerShdw algn="ctr" blurRad="166680" rotWithShape="0" sx="102000" sy="102000">
              <a:srgbClr val="000000">
                <a:alpha val="10000"/>
              </a:srgbClr>
            </a:outerShdw>
          </a:effectLst>
        </p:spPr>
        <p:style>
          <a:lnRef idx="0"/>
          <a:fillRef idx="0"/>
          <a:effectRef idx="0"/>
          <a:fontRef idx="minor"/>
        </p:style>
        <p:txBody>
          <a:bodyPr lIns="182880" rIns="90000" tIns="45000" bIns="45000" anchor="ctr">
            <a:noAutofit/>
          </a:bodyPr>
          <a:p>
            <a:pPr defTabSz="914400">
              <a:lnSpc>
                <a:spcPct val="100000"/>
              </a:lnSpc>
              <a:spcBef>
                <a:spcPts val="1001"/>
              </a:spcBef>
              <a:tabLst>
                <a:tab algn="l" pos="0"/>
              </a:tabLst>
            </a:pPr>
            <a:endParaRPr b="0" lang="en-US" sz="1900" spc="-1" strike="noStrike">
              <a:solidFill>
                <a:schemeClr val="dk1"/>
              </a:solidFill>
              <a:latin typeface="Avenir Next LT Pro"/>
            </a:endParaRPr>
          </a:p>
        </p:txBody>
      </p:sp>
      <p:sp>
        <p:nvSpPr>
          <p:cNvPr id="142" name="Rounded Rectangle 16"/>
          <p:cNvSpPr/>
          <p:nvPr/>
        </p:nvSpPr>
        <p:spPr>
          <a:xfrm>
            <a:off x="9185400" y="1390680"/>
            <a:ext cx="2797560" cy="2280600"/>
          </a:xfrm>
          <a:prstGeom prst="roundRect">
            <a:avLst>
              <a:gd name="adj" fmla="val 6170"/>
            </a:avLst>
          </a:prstGeom>
          <a:solidFill>
            <a:schemeClr val="bg1"/>
          </a:solidFill>
          <a:ln w="28575">
            <a:noFill/>
          </a:ln>
          <a:effectLst>
            <a:outerShdw algn="ctr" blurRad="166680" rotWithShape="0" sx="102000" sy="102000">
              <a:srgbClr val="000000">
                <a:alpha val="10000"/>
              </a:srgbClr>
            </a:outerShdw>
          </a:effectLst>
        </p:spPr>
        <p:style>
          <a:lnRef idx="0"/>
          <a:fillRef idx="0"/>
          <a:effectRef idx="0"/>
          <a:fontRef idx="minor"/>
        </p:style>
        <p:txBody>
          <a:bodyPr lIns="182880" rIns="90000" tIns="45000" bIns="45000" anchor="ctr">
            <a:noAutofit/>
          </a:bodyPr>
          <a:p>
            <a:pPr defTabSz="914400">
              <a:lnSpc>
                <a:spcPct val="100000"/>
              </a:lnSpc>
              <a:spcBef>
                <a:spcPts val="1001"/>
              </a:spcBef>
              <a:tabLst>
                <a:tab algn="l" pos="0"/>
              </a:tabLst>
            </a:pPr>
            <a:endParaRPr b="0" lang="en-US" sz="1900" spc="-1" strike="noStrike">
              <a:solidFill>
                <a:schemeClr val="dk1"/>
              </a:solidFill>
              <a:latin typeface="Avenir Next LT Pro"/>
            </a:endParaRPr>
          </a:p>
        </p:txBody>
      </p:sp>
      <p:sp>
        <p:nvSpPr>
          <p:cNvPr id="143" name="Rounded Rectangle 17"/>
          <p:cNvSpPr/>
          <p:nvPr/>
        </p:nvSpPr>
        <p:spPr>
          <a:xfrm>
            <a:off x="6273000" y="1390680"/>
            <a:ext cx="2797560" cy="2280600"/>
          </a:xfrm>
          <a:prstGeom prst="roundRect">
            <a:avLst>
              <a:gd name="adj" fmla="val 6170"/>
            </a:avLst>
          </a:prstGeom>
          <a:solidFill>
            <a:schemeClr val="bg1"/>
          </a:solidFill>
          <a:ln w="28575">
            <a:noFill/>
          </a:ln>
          <a:effectLst>
            <a:outerShdw algn="ctr" blurRad="166680" rotWithShape="0" sx="102000" sy="102000">
              <a:srgbClr val="000000">
                <a:alpha val="10000"/>
              </a:srgbClr>
            </a:outerShdw>
          </a:effectLst>
        </p:spPr>
        <p:style>
          <a:lnRef idx="0"/>
          <a:fillRef idx="0"/>
          <a:effectRef idx="0"/>
          <a:fontRef idx="minor"/>
        </p:style>
        <p:txBody>
          <a:bodyPr lIns="182880" rIns="90000" tIns="45000" bIns="45000" anchor="ctr">
            <a:noAutofit/>
          </a:bodyPr>
          <a:p>
            <a:pPr defTabSz="914400">
              <a:lnSpc>
                <a:spcPct val="100000"/>
              </a:lnSpc>
              <a:spcBef>
                <a:spcPts val="1001"/>
              </a:spcBef>
              <a:tabLst>
                <a:tab algn="l" pos="0"/>
              </a:tabLst>
            </a:pPr>
            <a:endParaRPr b="0" lang="en-US" sz="1900" spc="-1" strike="noStrike">
              <a:solidFill>
                <a:schemeClr val="dk1"/>
              </a:solidFill>
              <a:latin typeface="Avenir Next LT Pro"/>
            </a:endParaRPr>
          </a:p>
        </p:txBody>
      </p:sp>
      <p:sp>
        <p:nvSpPr>
          <p:cNvPr id="144" name="Rounded Rectangle 15"/>
          <p:cNvSpPr/>
          <p:nvPr/>
        </p:nvSpPr>
        <p:spPr>
          <a:xfrm>
            <a:off x="3129120" y="1390680"/>
            <a:ext cx="2797560" cy="2280600"/>
          </a:xfrm>
          <a:prstGeom prst="roundRect">
            <a:avLst>
              <a:gd name="adj" fmla="val 6170"/>
            </a:avLst>
          </a:prstGeom>
          <a:solidFill>
            <a:schemeClr val="bg1"/>
          </a:solidFill>
          <a:ln w="28575">
            <a:noFill/>
          </a:ln>
          <a:effectLst>
            <a:outerShdw algn="ctr" blurRad="166680" rotWithShape="0" sx="102000" sy="102000">
              <a:srgbClr val="000000">
                <a:alpha val="10000"/>
              </a:srgbClr>
            </a:outerShdw>
          </a:effectLst>
        </p:spPr>
        <p:style>
          <a:lnRef idx="0"/>
          <a:fillRef idx="0"/>
          <a:effectRef idx="0"/>
          <a:fontRef idx="minor"/>
        </p:style>
        <p:txBody>
          <a:bodyPr lIns="182880" rIns="90000" tIns="45000" bIns="45000" anchor="ctr">
            <a:noAutofit/>
          </a:bodyPr>
          <a:p>
            <a:pPr defTabSz="914400">
              <a:lnSpc>
                <a:spcPct val="100000"/>
              </a:lnSpc>
              <a:spcBef>
                <a:spcPts val="1001"/>
              </a:spcBef>
              <a:tabLst>
                <a:tab algn="l" pos="0"/>
              </a:tabLst>
            </a:pPr>
            <a:endParaRPr b="0" lang="en-US" sz="1900" spc="-1" strike="noStrike">
              <a:solidFill>
                <a:schemeClr val="dk1"/>
              </a:solidFill>
              <a:latin typeface="Avenir Next LT Pro"/>
            </a:endParaRPr>
          </a:p>
        </p:txBody>
      </p:sp>
      <p:sp>
        <p:nvSpPr>
          <p:cNvPr id="145" name="Rounded Rectangle 3"/>
          <p:cNvSpPr/>
          <p:nvPr/>
        </p:nvSpPr>
        <p:spPr>
          <a:xfrm>
            <a:off x="216720" y="1390680"/>
            <a:ext cx="2797560" cy="2280600"/>
          </a:xfrm>
          <a:prstGeom prst="roundRect">
            <a:avLst>
              <a:gd name="adj" fmla="val 6170"/>
            </a:avLst>
          </a:prstGeom>
          <a:solidFill>
            <a:schemeClr val="bg1"/>
          </a:solidFill>
          <a:ln w="28575">
            <a:noFill/>
          </a:ln>
          <a:effectLst>
            <a:outerShdw algn="ctr" blurRad="166680" rotWithShape="0" sx="102000" sy="102000">
              <a:srgbClr val="000000">
                <a:alpha val="10000"/>
              </a:srgbClr>
            </a:outerShdw>
          </a:effectLst>
        </p:spPr>
        <p:style>
          <a:lnRef idx="0"/>
          <a:fillRef idx="0"/>
          <a:effectRef idx="0"/>
          <a:fontRef idx="minor"/>
        </p:style>
        <p:txBody>
          <a:bodyPr lIns="182880" rIns="90000" tIns="45000" bIns="45000" anchor="ctr">
            <a:noAutofit/>
          </a:bodyPr>
          <a:p>
            <a:pPr defTabSz="914400">
              <a:lnSpc>
                <a:spcPct val="100000"/>
              </a:lnSpc>
              <a:spcBef>
                <a:spcPts val="1001"/>
              </a:spcBef>
              <a:tabLst>
                <a:tab algn="l" pos="0"/>
              </a:tabLst>
            </a:pPr>
            <a:endParaRPr b="0" lang="en-US" sz="1900" spc="-1" strike="noStrike">
              <a:solidFill>
                <a:schemeClr val="dk1"/>
              </a:solidFill>
              <a:latin typeface="Avenir Next LT Pro"/>
            </a:endParaRPr>
          </a:p>
        </p:txBody>
      </p:sp>
      <p:sp>
        <p:nvSpPr>
          <p:cNvPr id="146" name="PlaceHolder 1"/>
          <p:cNvSpPr>
            <a:spLocks noGrp="1"/>
          </p:cNvSpPr>
          <p:nvPr>
            <p:ph type="sldNum" idx="31"/>
          </p:nvPr>
        </p:nvSpPr>
        <p:spPr>
          <a:xfrm>
            <a:off x="11521440" y="6486120"/>
            <a:ext cx="319680" cy="36396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4835867B-D235-4950-88A7-FD3FE7399DBA}"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711" r:id="rId4"/>
  </p:sldLayoutIdLst>
</p:sldMaster>
</file>

<file path=ppt/slideMasters/slideMaster3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147"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400" cy="326160"/>
          </a:xfrm>
          <a:prstGeom prst="rect">
            <a:avLst/>
          </a:prstGeom>
          <a:ln w="0">
            <a:noFill/>
          </a:ln>
        </p:spPr>
      </p:pic>
      <p:sp>
        <p:nvSpPr>
          <p:cNvPr id="148" name="PlaceHolder 1"/>
          <p:cNvSpPr>
            <a:spLocks noGrp="1"/>
          </p:cNvSpPr>
          <p:nvPr>
            <p:ph type="sldNum" idx="32"/>
          </p:nvPr>
        </p:nvSpPr>
        <p:spPr>
          <a:xfrm>
            <a:off x="11521440" y="6486120"/>
            <a:ext cx="319680" cy="36396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2DF06A0E-F4F5-4761-9988-FF6CAB80DD91}"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
        <p:nvSpPr>
          <p:cNvPr id="149" name="PlaceHolder 2"/>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s-AR" sz="4400" spc="-1" strike="noStrike">
                <a:solidFill>
                  <a:srgbClr val="000000"/>
                </a:solidFill>
                <a:latin typeface="Arial"/>
              </a:rPr>
              <a:t>Pulse para editar el formato del texto de título</a:t>
            </a:r>
            <a:endParaRPr b="0" lang="es-AR" sz="4400" spc="-1" strike="noStrike">
              <a:solidFill>
                <a:srgbClr val="000000"/>
              </a:solidFill>
              <a:latin typeface="Arial"/>
            </a:endParaRPr>
          </a:p>
        </p:txBody>
      </p:sp>
      <p:sp>
        <p:nvSpPr>
          <p:cNvPr id="150" name="PlaceHolder 3"/>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s-AR" sz="3200" spc="-1" strike="noStrike">
                <a:solidFill>
                  <a:srgbClr val="000000"/>
                </a:solidFill>
                <a:latin typeface="Arial"/>
              </a:rPr>
              <a:t>Pulse para </a:t>
            </a:r>
            <a:r>
              <a:rPr b="0" lang="es-AR" sz="3200" spc="-1" strike="noStrike">
                <a:solidFill>
                  <a:srgbClr val="000000"/>
                </a:solidFill>
                <a:latin typeface="Arial"/>
              </a:rPr>
              <a:t>editar el formato </a:t>
            </a:r>
            <a:r>
              <a:rPr b="0" lang="es-AR" sz="3200" spc="-1" strike="noStrike">
                <a:solidFill>
                  <a:srgbClr val="000000"/>
                </a:solidFill>
                <a:latin typeface="Arial"/>
              </a:rPr>
              <a:t>de texto del </a:t>
            </a:r>
            <a:r>
              <a:rPr b="0" lang="es-AR" sz="3200" spc="-1" strike="noStrike">
                <a:solidFill>
                  <a:srgbClr val="000000"/>
                </a:solidFill>
                <a:latin typeface="Arial"/>
              </a:rPr>
              <a:t>esquema</a:t>
            </a:r>
            <a:endParaRPr b="0" lang="es-AR"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s-AR" sz="2800" spc="-1" strike="noStrike">
                <a:solidFill>
                  <a:srgbClr val="000000"/>
                </a:solidFill>
                <a:latin typeface="Arial"/>
              </a:rPr>
              <a:t>Segundo nivel </a:t>
            </a:r>
            <a:r>
              <a:rPr b="0" lang="es-AR" sz="2800" spc="-1" strike="noStrike">
                <a:solidFill>
                  <a:srgbClr val="000000"/>
                </a:solidFill>
                <a:latin typeface="Arial"/>
              </a:rPr>
              <a:t>del esquema</a:t>
            </a:r>
            <a:endParaRPr b="0" lang="es-AR"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s-AR" sz="2400" spc="-1" strike="noStrike">
                <a:solidFill>
                  <a:srgbClr val="000000"/>
                </a:solidFill>
                <a:latin typeface="Arial"/>
              </a:rPr>
              <a:t>Tercer nivel del </a:t>
            </a:r>
            <a:r>
              <a:rPr b="0" lang="es-AR" sz="2400" spc="-1" strike="noStrike">
                <a:solidFill>
                  <a:srgbClr val="000000"/>
                </a:solidFill>
                <a:latin typeface="Arial"/>
              </a:rPr>
              <a:t>esquema</a:t>
            </a:r>
            <a:endParaRPr b="0" lang="es-AR"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s-AR" sz="2000" spc="-1" strike="noStrike">
                <a:solidFill>
                  <a:srgbClr val="000000"/>
                </a:solidFill>
                <a:latin typeface="Arial"/>
              </a:rPr>
              <a:t>Cuarto nivel del </a:t>
            </a:r>
            <a:r>
              <a:rPr b="0" lang="es-AR" sz="2000" spc="-1" strike="noStrike">
                <a:solidFill>
                  <a:srgbClr val="000000"/>
                </a:solidFill>
                <a:latin typeface="Arial"/>
              </a:rPr>
              <a:t>esquema</a:t>
            </a:r>
            <a:endParaRPr b="0" lang="es-AR"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s-AR" sz="2000" spc="-1" strike="noStrike">
                <a:solidFill>
                  <a:srgbClr val="000000"/>
                </a:solidFill>
                <a:latin typeface="Arial"/>
              </a:rPr>
              <a:t>Quinto </a:t>
            </a:r>
            <a:r>
              <a:rPr b="0" lang="es-AR" sz="2000" spc="-1" strike="noStrike">
                <a:solidFill>
                  <a:srgbClr val="000000"/>
                </a:solidFill>
                <a:latin typeface="Arial"/>
              </a:rPr>
              <a:t>nivel del </a:t>
            </a:r>
            <a:r>
              <a:rPr b="0" lang="es-AR" sz="2000" spc="-1" strike="noStrike">
                <a:solidFill>
                  <a:srgbClr val="000000"/>
                </a:solidFill>
                <a:latin typeface="Arial"/>
              </a:rPr>
              <a:t>esquema</a:t>
            </a:r>
            <a:endParaRPr b="0" lang="es-AR"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s-AR" sz="2000" spc="-1" strike="noStrike">
                <a:solidFill>
                  <a:srgbClr val="000000"/>
                </a:solidFill>
                <a:latin typeface="Arial"/>
              </a:rPr>
              <a:t>Sexto </a:t>
            </a:r>
            <a:r>
              <a:rPr b="0" lang="es-AR" sz="2000" spc="-1" strike="noStrike">
                <a:solidFill>
                  <a:srgbClr val="000000"/>
                </a:solidFill>
                <a:latin typeface="Arial"/>
              </a:rPr>
              <a:t>nivel </a:t>
            </a:r>
            <a:r>
              <a:rPr b="0" lang="es-AR" sz="2000" spc="-1" strike="noStrike">
                <a:solidFill>
                  <a:srgbClr val="000000"/>
                </a:solidFill>
                <a:latin typeface="Arial"/>
              </a:rPr>
              <a:t>del </a:t>
            </a:r>
            <a:r>
              <a:rPr b="0" lang="es-AR" sz="2000" spc="-1" strike="noStrike">
                <a:solidFill>
                  <a:srgbClr val="000000"/>
                </a:solidFill>
                <a:latin typeface="Arial"/>
              </a:rPr>
              <a:t>esque</a:t>
            </a:r>
            <a:r>
              <a:rPr b="0" lang="es-AR" sz="2000" spc="-1" strike="noStrike">
                <a:solidFill>
                  <a:srgbClr val="000000"/>
                </a:solidFill>
                <a:latin typeface="Arial"/>
              </a:rPr>
              <a:t>ma</a:t>
            </a:r>
            <a:endParaRPr b="0" lang="es-AR"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s-AR" sz="2000" spc="-1" strike="noStrike">
                <a:solidFill>
                  <a:srgbClr val="000000"/>
                </a:solidFill>
                <a:latin typeface="Arial"/>
              </a:rPr>
              <a:t>Sép</a:t>
            </a:r>
            <a:r>
              <a:rPr b="0" lang="es-AR" sz="2000" spc="-1" strike="noStrike">
                <a:solidFill>
                  <a:srgbClr val="000000"/>
                </a:solidFill>
                <a:latin typeface="Arial"/>
              </a:rPr>
              <a:t>tim</a:t>
            </a:r>
            <a:r>
              <a:rPr b="0" lang="es-AR" sz="2000" spc="-1" strike="noStrike">
                <a:solidFill>
                  <a:srgbClr val="000000"/>
                </a:solidFill>
                <a:latin typeface="Arial"/>
              </a:rPr>
              <a:t>o </a:t>
            </a:r>
            <a:r>
              <a:rPr b="0" lang="es-AR" sz="2000" spc="-1" strike="noStrike">
                <a:solidFill>
                  <a:srgbClr val="000000"/>
                </a:solidFill>
                <a:latin typeface="Arial"/>
              </a:rPr>
              <a:t>nive</a:t>
            </a:r>
            <a:r>
              <a:rPr b="0" lang="es-AR" sz="2000" spc="-1" strike="noStrike">
                <a:solidFill>
                  <a:srgbClr val="000000"/>
                </a:solidFill>
                <a:latin typeface="Arial"/>
              </a:rPr>
              <a:t>l del </a:t>
            </a:r>
            <a:r>
              <a:rPr b="0" lang="es-AR" sz="2000" spc="-1" strike="noStrike">
                <a:solidFill>
                  <a:srgbClr val="000000"/>
                </a:solidFill>
                <a:latin typeface="Arial"/>
              </a:rPr>
              <a:t>esq</a:t>
            </a:r>
            <a:r>
              <a:rPr b="0" lang="es-AR" sz="2000" spc="-1" strike="noStrike">
                <a:solidFill>
                  <a:srgbClr val="000000"/>
                </a:solidFill>
                <a:latin typeface="Arial"/>
              </a:rPr>
              <a:t>ue</a:t>
            </a:r>
            <a:r>
              <a:rPr b="0" lang="es-AR" sz="2000" spc="-1" strike="noStrike">
                <a:solidFill>
                  <a:srgbClr val="000000"/>
                </a:solidFill>
                <a:latin typeface="Arial"/>
              </a:rPr>
              <a:t>ma</a:t>
            </a:r>
            <a:endParaRPr b="0" lang="es-AR"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713" r:id="rId4"/>
  </p:sldLayoutIdLst>
</p:sldMaster>
</file>

<file path=ppt/slideMasters/slideMaster3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151"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400" cy="326160"/>
          </a:xfrm>
          <a:prstGeom prst="rect">
            <a:avLst/>
          </a:prstGeom>
          <a:ln w="0">
            <a:noFill/>
          </a:ln>
        </p:spPr>
      </p:pic>
      <p:sp>
        <p:nvSpPr>
          <p:cNvPr id="152" name="PlaceHolder 1"/>
          <p:cNvSpPr>
            <a:spLocks noGrp="1"/>
          </p:cNvSpPr>
          <p:nvPr>
            <p:ph type="sldNum" idx="33"/>
          </p:nvPr>
        </p:nvSpPr>
        <p:spPr>
          <a:xfrm>
            <a:off x="11521440" y="6486120"/>
            <a:ext cx="319680" cy="36396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CBB1CD36-D239-4FCA-84D7-DB530AD0FF49}"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715" r:id="rId4"/>
  </p:sldLayoutIdLst>
</p:sldMaster>
</file>

<file path=ppt/slideMasters/slideMaster3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153"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400" cy="326160"/>
          </a:xfrm>
          <a:prstGeom prst="rect">
            <a:avLst/>
          </a:prstGeom>
          <a:ln w="0">
            <a:noFill/>
          </a:ln>
        </p:spPr>
      </p:pic>
      <p:sp>
        <p:nvSpPr>
          <p:cNvPr id="154" name="PlaceHolder 1"/>
          <p:cNvSpPr>
            <a:spLocks noGrp="1"/>
          </p:cNvSpPr>
          <p:nvPr>
            <p:ph type="sldNum" idx="34"/>
          </p:nvPr>
        </p:nvSpPr>
        <p:spPr>
          <a:xfrm>
            <a:off x="11521440" y="6486120"/>
            <a:ext cx="319680" cy="36396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30D013AB-9481-4C58-86FE-6FA151FD3410}"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717" r:id="rId4"/>
  </p:sldLayoutIdLst>
</p:sldMaster>
</file>

<file path=ppt/slideMasters/slideMaster3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155"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400" cy="326160"/>
          </a:xfrm>
          <a:prstGeom prst="rect">
            <a:avLst/>
          </a:prstGeom>
          <a:ln w="0">
            <a:noFill/>
          </a:ln>
        </p:spPr>
      </p:pic>
      <p:sp>
        <p:nvSpPr>
          <p:cNvPr id="156" name="Rectangle 11"/>
          <p:cNvSpPr/>
          <p:nvPr/>
        </p:nvSpPr>
        <p:spPr>
          <a:xfrm>
            <a:off x="0" y="1816920"/>
            <a:ext cx="12191040" cy="5040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sp>
        <p:nvSpPr>
          <p:cNvPr id="157" name="PlaceHolder 1"/>
          <p:cNvSpPr>
            <a:spLocks noGrp="1"/>
          </p:cNvSpPr>
          <p:nvPr>
            <p:ph type="sldNum" idx="35"/>
          </p:nvPr>
        </p:nvSpPr>
        <p:spPr>
          <a:xfrm>
            <a:off x="11521440" y="6486120"/>
            <a:ext cx="319680" cy="36396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65E539F3-BCE1-4088-A658-9B9878B39B40}"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719" r:id="rId4"/>
  </p:sldLayoutIdLst>
</p:sldMaster>
</file>

<file path=ppt/slideMasters/slideMaster3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158"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400" cy="326160"/>
          </a:xfrm>
          <a:prstGeom prst="rect">
            <a:avLst/>
          </a:prstGeom>
          <a:ln w="0">
            <a:noFill/>
          </a:ln>
        </p:spPr>
      </p:pic>
      <p:grpSp>
        <p:nvGrpSpPr>
          <p:cNvPr id="159" name="Group 2"/>
          <p:cNvGrpSpPr/>
          <p:nvPr/>
        </p:nvGrpSpPr>
        <p:grpSpPr>
          <a:xfrm>
            <a:off x="198000" y="1765080"/>
            <a:ext cx="11795040" cy="4344840"/>
            <a:chOff x="198000" y="1765080"/>
            <a:chExt cx="11795040" cy="4344840"/>
          </a:xfrm>
        </p:grpSpPr>
        <p:sp>
          <p:nvSpPr>
            <p:cNvPr id="160" name="Rounded Rectangle 3"/>
            <p:cNvSpPr/>
            <p:nvPr/>
          </p:nvSpPr>
          <p:spPr>
            <a:xfrm>
              <a:off x="8159040" y="1765080"/>
              <a:ext cx="3834000" cy="4344840"/>
            </a:xfrm>
            <a:prstGeom prst="roundRect">
              <a:avLst>
                <a:gd name="adj" fmla="val 4811"/>
              </a:avLst>
            </a:prstGeom>
            <a:solidFill>
              <a:schemeClr val="bg1"/>
            </a:solidFill>
            <a:ln>
              <a:noFill/>
            </a:ln>
            <a:effectLst>
              <a:outerShdw algn="ctr" blurRad="380880"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sp>
          <p:nvSpPr>
            <p:cNvPr id="161" name="Rounded Rectangle 5"/>
            <p:cNvSpPr/>
            <p:nvPr/>
          </p:nvSpPr>
          <p:spPr>
            <a:xfrm>
              <a:off x="4178520" y="1765080"/>
              <a:ext cx="3834000" cy="4344840"/>
            </a:xfrm>
            <a:prstGeom prst="roundRect">
              <a:avLst>
                <a:gd name="adj" fmla="val 4811"/>
              </a:avLst>
            </a:prstGeom>
            <a:solidFill>
              <a:schemeClr val="bg1"/>
            </a:solidFill>
            <a:ln>
              <a:noFill/>
            </a:ln>
            <a:effectLst>
              <a:outerShdw algn="ctr" blurRad="380880"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sp>
          <p:nvSpPr>
            <p:cNvPr id="162" name="Rounded Rectangle 7"/>
            <p:cNvSpPr/>
            <p:nvPr/>
          </p:nvSpPr>
          <p:spPr>
            <a:xfrm>
              <a:off x="198000" y="1765080"/>
              <a:ext cx="3834000" cy="4344840"/>
            </a:xfrm>
            <a:prstGeom prst="roundRect">
              <a:avLst>
                <a:gd name="adj" fmla="val 4811"/>
              </a:avLst>
            </a:prstGeom>
            <a:solidFill>
              <a:schemeClr val="bg1"/>
            </a:solidFill>
            <a:ln>
              <a:noFill/>
            </a:ln>
            <a:effectLst>
              <a:outerShdw algn="ctr" blurRad="380880"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grpSp>
      <p:sp>
        <p:nvSpPr>
          <p:cNvPr id="163" name="PlaceHolder 1"/>
          <p:cNvSpPr>
            <a:spLocks noGrp="1"/>
          </p:cNvSpPr>
          <p:nvPr>
            <p:ph type="sldNum" idx="36"/>
          </p:nvPr>
        </p:nvSpPr>
        <p:spPr>
          <a:xfrm>
            <a:off x="11521440" y="6486120"/>
            <a:ext cx="319680" cy="36396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E1BAD4B5-E9BE-481E-A9AD-F4EEDD4CCE14}"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721" r:id="rId4"/>
  </p:sldLayoutIdLst>
</p:sldMaster>
</file>

<file path=ppt/slideMasters/slideMaster3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164"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400" cy="326160"/>
          </a:xfrm>
          <a:prstGeom prst="rect">
            <a:avLst/>
          </a:prstGeom>
          <a:ln w="0">
            <a:noFill/>
          </a:ln>
        </p:spPr>
      </p:pic>
      <p:sp>
        <p:nvSpPr>
          <p:cNvPr id="165" name="Rounded Rectangle 1"/>
          <p:cNvSpPr/>
          <p:nvPr/>
        </p:nvSpPr>
        <p:spPr>
          <a:xfrm>
            <a:off x="374760" y="953280"/>
            <a:ext cx="5651640" cy="2630160"/>
          </a:xfrm>
          <a:prstGeom prst="roundRect">
            <a:avLst>
              <a:gd name="adj" fmla="val 4811"/>
            </a:avLst>
          </a:prstGeom>
          <a:solidFill>
            <a:schemeClr val="bg1"/>
          </a:solidFill>
          <a:ln>
            <a:noFill/>
          </a:ln>
          <a:effectLst>
            <a:outerShdw algn="ctr" blurRad="380880"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sp>
        <p:nvSpPr>
          <p:cNvPr id="166" name="Rounded Rectangle 2"/>
          <p:cNvSpPr/>
          <p:nvPr/>
        </p:nvSpPr>
        <p:spPr>
          <a:xfrm>
            <a:off x="6189480" y="953280"/>
            <a:ext cx="5651640" cy="2630160"/>
          </a:xfrm>
          <a:prstGeom prst="roundRect">
            <a:avLst>
              <a:gd name="adj" fmla="val 4811"/>
            </a:avLst>
          </a:prstGeom>
          <a:solidFill>
            <a:schemeClr val="bg1"/>
          </a:solidFill>
          <a:ln>
            <a:noFill/>
          </a:ln>
          <a:effectLst>
            <a:outerShdw algn="ctr" blurRad="380880"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grpSp>
        <p:nvGrpSpPr>
          <p:cNvPr id="167" name="Group 13"/>
          <p:cNvGrpSpPr/>
          <p:nvPr/>
        </p:nvGrpSpPr>
        <p:grpSpPr>
          <a:xfrm>
            <a:off x="374760" y="3705840"/>
            <a:ext cx="11466360" cy="2630160"/>
            <a:chOff x="374760" y="3705840"/>
            <a:chExt cx="11466360" cy="2630160"/>
          </a:xfrm>
        </p:grpSpPr>
        <p:sp>
          <p:nvSpPr>
            <p:cNvPr id="168" name="Rounded Rectangle 5"/>
            <p:cNvSpPr/>
            <p:nvPr/>
          </p:nvSpPr>
          <p:spPr>
            <a:xfrm>
              <a:off x="374760" y="3705840"/>
              <a:ext cx="5651640" cy="2630160"/>
            </a:xfrm>
            <a:prstGeom prst="roundRect">
              <a:avLst>
                <a:gd name="adj" fmla="val 4811"/>
              </a:avLst>
            </a:prstGeom>
            <a:solidFill>
              <a:schemeClr val="bg1"/>
            </a:solidFill>
            <a:ln>
              <a:noFill/>
            </a:ln>
            <a:effectLst>
              <a:outerShdw algn="ctr" blurRad="380880"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sp>
          <p:nvSpPr>
            <p:cNvPr id="169" name="Rounded Rectangle 7"/>
            <p:cNvSpPr/>
            <p:nvPr/>
          </p:nvSpPr>
          <p:spPr>
            <a:xfrm>
              <a:off x="6189480" y="3705840"/>
              <a:ext cx="5651640" cy="2630160"/>
            </a:xfrm>
            <a:prstGeom prst="roundRect">
              <a:avLst>
                <a:gd name="adj" fmla="val 4811"/>
              </a:avLst>
            </a:prstGeom>
            <a:solidFill>
              <a:schemeClr val="bg1"/>
            </a:solidFill>
            <a:ln>
              <a:noFill/>
            </a:ln>
            <a:effectLst>
              <a:outerShdw algn="ctr" blurRad="380880"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grpSp>
      <p:sp>
        <p:nvSpPr>
          <p:cNvPr id="170" name="PlaceHolder 1"/>
          <p:cNvSpPr>
            <a:spLocks noGrp="1"/>
          </p:cNvSpPr>
          <p:nvPr>
            <p:ph type="sldNum" idx="37"/>
          </p:nvPr>
        </p:nvSpPr>
        <p:spPr>
          <a:xfrm>
            <a:off x="11521440" y="6486120"/>
            <a:ext cx="319680" cy="36396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C46FF2E8-A191-4830-8917-171FDAE637CF}"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723" r:id="rId4"/>
  </p:sldLayoutIdLst>
</p:sldMaster>
</file>

<file path=ppt/slideMasters/slideMaster3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171"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400" cy="326160"/>
          </a:xfrm>
          <a:prstGeom prst="rect">
            <a:avLst/>
          </a:prstGeom>
          <a:ln w="0">
            <a:noFill/>
          </a:ln>
        </p:spPr>
      </p:pic>
      <p:grpSp>
        <p:nvGrpSpPr>
          <p:cNvPr id="172" name="Group 1"/>
          <p:cNvGrpSpPr/>
          <p:nvPr/>
        </p:nvGrpSpPr>
        <p:grpSpPr>
          <a:xfrm>
            <a:off x="349920" y="956520"/>
            <a:ext cx="11491200" cy="5379480"/>
            <a:chOff x="349920" y="956520"/>
            <a:chExt cx="11491200" cy="5379480"/>
          </a:xfrm>
        </p:grpSpPr>
        <p:sp>
          <p:nvSpPr>
            <p:cNvPr id="173" name="Rounded Rectangle 9"/>
            <p:cNvSpPr/>
            <p:nvPr/>
          </p:nvSpPr>
          <p:spPr>
            <a:xfrm>
              <a:off x="4237560" y="956520"/>
              <a:ext cx="3715560" cy="2615040"/>
            </a:xfrm>
            <a:prstGeom prst="roundRect">
              <a:avLst>
                <a:gd name="adj" fmla="val 4811"/>
              </a:avLst>
            </a:prstGeom>
            <a:solidFill>
              <a:schemeClr val="bg1"/>
            </a:solidFill>
            <a:ln>
              <a:noFill/>
            </a:ln>
            <a:effectLst>
              <a:outerShdw algn="ctr" blurRad="380880"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sp>
          <p:nvSpPr>
            <p:cNvPr id="174" name="Rounded Rectangle 12"/>
            <p:cNvSpPr/>
            <p:nvPr/>
          </p:nvSpPr>
          <p:spPr>
            <a:xfrm>
              <a:off x="8125560" y="956520"/>
              <a:ext cx="3715560" cy="2615040"/>
            </a:xfrm>
            <a:prstGeom prst="roundRect">
              <a:avLst>
                <a:gd name="adj" fmla="val 4811"/>
              </a:avLst>
            </a:prstGeom>
            <a:solidFill>
              <a:schemeClr val="bg1"/>
            </a:solidFill>
            <a:ln>
              <a:noFill/>
            </a:ln>
            <a:effectLst>
              <a:outerShdw algn="ctr" blurRad="380880"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sp>
          <p:nvSpPr>
            <p:cNvPr id="175" name="Rounded Rectangle 13"/>
            <p:cNvSpPr/>
            <p:nvPr/>
          </p:nvSpPr>
          <p:spPr>
            <a:xfrm>
              <a:off x="4237560" y="3720960"/>
              <a:ext cx="3715560" cy="2615040"/>
            </a:xfrm>
            <a:prstGeom prst="roundRect">
              <a:avLst>
                <a:gd name="adj" fmla="val 4811"/>
              </a:avLst>
            </a:prstGeom>
            <a:solidFill>
              <a:schemeClr val="bg1"/>
            </a:solidFill>
            <a:ln>
              <a:noFill/>
            </a:ln>
            <a:effectLst>
              <a:outerShdw algn="ctr" blurRad="380880"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sp>
          <p:nvSpPr>
            <p:cNvPr id="176" name="Rounded Rectangle 15"/>
            <p:cNvSpPr/>
            <p:nvPr/>
          </p:nvSpPr>
          <p:spPr>
            <a:xfrm>
              <a:off x="8125560" y="3720960"/>
              <a:ext cx="3715560" cy="2615040"/>
            </a:xfrm>
            <a:prstGeom prst="roundRect">
              <a:avLst>
                <a:gd name="adj" fmla="val 4811"/>
              </a:avLst>
            </a:prstGeom>
            <a:solidFill>
              <a:schemeClr val="bg1"/>
            </a:solidFill>
            <a:ln>
              <a:noFill/>
            </a:ln>
            <a:effectLst>
              <a:outerShdw algn="ctr" blurRad="380880"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sp>
          <p:nvSpPr>
            <p:cNvPr id="177" name="Rounded Rectangle 16"/>
            <p:cNvSpPr/>
            <p:nvPr/>
          </p:nvSpPr>
          <p:spPr>
            <a:xfrm>
              <a:off x="349920" y="956520"/>
              <a:ext cx="3715560" cy="2615040"/>
            </a:xfrm>
            <a:prstGeom prst="roundRect">
              <a:avLst>
                <a:gd name="adj" fmla="val 4811"/>
              </a:avLst>
            </a:prstGeom>
            <a:solidFill>
              <a:schemeClr val="bg1"/>
            </a:solidFill>
            <a:ln>
              <a:noFill/>
            </a:ln>
            <a:effectLst>
              <a:outerShdw algn="ctr" blurRad="380880"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sp>
          <p:nvSpPr>
            <p:cNvPr id="178" name="Rounded Rectangle 17"/>
            <p:cNvSpPr/>
            <p:nvPr/>
          </p:nvSpPr>
          <p:spPr>
            <a:xfrm>
              <a:off x="349920" y="3720960"/>
              <a:ext cx="3715560" cy="2615040"/>
            </a:xfrm>
            <a:prstGeom prst="roundRect">
              <a:avLst>
                <a:gd name="adj" fmla="val 4811"/>
              </a:avLst>
            </a:prstGeom>
            <a:solidFill>
              <a:schemeClr val="bg1"/>
            </a:solidFill>
            <a:ln>
              <a:noFill/>
            </a:ln>
            <a:effectLst>
              <a:outerShdw algn="ctr" blurRad="380880"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grpSp>
      <p:sp>
        <p:nvSpPr>
          <p:cNvPr id="179" name="PlaceHolder 1"/>
          <p:cNvSpPr>
            <a:spLocks noGrp="1"/>
          </p:cNvSpPr>
          <p:nvPr>
            <p:ph type="sldNum" idx="38"/>
          </p:nvPr>
        </p:nvSpPr>
        <p:spPr>
          <a:xfrm>
            <a:off x="11521440" y="6486120"/>
            <a:ext cx="319680" cy="36396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AF14FF92-AD00-4550-909F-578F1844C8CC}"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725" r:id="rId4"/>
  </p:sldLayoutIdLst>
</p:sldMaster>
</file>

<file path=ppt/slideMasters/slideMaster4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180"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400" cy="326160"/>
          </a:xfrm>
          <a:prstGeom prst="rect">
            <a:avLst/>
          </a:prstGeom>
          <a:ln w="0">
            <a:noFill/>
          </a:ln>
        </p:spPr>
      </p:pic>
      <p:sp>
        <p:nvSpPr>
          <p:cNvPr id="181" name="Rectangle 7"/>
          <p:cNvSpPr/>
          <p:nvPr/>
        </p:nvSpPr>
        <p:spPr>
          <a:xfrm>
            <a:off x="11361240" y="100080"/>
            <a:ext cx="581400" cy="60012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grpSp>
        <p:nvGrpSpPr>
          <p:cNvPr id="182" name="Group 2"/>
          <p:cNvGrpSpPr/>
          <p:nvPr/>
        </p:nvGrpSpPr>
        <p:grpSpPr>
          <a:xfrm>
            <a:off x="223560" y="953280"/>
            <a:ext cx="5803200" cy="5382720"/>
            <a:chOff x="223560" y="953280"/>
            <a:chExt cx="5803200" cy="5382720"/>
          </a:xfrm>
        </p:grpSpPr>
        <p:sp>
          <p:nvSpPr>
            <p:cNvPr id="183" name="Rounded Rectangle 8"/>
            <p:cNvSpPr/>
            <p:nvPr/>
          </p:nvSpPr>
          <p:spPr>
            <a:xfrm>
              <a:off x="223560" y="953280"/>
              <a:ext cx="5803200" cy="2630160"/>
            </a:xfrm>
            <a:prstGeom prst="roundRect">
              <a:avLst>
                <a:gd name="adj" fmla="val 4811"/>
              </a:avLst>
            </a:prstGeom>
            <a:solidFill>
              <a:schemeClr val="bg1"/>
            </a:solidFill>
            <a:ln>
              <a:noFill/>
            </a:ln>
            <a:effectLst>
              <a:outerShdw algn="ctr" blurRad="380880"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sp>
          <p:nvSpPr>
            <p:cNvPr id="184" name="Rounded Rectangle 11"/>
            <p:cNvSpPr/>
            <p:nvPr/>
          </p:nvSpPr>
          <p:spPr>
            <a:xfrm>
              <a:off x="223560" y="3705840"/>
              <a:ext cx="5803200" cy="2630160"/>
            </a:xfrm>
            <a:prstGeom prst="roundRect">
              <a:avLst>
                <a:gd name="adj" fmla="val 4811"/>
              </a:avLst>
            </a:prstGeom>
            <a:solidFill>
              <a:schemeClr val="bg1"/>
            </a:solidFill>
            <a:ln>
              <a:noFill/>
            </a:ln>
            <a:effectLst>
              <a:outerShdw algn="ctr" blurRad="380880"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grpSp>
      <p:grpSp>
        <p:nvGrpSpPr>
          <p:cNvPr id="185" name="Group 12"/>
          <p:cNvGrpSpPr/>
          <p:nvPr/>
        </p:nvGrpSpPr>
        <p:grpSpPr>
          <a:xfrm>
            <a:off x="6189480" y="159480"/>
            <a:ext cx="5778000" cy="6176520"/>
            <a:chOff x="6189480" y="159480"/>
            <a:chExt cx="5778000" cy="6176520"/>
          </a:xfrm>
        </p:grpSpPr>
        <p:sp>
          <p:nvSpPr>
            <p:cNvPr id="186" name="Rounded Rectangle 13"/>
            <p:cNvSpPr/>
            <p:nvPr/>
          </p:nvSpPr>
          <p:spPr>
            <a:xfrm>
              <a:off x="6189480" y="159480"/>
              <a:ext cx="5778000" cy="1989720"/>
            </a:xfrm>
            <a:prstGeom prst="roundRect">
              <a:avLst>
                <a:gd name="adj" fmla="val 4811"/>
              </a:avLst>
            </a:prstGeom>
            <a:solidFill>
              <a:schemeClr val="bg1"/>
            </a:solidFill>
            <a:ln>
              <a:noFill/>
            </a:ln>
            <a:effectLst>
              <a:outerShdw algn="ctr" blurRad="380880"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sp>
          <p:nvSpPr>
            <p:cNvPr id="187" name="Rounded Rectangle 15"/>
            <p:cNvSpPr/>
            <p:nvPr/>
          </p:nvSpPr>
          <p:spPr>
            <a:xfrm>
              <a:off x="6189480" y="2252880"/>
              <a:ext cx="5778000" cy="1989720"/>
            </a:xfrm>
            <a:prstGeom prst="roundRect">
              <a:avLst>
                <a:gd name="adj" fmla="val 4811"/>
              </a:avLst>
            </a:prstGeom>
            <a:solidFill>
              <a:schemeClr val="bg1"/>
            </a:solidFill>
            <a:ln>
              <a:noFill/>
            </a:ln>
            <a:effectLst>
              <a:outerShdw algn="ctr" blurRad="380880"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sp>
          <p:nvSpPr>
            <p:cNvPr id="188" name="Rounded Rectangle 16"/>
            <p:cNvSpPr/>
            <p:nvPr/>
          </p:nvSpPr>
          <p:spPr>
            <a:xfrm>
              <a:off x="6189480" y="4346280"/>
              <a:ext cx="5778000" cy="1989720"/>
            </a:xfrm>
            <a:prstGeom prst="roundRect">
              <a:avLst>
                <a:gd name="adj" fmla="val 4811"/>
              </a:avLst>
            </a:prstGeom>
            <a:solidFill>
              <a:schemeClr val="bg1"/>
            </a:solidFill>
            <a:ln>
              <a:noFill/>
            </a:ln>
            <a:effectLst>
              <a:outerShdw algn="ctr" blurRad="380880"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grpSp>
      <p:pic>
        <p:nvPicPr>
          <p:cNvPr id="189" name="Graphic 9" descr=""/>
          <p:cNvPicPr/>
          <p:nvPr/>
        </p:nvPicPr>
        <p:blipFill>
          <a:blip r:embed="rId4">
            <a:extLst>
              <a:ext uri="{96DAC541-7B7A-43D3-8B79-37D633B846F1}">
                <asvg:svgBlip xmlns:asvg="http://schemas.microsoft.com/office/drawing/2016/SVG/main" r:embed="rId5"/>
              </a:ext>
            </a:extLst>
          </a:blip>
          <a:stretch/>
        </p:blipFill>
        <p:spPr>
          <a:xfrm>
            <a:off x="11273040" y="222840"/>
            <a:ext cx="653400" cy="326160"/>
          </a:xfrm>
          <a:prstGeom prst="rect">
            <a:avLst/>
          </a:prstGeom>
          <a:ln w="0">
            <a:noFill/>
          </a:ln>
        </p:spPr>
      </p:pic>
      <p:sp>
        <p:nvSpPr>
          <p:cNvPr id="190" name="PlaceHolder 1"/>
          <p:cNvSpPr>
            <a:spLocks noGrp="1"/>
          </p:cNvSpPr>
          <p:nvPr>
            <p:ph type="ftr" idx="39"/>
          </p:nvPr>
        </p:nvSpPr>
        <p:spPr>
          <a:xfrm>
            <a:off x="8132040" y="292680"/>
            <a:ext cx="3709440" cy="197640"/>
          </a:xfrm>
          <a:prstGeom prst="rect">
            <a:avLst/>
          </a:prstGeom>
          <a:noFill/>
          <a:ln w="0">
            <a:noFill/>
          </a:ln>
        </p:spPr>
        <p:txBody>
          <a:bodyPr lIns="91440" rIns="0" tIns="45720" bIns="45720" anchor="ctr">
            <a:noAutofit/>
          </a:bodyPr>
          <a:lstStyle>
            <a:lvl1pPr indent="0" algn="ctr">
              <a:lnSpc>
                <a:spcPct val="100000"/>
              </a:lnSpc>
              <a:buNone/>
              <a:tabLst>
                <a:tab algn="l" pos="0"/>
              </a:tabLst>
              <a:defRPr b="0" lang="es-AR" sz="1400" spc="-1" strike="noStrike">
                <a:solidFill>
                  <a:srgbClr val="000000"/>
                </a:solidFill>
                <a:latin typeface="Times New Roman"/>
              </a:defRPr>
            </a:lvl1pPr>
          </a:lstStyle>
          <a:p>
            <a:pPr indent="0" algn="ctr">
              <a:lnSpc>
                <a:spcPct val="100000"/>
              </a:lnSpc>
              <a:buNone/>
              <a:tabLst>
                <a:tab algn="l" pos="0"/>
              </a:tabLst>
            </a:pPr>
            <a:r>
              <a:rPr b="0" lang="es-AR" sz="1400" spc="-1" strike="noStrike">
                <a:solidFill>
                  <a:srgbClr val="000000"/>
                </a:solidFill>
                <a:latin typeface="Times New Roman"/>
              </a:rPr>
              <a:t>&lt;pie de página&gt;</a:t>
            </a:r>
            <a:endParaRPr b="0" lang="es-AR" sz="1400" spc="-1" strike="noStrike">
              <a:solidFill>
                <a:srgbClr val="000000"/>
              </a:solidFill>
              <a:latin typeface="Times New Roman"/>
            </a:endParaRPr>
          </a:p>
        </p:txBody>
      </p:sp>
      <p:sp>
        <p:nvSpPr>
          <p:cNvPr id="191" name="PlaceHolder 2"/>
          <p:cNvSpPr>
            <a:spLocks noGrp="1"/>
          </p:cNvSpPr>
          <p:nvPr>
            <p:ph type="sldNum" idx="40"/>
          </p:nvPr>
        </p:nvSpPr>
        <p:spPr>
          <a:xfrm>
            <a:off x="11521440" y="6486120"/>
            <a:ext cx="319680" cy="36396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DB9E8F40-3D1B-40D2-80E8-3F226C3B3C62}"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727" r:id="rId6"/>
  </p:sldLayoutIdLst>
</p:sldMaster>
</file>

<file path=ppt/slideMasters/slideMaster4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192"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400" cy="326160"/>
          </a:xfrm>
          <a:prstGeom prst="rect">
            <a:avLst/>
          </a:prstGeom>
          <a:ln w="0">
            <a:noFill/>
          </a:ln>
        </p:spPr>
      </p:pic>
      <p:grpSp>
        <p:nvGrpSpPr>
          <p:cNvPr id="193" name="Group 17"/>
          <p:cNvGrpSpPr/>
          <p:nvPr/>
        </p:nvGrpSpPr>
        <p:grpSpPr>
          <a:xfrm>
            <a:off x="374760" y="3702960"/>
            <a:ext cx="11466360" cy="2633040"/>
            <a:chOff x="374760" y="3702960"/>
            <a:chExt cx="11466360" cy="2633040"/>
          </a:xfrm>
        </p:grpSpPr>
        <p:sp>
          <p:nvSpPr>
            <p:cNvPr id="194" name="Rounded Rectangle 1"/>
            <p:cNvSpPr/>
            <p:nvPr/>
          </p:nvSpPr>
          <p:spPr>
            <a:xfrm>
              <a:off x="4254480" y="3702960"/>
              <a:ext cx="3707280" cy="2633040"/>
            </a:xfrm>
            <a:prstGeom prst="roundRect">
              <a:avLst>
                <a:gd name="adj" fmla="val 4811"/>
              </a:avLst>
            </a:prstGeom>
            <a:solidFill>
              <a:schemeClr val="bg1"/>
            </a:solidFill>
            <a:ln>
              <a:noFill/>
            </a:ln>
            <a:effectLst>
              <a:outerShdw algn="ctr" blurRad="380880"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sp>
          <p:nvSpPr>
            <p:cNvPr id="195" name="Rounded Rectangle 7"/>
            <p:cNvSpPr/>
            <p:nvPr/>
          </p:nvSpPr>
          <p:spPr>
            <a:xfrm>
              <a:off x="8133840" y="3702960"/>
              <a:ext cx="3707280" cy="2633040"/>
            </a:xfrm>
            <a:prstGeom prst="roundRect">
              <a:avLst>
                <a:gd name="adj" fmla="val 4811"/>
              </a:avLst>
            </a:prstGeom>
            <a:solidFill>
              <a:schemeClr val="bg1"/>
            </a:solidFill>
            <a:ln>
              <a:noFill/>
            </a:ln>
            <a:effectLst>
              <a:outerShdw algn="ctr" blurRad="380880"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sp>
          <p:nvSpPr>
            <p:cNvPr id="196" name="Rounded Rectangle 14"/>
            <p:cNvSpPr/>
            <p:nvPr/>
          </p:nvSpPr>
          <p:spPr>
            <a:xfrm>
              <a:off x="374760" y="3702960"/>
              <a:ext cx="3707280" cy="2633040"/>
            </a:xfrm>
            <a:prstGeom prst="roundRect">
              <a:avLst>
                <a:gd name="adj" fmla="val 4811"/>
              </a:avLst>
            </a:prstGeom>
            <a:solidFill>
              <a:schemeClr val="bg1"/>
            </a:solidFill>
            <a:ln>
              <a:noFill/>
            </a:ln>
            <a:effectLst>
              <a:outerShdw algn="ctr" blurRad="380880"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grpSp>
      <p:sp>
        <p:nvSpPr>
          <p:cNvPr id="197" name="Rounded Rectangle 8"/>
          <p:cNvSpPr/>
          <p:nvPr/>
        </p:nvSpPr>
        <p:spPr>
          <a:xfrm>
            <a:off x="374760" y="953280"/>
            <a:ext cx="5651640" cy="2630160"/>
          </a:xfrm>
          <a:prstGeom prst="roundRect">
            <a:avLst>
              <a:gd name="adj" fmla="val 4811"/>
            </a:avLst>
          </a:prstGeom>
          <a:solidFill>
            <a:schemeClr val="bg1"/>
          </a:solidFill>
          <a:ln>
            <a:noFill/>
          </a:ln>
          <a:effectLst>
            <a:outerShdw algn="ctr" blurRad="380880"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sp>
        <p:nvSpPr>
          <p:cNvPr id="198" name="Rounded Rectangle 11"/>
          <p:cNvSpPr/>
          <p:nvPr/>
        </p:nvSpPr>
        <p:spPr>
          <a:xfrm>
            <a:off x="6189480" y="953280"/>
            <a:ext cx="5651640" cy="2630160"/>
          </a:xfrm>
          <a:prstGeom prst="roundRect">
            <a:avLst>
              <a:gd name="adj" fmla="val 4811"/>
            </a:avLst>
          </a:prstGeom>
          <a:solidFill>
            <a:schemeClr val="bg1"/>
          </a:solidFill>
          <a:ln>
            <a:noFill/>
          </a:ln>
          <a:effectLst>
            <a:outerShdw algn="ctr" blurRad="380880"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sp>
        <p:nvSpPr>
          <p:cNvPr id="199" name="PlaceHolder 1"/>
          <p:cNvSpPr>
            <a:spLocks noGrp="1"/>
          </p:cNvSpPr>
          <p:nvPr>
            <p:ph type="sldNum" idx="41"/>
          </p:nvPr>
        </p:nvSpPr>
        <p:spPr>
          <a:xfrm>
            <a:off x="11521440" y="6486120"/>
            <a:ext cx="319680" cy="36396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CF23F1C0-9630-48A5-82C7-127586E3BBC4}"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729" r:id="rId4"/>
  </p:sldLayoutIdLst>
</p:sldMaster>
</file>

<file path=ppt/slideMasters/slideMaster4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200"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400" cy="326160"/>
          </a:xfrm>
          <a:prstGeom prst="rect">
            <a:avLst/>
          </a:prstGeom>
          <a:ln w="0">
            <a:noFill/>
          </a:ln>
        </p:spPr>
      </p:pic>
      <p:sp>
        <p:nvSpPr>
          <p:cNvPr id="201" name="Rectangle 11"/>
          <p:cNvSpPr/>
          <p:nvPr/>
        </p:nvSpPr>
        <p:spPr>
          <a:xfrm>
            <a:off x="4061160" y="0"/>
            <a:ext cx="8129520" cy="685692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accent1"/>
              </a:solidFill>
              <a:latin typeface="Avenir Next LT Pro"/>
            </a:endParaRPr>
          </a:p>
        </p:txBody>
      </p:sp>
      <p:pic>
        <p:nvPicPr>
          <p:cNvPr id="202" name="Graphic 1" descr=""/>
          <p:cNvPicPr/>
          <p:nvPr/>
        </p:nvPicPr>
        <p:blipFill>
          <a:blip r:embed="rId4">
            <a:extLst>
              <a:ext uri="{96DAC541-7B7A-43D3-8B79-37D633B846F1}">
                <asvg:svgBlip xmlns:asvg="http://schemas.microsoft.com/office/drawing/2016/SVG/main" r:embed="rId5"/>
              </a:ext>
            </a:extLst>
          </a:blip>
          <a:stretch/>
        </p:blipFill>
        <p:spPr>
          <a:xfrm>
            <a:off x="11273040" y="222840"/>
            <a:ext cx="653400" cy="326160"/>
          </a:xfrm>
          <a:prstGeom prst="rect">
            <a:avLst/>
          </a:prstGeom>
          <a:ln w="0">
            <a:noFill/>
          </a:ln>
        </p:spPr>
      </p:pic>
      <p:sp>
        <p:nvSpPr>
          <p:cNvPr id="203" name="Slide Number Placeholder 5"/>
          <p:cNvSpPr/>
          <p:nvPr/>
        </p:nvSpPr>
        <p:spPr>
          <a:xfrm>
            <a:off x="11521440" y="6486120"/>
            <a:ext cx="319680" cy="363960"/>
          </a:xfrm>
          <a:prstGeom prst="rect">
            <a:avLst/>
          </a:prstGeom>
          <a:noFill/>
          <a:ln w="0">
            <a:noFill/>
          </a:ln>
        </p:spPr>
        <p:style>
          <a:lnRef idx="0"/>
          <a:fillRef idx="0"/>
          <a:effectRef idx="0"/>
          <a:fontRef idx="minor"/>
        </p:style>
        <p:txBody>
          <a:bodyPr lIns="0" rIns="0" tIns="45000" bIns="45000" anchor="t">
            <a:noAutofit/>
          </a:bodyPr>
          <a:p>
            <a:pPr algn="r" defTabSz="914400">
              <a:lnSpc>
                <a:spcPct val="100000"/>
              </a:lnSpc>
            </a:pPr>
            <a:fld id="{A69D97FE-A212-48F3-94BF-07BCC475FA08}"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731" r:id="rId6"/>
  </p:sldLayoutIdLst>
</p:sldMaster>
</file>

<file path=ppt/slideMasters/slideMaster4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204"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400" cy="326160"/>
          </a:xfrm>
          <a:prstGeom prst="rect">
            <a:avLst/>
          </a:prstGeom>
          <a:ln w="0">
            <a:noFill/>
          </a:ln>
        </p:spPr>
      </p:pic>
      <p:sp>
        <p:nvSpPr>
          <p:cNvPr id="205" name="Rectangle 11"/>
          <p:cNvSpPr/>
          <p:nvPr/>
        </p:nvSpPr>
        <p:spPr>
          <a:xfrm flipH="1">
            <a:off x="-720" y="0"/>
            <a:ext cx="4060080" cy="685692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accent1"/>
              </a:solidFill>
              <a:latin typeface="Avenir Next LT Pro"/>
            </a:endParaRPr>
          </a:p>
        </p:txBody>
      </p:sp>
      <p:sp>
        <p:nvSpPr>
          <p:cNvPr id="206" name="PlaceHolder 1"/>
          <p:cNvSpPr>
            <a:spLocks noGrp="1"/>
          </p:cNvSpPr>
          <p:nvPr>
            <p:ph type="sldNum" idx="42"/>
          </p:nvPr>
        </p:nvSpPr>
        <p:spPr>
          <a:xfrm>
            <a:off x="11521440" y="6486120"/>
            <a:ext cx="319680" cy="36396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9A74D397-481D-4974-84BD-84FF4F134E6B}"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733" r:id="rId4"/>
  </p:sldLayoutIdLst>
</p:sldMaster>
</file>

<file path=ppt/slideMasters/slideMaster4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207"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400" cy="326160"/>
          </a:xfrm>
          <a:prstGeom prst="rect">
            <a:avLst/>
          </a:prstGeom>
          <a:ln w="0">
            <a:noFill/>
          </a:ln>
        </p:spPr>
      </p:pic>
      <p:sp>
        <p:nvSpPr>
          <p:cNvPr id="208" name="Rectangle 10"/>
          <p:cNvSpPr/>
          <p:nvPr/>
        </p:nvSpPr>
        <p:spPr>
          <a:xfrm>
            <a:off x="0" y="0"/>
            <a:ext cx="8133480" cy="685692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sp>
        <p:nvSpPr>
          <p:cNvPr id="209" name="PlaceHolder 1"/>
          <p:cNvSpPr>
            <a:spLocks noGrp="1"/>
          </p:cNvSpPr>
          <p:nvPr>
            <p:ph type="sldNum" idx="43"/>
          </p:nvPr>
        </p:nvSpPr>
        <p:spPr>
          <a:xfrm>
            <a:off x="11521440" y="6486120"/>
            <a:ext cx="319680" cy="36396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5FBE9836-D659-4784-A18A-E43385F5BADD}"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735" r:id="rId4"/>
  </p:sldLayoutIdLst>
</p:sldMaster>
</file>

<file path=ppt/slideMasters/slideMaster4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210"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400" cy="326160"/>
          </a:xfrm>
          <a:prstGeom prst="rect">
            <a:avLst/>
          </a:prstGeom>
          <a:ln w="0">
            <a:noFill/>
          </a:ln>
        </p:spPr>
      </p:pic>
      <p:sp>
        <p:nvSpPr>
          <p:cNvPr id="211" name="Rectangle 11"/>
          <p:cNvSpPr/>
          <p:nvPr/>
        </p:nvSpPr>
        <p:spPr>
          <a:xfrm>
            <a:off x="0" y="1816920"/>
            <a:ext cx="12191040" cy="5040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a:endParaRPr>
          </a:p>
        </p:txBody>
      </p:sp>
      <p:cxnSp>
        <p:nvCxnSpPr>
          <p:cNvPr id="212" name="Straight Connector 12"/>
          <p:cNvCxnSpPr/>
          <p:nvPr/>
        </p:nvCxnSpPr>
        <p:spPr>
          <a:xfrm>
            <a:off x="4288680" y="1816920"/>
            <a:ext cx="1080" cy="5042160"/>
          </a:xfrm>
          <a:prstGeom prst="straightConnector1">
            <a:avLst/>
          </a:prstGeom>
          <a:ln w="38100">
            <a:solidFill>
              <a:srgbClr val="ffffff"/>
            </a:solidFill>
            <a:round/>
          </a:ln>
        </p:spPr>
      </p:cxnSp>
      <p:cxnSp>
        <p:nvCxnSpPr>
          <p:cNvPr id="213" name="Straight Connector 13"/>
          <p:cNvCxnSpPr/>
          <p:nvPr/>
        </p:nvCxnSpPr>
        <p:spPr>
          <a:xfrm>
            <a:off x="2144160" y="1816920"/>
            <a:ext cx="1080" cy="5042160"/>
          </a:xfrm>
          <a:prstGeom prst="straightConnector1">
            <a:avLst/>
          </a:prstGeom>
          <a:ln w="38100">
            <a:solidFill>
              <a:srgbClr val="ffffff"/>
            </a:solidFill>
            <a:round/>
          </a:ln>
        </p:spPr>
      </p:cxnSp>
      <p:cxnSp>
        <p:nvCxnSpPr>
          <p:cNvPr id="214" name="Straight Connector 14"/>
          <p:cNvCxnSpPr/>
          <p:nvPr/>
        </p:nvCxnSpPr>
        <p:spPr>
          <a:xfrm>
            <a:off x="8240400" y="1816920"/>
            <a:ext cx="1080" cy="5042160"/>
          </a:xfrm>
          <a:prstGeom prst="straightConnector1">
            <a:avLst/>
          </a:prstGeom>
          <a:ln w="38100">
            <a:solidFill>
              <a:srgbClr val="ffffff"/>
            </a:solidFill>
            <a:round/>
          </a:ln>
        </p:spPr>
      </p:cxnSp>
      <p:sp>
        <p:nvSpPr>
          <p:cNvPr id="215" name="PlaceHolder 1"/>
          <p:cNvSpPr>
            <a:spLocks noGrp="1"/>
          </p:cNvSpPr>
          <p:nvPr>
            <p:ph type="sldNum" idx="44"/>
          </p:nvPr>
        </p:nvSpPr>
        <p:spPr>
          <a:xfrm>
            <a:off x="11521440" y="6486120"/>
            <a:ext cx="319680" cy="36396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8D621BB3-AEB6-419A-BE28-90362E0E1908}"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737" r:id="rId4"/>
  </p:sldLayoutIdLst>
</p:sldMaster>
</file>

<file path=ppt/slideMasters/slideMaster4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216"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400" cy="326160"/>
          </a:xfrm>
          <a:prstGeom prst="rect">
            <a:avLst/>
          </a:prstGeom>
          <a:ln w="0">
            <a:noFill/>
          </a:ln>
        </p:spPr>
      </p:pic>
      <p:sp>
        <p:nvSpPr>
          <p:cNvPr id="217" name="Rectangle 80"/>
          <p:cNvSpPr/>
          <p:nvPr/>
        </p:nvSpPr>
        <p:spPr>
          <a:xfrm>
            <a:off x="0" y="2257200"/>
            <a:ext cx="12191040" cy="459972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grpSp>
        <p:nvGrpSpPr>
          <p:cNvPr id="218" name="Group 81"/>
          <p:cNvGrpSpPr/>
          <p:nvPr/>
        </p:nvGrpSpPr>
        <p:grpSpPr>
          <a:xfrm>
            <a:off x="2438280" y="2389680"/>
            <a:ext cx="7315920" cy="2207520"/>
            <a:chOff x="2438280" y="2389680"/>
            <a:chExt cx="7315920" cy="2207520"/>
          </a:xfrm>
        </p:grpSpPr>
        <p:cxnSp>
          <p:nvCxnSpPr>
            <p:cNvPr id="219" name="Straight Connector 82"/>
            <p:cNvCxnSpPr/>
            <p:nvPr/>
          </p:nvCxnSpPr>
          <p:spPr>
            <a:xfrm>
              <a:off x="2438280" y="2389680"/>
              <a:ext cx="1080" cy="2207880"/>
            </a:xfrm>
            <a:prstGeom prst="straightConnector1">
              <a:avLst/>
            </a:prstGeom>
            <a:ln w="38100">
              <a:solidFill>
                <a:srgbClr val="ffffff"/>
              </a:solidFill>
              <a:round/>
            </a:ln>
          </p:spPr>
        </p:cxnSp>
        <p:cxnSp>
          <p:nvCxnSpPr>
            <p:cNvPr id="220" name="Straight Connector 83"/>
            <p:cNvCxnSpPr/>
            <p:nvPr/>
          </p:nvCxnSpPr>
          <p:spPr>
            <a:xfrm>
              <a:off x="4876560" y="2389680"/>
              <a:ext cx="1080" cy="2207880"/>
            </a:xfrm>
            <a:prstGeom prst="straightConnector1">
              <a:avLst/>
            </a:prstGeom>
            <a:ln w="38100">
              <a:solidFill>
                <a:srgbClr val="ffffff"/>
              </a:solidFill>
              <a:round/>
            </a:ln>
          </p:spPr>
        </p:cxnSp>
        <p:cxnSp>
          <p:nvCxnSpPr>
            <p:cNvPr id="221" name="Straight Connector 84"/>
            <p:cNvCxnSpPr/>
            <p:nvPr/>
          </p:nvCxnSpPr>
          <p:spPr>
            <a:xfrm>
              <a:off x="7315200" y="2389680"/>
              <a:ext cx="1080" cy="2207880"/>
            </a:xfrm>
            <a:prstGeom prst="straightConnector1">
              <a:avLst/>
            </a:prstGeom>
            <a:ln w="38100">
              <a:solidFill>
                <a:srgbClr val="ffffff"/>
              </a:solidFill>
              <a:round/>
            </a:ln>
          </p:spPr>
        </p:cxnSp>
        <p:cxnSp>
          <p:nvCxnSpPr>
            <p:cNvPr id="222" name="Straight Connector 85"/>
            <p:cNvCxnSpPr/>
            <p:nvPr/>
          </p:nvCxnSpPr>
          <p:spPr>
            <a:xfrm>
              <a:off x="9753480" y="2389680"/>
              <a:ext cx="1080" cy="2207880"/>
            </a:xfrm>
            <a:prstGeom prst="straightConnector1">
              <a:avLst/>
            </a:prstGeom>
            <a:ln w="38100">
              <a:solidFill>
                <a:srgbClr val="ffffff"/>
              </a:solidFill>
              <a:round/>
            </a:ln>
          </p:spPr>
        </p:cxnSp>
      </p:grpSp>
      <p:cxnSp>
        <p:nvCxnSpPr>
          <p:cNvPr id="223" name="Straight Connector 86"/>
          <p:cNvCxnSpPr/>
          <p:nvPr/>
        </p:nvCxnSpPr>
        <p:spPr>
          <a:xfrm>
            <a:off x="372960" y="4735800"/>
            <a:ext cx="11340720" cy="1080"/>
          </a:xfrm>
          <a:prstGeom prst="straightConnector1">
            <a:avLst/>
          </a:prstGeom>
          <a:ln w="12700">
            <a:solidFill>
              <a:srgbClr val="00095b"/>
            </a:solidFill>
            <a:prstDash val="sysDot"/>
            <a:round/>
          </a:ln>
        </p:spPr>
      </p:cxnSp>
      <p:grpSp>
        <p:nvGrpSpPr>
          <p:cNvPr id="224" name="Group 87"/>
          <p:cNvGrpSpPr/>
          <p:nvPr/>
        </p:nvGrpSpPr>
        <p:grpSpPr>
          <a:xfrm>
            <a:off x="2438280" y="4936680"/>
            <a:ext cx="7315920" cy="1706040"/>
            <a:chOff x="2438280" y="4936680"/>
            <a:chExt cx="7315920" cy="1706040"/>
          </a:xfrm>
        </p:grpSpPr>
        <p:cxnSp>
          <p:nvCxnSpPr>
            <p:cNvPr id="225" name="Straight Connector 88"/>
            <p:cNvCxnSpPr/>
            <p:nvPr/>
          </p:nvCxnSpPr>
          <p:spPr>
            <a:xfrm>
              <a:off x="2438280" y="4936680"/>
              <a:ext cx="1080" cy="1706400"/>
            </a:xfrm>
            <a:prstGeom prst="straightConnector1">
              <a:avLst/>
            </a:prstGeom>
            <a:ln w="38100">
              <a:solidFill>
                <a:srgbClr val="ffffff"/>
              </a:solidFill>
              <a:round/>
            </a:ln>
          </p:spPr>
        </p:cxnSp>
        <p:cxnSp>
          <p:nvCxnSpPr>
            <p:cNvPr id="226" name="Straight Connector 89"/>
            <p:cNvCxnSpPr/>
            <p:nvPr/>
          </p:nvCxnSpPr>
          <p:spPr>
            <a:xfrm>
              <a:off x="4876560" y="4936680"/>
              <a:ext cx="1080" cy="1706400"/>
            </a:xfrm>
            <a:prstGeom prst="straightConnector1">
              <a:avLst/>
            </a:prstGeom>
            <a:ln w="38100">
              <a:solidFill>
                <a:srgbClr val="ffffff"/>
              </a:solidFill>
              <a:round/>
            </a:ln>
          </p:spPr>
        </p:cxnSp>
        <p:cxnSp>
          <p:nvCxnSpPr>
            <p:cNvPr id="227" name="Straight Connector 90"/>
            <p:cNvCxnSpPr/>
            <p:nvPr/>
          </p:nvCxnSpPr>
          <p:spPr>
            <a:xfrm>
              <a:off x="7315200" y="4936680"/>
              <a:ext cx="1080" cy="1706400"/>
            </a:xfrm>
            <a:prstGeom prst="straightConnector1">
              <a:avLst/>
            </a:prstGeom>
            <a:ln w="38100">
              <a:solidFill>
                <a:srgbClr val="ffffff"/>
              </a:solidFill>
              <a:round/>
            </a:ln>
          </p:spPr>
        </p:cxnSp>
        <p:cxnSp>
          <p:nvCxnSpPr>
            <p:cNvPr id="228" name="Straight Connector 91"/>
            <p:cNvCxnSpPr/>
            <p:nvPr/>
          </p:nvCxnSpPr>
          <p:spPr>
            <a:xfrm>
              <a:off x="9753480" y="4936680"/>
              <a:ext cx="1080" cy="1706400"/>
            </a:xfrm>
            <a:prstGeom prst="straightConnector1">
              <a:avLst/>
            </a:prstGeom>
            <a:ln w="38100">
              <a:solidFill>
                <a:srgbClr val="ffffff"/>
              </a:solidFill>
              <a:round/>
            </a:ln>
          </p:spPr>
        </p:cxnSp>
      </p:grpSp>
      <p:sp>
        <p:nvSpPr>
          <p:cNvPr id="229" name="PlaceHolder 1"/>
          <p:cNvSpPr>
            <a:spLocks noGrp="1"/>
          </p:cNvSpPr>
          <p:nvPr>
            <p:ph type="sldNum" idx="45"/>
          </p:nvPr>
        </p:nvSpPr>
        <p:spPr>
          <a:xfrm>
            <a:off x="11521440" y="6486120"/>
            <a:ext cx="319680" cy="36396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B677955F-00CD-495F-AF6E-44E168AA2943}"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739" r:id="rId4"/>
  </p:sldLayoutIdLst>
</p:sldMaster>
</file>

<file path=ppt/slideMasters/slideMaster4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230"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400" cy="326160"/>
          </a:xfrm>
          <a:prstGeom prst="rect">
            <a:avLst/>
          </a:prstGeom>
          <a:ln w="0">
            <a:noFill/>
          </a:ln>
        </p:spPr>
      </p:pic>
      <p:sp>
        <p:nvSpPr>
          <p:cNvPr id="231" name="PlaceHolder 1"/>
          <p:cNvSpPr>
            <a:spLocks noGrp="1"/>
          </p:cNvSpPr>
          <p:nvPr>
            <p:ph type="sldNum" idx="46"/>
          </p:nvPr>
        </p:nvSpPr>
        <p:spPr>
          <a:xfrm>
            <a:off x="11521440" y="6486120"/>
            <a:ext cx="319680" cy="36396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D0CAAFF8-AF1D-44EC-93E9-5E675DD847F4}"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741" r:id="rId4"/>
  </p:sldLayoutIdLst>
</p:sldMaster>
</file>

<file path=ppt/slideMasters/slideMaster4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232"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400" cy="326160"/>
          </a:xfrm>
          <a:prstGeom prst="rect">
            <a:avLst/>
          </a:prstGeom>
          <a:ln w="0">
            <a:noFill/>
          </a:ln>
        </p:spPr>
      </p:pic>
      <p:pic>
        <p:nvPicPr>
          <p:cNvPr id="233" name="Picture 1" descr=""/>
          <p:cNvPicPr/>
          <p:nvPr/>
        </p:nvPicPr>
        <p:blipFill>
          <a:blip r:embed="rId4"/>
          <a:stretch/>
        </p:blipFill>
        <p:spPr>
          <a:xfrm rot="10800000">
            <a:off x="1080" y="0"/>
            <a:ext cx="12191040" cy="6856920"/>
          </a:xfrm>
          <a:prstGeom prst="rect">
            <a:avLst/>
          </a:prstGeom>
          <a:ln w="0">
            <a:noFill/>
          </a:ln>
        </p:spPr>
      </p:pic>
      <p:pic>
        <p:nvPicPr>
          <p:cNvPr id="234" name="Graphic 2" descr=""/>
          <p:cNvPicPr/>
          <p:nvPr/>
        </p:nvPicPr>
        <p:blipFill>
          <a:blip r:embed="rId5">
            <a:extLst>
              <a:ext uri="{96DAC541-7B7A-43D3-8B79-37D633B846F1}">
                <asvg:svgBlip xmlns:asvg="http://schemas.microsoft.com/office/drawing/2016/SVG/main" r:embed="rId6"/>
              </a:ext>
            </a:extLst>
          </a:blip>
          <a:stretch/>
        </p:blipFill>
        <p:spPr>
          <a:xfrm>
            <a:off x="4739400" y="2743200"/>
            <a:ext cx="2599200" cy="1336320"/>
          </a:xfrm>
          <a:prstGeom prst="rect">
            <a:avLst/>
          </a:prstGeom>
          <a:ln w="0">
            <a:noFill/>
          </a:ln>
        </p:spPr>
      </p:pic>
      <p:sp>
        <p:nvSpPr>
          <p:cNvPr id="235" name="PlaceHolder 1"/>
          <p:cNvSpPr>
            <a:spLocks noGrp="1"/>
          </p:cNvSpPr>
          <p:nvPr>
            <p:ph type="sldNum" idx="47"/>
          </p:nvPr>
        </p:nvSpPr>
        <p:spPr>
          <a:xfrm>
            <a:off x="11441160" y="6394320"/>
            <a:ext cx="319680" cy="363960"/>
          </a:xfrm>
          <a:prstGeom prst="rect">
            <a:avLst/>
          </a:prstGeom>
          <a:noFill/>
          <a:ln w="0">
            <a:noFill/>
          </a:ln>
        </p:spPr>
        <p:txBody>
          <a:bodyPr lIns="0" rIns="0" tIns="45720" bIns="45720" anchor="ctr">
            <a:noAutofit/>
          </a:bodyPr>
          <a:lstStyle>
            <a:lvl1pPr indent="0" algn="r" defTabSz="914400">
              <a:lnSpc>
                <a:spcPct val="100000"/>
              </a:lnSpc>
              <a:buNone/>
              <a:tabLst>
                <a:tab algn="l" pos="0"/>
              </a:tabLst>
              <a:defRPr b="0" lang="en-US" sz="800" spc="-1" strike="noStrike">
                <a:solidFill>
                  <a:schemeClr val="lt1"/>
                </a:solidFill>
                <a:latin typeface="Ford Antenna Regular"/>
                <a:ea typeface="Ford Antenna Regular"/>
              </a:defRPr>
            </a:lvl1pPr>
          </a:lstStyle>
          <a:p>
            <a:pPr indent="0" algn="r" defTabSz="914400">
              <a:lnSpc>
                <a:spcPct val="100000"/>
              </a:lnSpc>
              <a:buNone/>
              <a:tabLst>
                <a:tab algn="l" pos="0"/>
              </a:tabLst>
            </a:pPr>
            <a:fld id="{766AA7D5-61D0-47FA-A825-A2D61CEBC436}" type="slidenum">
              <a:rPr b="0" lang="en-US" sz="800" spc="-1" strike="noStrike">
                <a:solidFill>
                  <a:schemeClr val="lt1"/>
                </a:solidFill>
                <a:latin typeface="Ford Antenna Regular"/>
                <a:ea typeface="Ford Antenna Regular"/>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743" r:id="rId7"/>
  </p:sldLayoutIdLst>
</p:sldMaster>
</file>

<file path=ppt/slideMasters/slideMaster4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236"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400" cy="326160"/>
          </a:xfrm>
          <a:prstGeom prst="rect">
            <a:avLst/>
          </a:prstGeom>
          <a:ln w="0">
            <a:noFill/>
          </a:ln>
        </p:spPr>
      </p:pic>
      <p:sp>
        <p:nvSpPr>
          <p:cNvPr id="237" name="Rectangle 11"/>
          <p:cNvSpPr/>
          <p:nvPr/>
        </p:nvSpPr>
        <p:spPr>
          <a:xfrm>
            <a:off x="0" y="1816920"/>
            <a:ext cx="12191040" cy="5040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cxnSp>
        <p:nvCxnSpPr>
          <p:cNvPr id="238" name="Straight Connector 12"/>
          <p:cNvCxnSpPr/>
          <p:nvPr/>
        </p:nvCxnSpPr>
        <p:spPr>
          <a:xfrm>
            <a:off x="8127720" y="1816920"/>
            <a:ext cx="1080" cy="5042160"/>
          </a:xfrm>
          <a:prstGeom prst="straightConnector1">
            <a:avLst/>
          </a:prstGeom>
          <a:ln w="38100">
            <a:solidFill>
              <a:srgbClr val="ffffff"/>
            </a:solidFill>
            <a:round/>
          </a:ln>
        </p:spPr>
      </p:cxnSp>
      <p:cxnSp>
        <p:nvCxnSpPr>
          <p:cNvPr id="239" name="Straight Connector 13"/>
          <p:cNvCxnSpPr/>
          <p:nvPr/>
        </p:nvCxnSpPr>
        <p:spPr>
          <a:xfrm>
            <a:off x="4063680" y="1816920"/>
            <a:ext cx="1080" cy="5042160"/>
          </a:xfrm>
          <a:prstGeom prst="straightConnector1">
            <a:avLst/>
          </a:prstGeom>
          <a:ln w="38100">
            <a:solidFill>
              <a:srgbClr val="ffffff"/>
            </a:solidFill>
            <a:round/>
          </a:ln>
        </p:spPr>
      </p:cxnSp>
      <p:sp>
        <p:nvSpPr>
          <p:cNvPr id="240" name="PlaceHolder 1"/>
          <p:cNvSpPr>
            <a:spLocks noGrp="1"/>
          </p:cNvSpPr>
          <p:nvPr>
            <p:ph type="sldNum" idx="48"/>
          </p:nvPr>
        </p:nvSpPr>
        <p:spPr>
          <a:xfrm>
            <a:off x="11521440" y="6486120"/>
            <a:ext cx="319680" cy="36396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77D5E663-4D08-4716-B8F8-6958EDDCCAD7}"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745" r:id="rId4"/>
  </p:sldLayoutIdLst>
</p:sldMaster>
</file>

<file path=ppt/slideMasters/slideMaster5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241"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400" cy="326160"/>
          </a:xfrm>
          <a:prstGeom prst="rect">
            <a:avLst/>
          </a:prstGeom>
          <a:ln w="0">
            <a:noFill/>
          </a:ln>
        </p:spPr>
      </p:pic>
      <p:sp>
        <p:nvSpPr>
          <p:cNvPr id="242" name="Rectangle 11"/>
          <p:cNvSpPr/>
          <p:nvPr/>
        </p:nvSpPr>
        <p:spPr>
          <a:xfrm flipH="1">
            <a:off x="8129880" y="0"/>
            <a:ext cx="4060080" cy="685692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a:endParaRPr>
          </a:p>
        </p:txBody>
      </p:sp>
      <p:pic>
        <p:nvPicPr>
          <p:cNvPr id="243" name="Graphic 2" descr=""/>
          <p:cNvPicPr/>
          <p:nvPr/>
        </p:nvPicPr>
        <p:blipFill>
          <a:blip r:embed="rId4">
            <a:extLst>
              <a:ext uri="{96DAC541-7B7A-43D3-8B79-37D633B846F1}">
                <asvg:svgBlip xmlns:asvg="http://schemas.microsoft.com/office/drawing/2016/SVG/main" r:embed="rId5"/>
              </a:ext>
            </a:extLst>
          </a:blip>
          <a:stretch/>
        </p:blipFill>
        <p:spPr>
          <a:xfrm>
            <a:off x="11273040" y="222840"/>
            <a:ext cx="653400" cy="326160"/>
          </a:xfrm>
          <a:prstGeom prst="rect">
            <a:avLst/>
          </a:prstGeom>
          <a:ln w="0">
            <a:noFill/>
          </a:ln>
        </p:spPr>
      </p:pic>
      <p:sp>
        <p:nvSpPr>
          <p:cNvPr id="244" name="PlaceHolder 1"/>
          <p:cNvSpPr>
            <a:spLocks noGrp="1"/>
          </p:cNvSpPr>
          <p:nvPr>
            <p:ph type="sldNum" idx="49"/>
          </p:nvPr>
        </p:nvSpPr>
        <p:spPr>
          <a:xfrm>
            <a:off x="11521440" y="6486120"/>
            <a:ext cx="319680" cy="36396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A5186AA5-EDBB-43A9-94F2-65319083485D}"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747" r:id="rId6"/>
  </p:sldLayoutIdLst>
</p:sldMaster>
</file>

<file path=ppt/slideMasters/slideMaster5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245"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400" cy="326160"/>
          </a:xfrm>
          <a:prstGeom prst="rect">
            <a:avLst/>
          </a:prstGeom>
          <a:ln w="0">
            <a:noFill/>
          </a:ln>
        </p:spPr>
      </p:pic>
      <p:cxnSp>
        <p:nvCxnSpPr>
          <p:cNvPr id="246" name="Straight Connector 17"/>
          <p:cNvCxnSpPr/>
          <p:nvPr/>
        </p:nvCxnSpPr>
        <p:spPr>
          <a:xfrm>
            <a:off x="2774880" y="1307880"/>
            <a:ext cx="1080" cy="4509000"/>
          </a:xfrm>
          <a:prstGeom prst="straightConnector1">
            <a:avLst/>
          </a:prstGeom>
          <a:ln w="9525">
            <a:solidFill>
              <a:srgbClr val="1700f3"/>
            </a:solidFill>
            <a:round/>
          </a:ln>
        </p:spPr>
      </p:cxnSp>
      <p:cxnSp>
        <p:nvCxnSpPr>
          <p:cNvPr id="247" name="Straight Connector 18"/>
          <p:cNvCxnSpPr/>
          <p:nvPr/>
        </p:nvCxnSpPr>
        <p:spPr>
          <a:xfrm>
            <a:off x="8973720" y="1307880"/>
            <a:ext cx="1080" cy="4509000"/>
          </a:xfrm>
          <a:prstGeom prst="straightConnector1">
            <a:avLst/>
          </a:prstGeom>
          <a:ln w="9525">
            <a:solidFill>
              <a:srgbClr val="1700f3"/>
            </a:solidFill>
            <a:round/>
          </a:ln>
        </p:spPr>
      </p:cxnSp>
      <p:sp>
        <p:nvSpPr>
          <p:cNvPr id="248" name="PlaceHolder 1"/>
          <p:cNvSpPr>
            <a:spLocks noGrp="1"/>
          </p:cNvSpPr>
          <p:nvPr>
            <p:ph type="sldNum" idx="50"/>
          </p:nvPr>
        </p:nvSpPr>
        <p:spPr>
          <a:xfrm>
            <a:off x="11521440" y="6486120"/>
            <a:ext cx="319680" cy="36396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A7CC0CC3-044B-49CC-AE82-10417B3ADCFE}"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749" r:id="rId4"/>
  </p:sldLayoutIdLst>
</p:sldMaster>
</file>

<file path=ppt/slideMasters/slideMaster5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249"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400" cy="326160"/>
          </a:xfrm>
          <a:prstGeom prst="rect">
            <a:avLst/>
          </a:prstGeom>
          <a:ln w="0">
            <a:noFill/>
          </a:ln>
        </p:spPr>
      </p:pic>
      <p:sp>
        <p:nvSpPr>
          <p:cNvPr id="250" name="PlaceHolder 1"/>
          <p:cNvSpPr>
            <a:spLocks noGrp="1"/>
          </p:cNvSpPr>
          <p:nvPr>
            <p:ph type="sldNum" idx="51"/>
          </p:nvPr>
        </p:nvSpPr>
        <p:spPr>
          <a:xfrm>
            <a:off x="11521440" y="6486120"/>
            <a:ext cx="319680" cy="36396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DE3FE34A-E03B-4899-9632-E1608B0FF6F9}"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751" r:id="rId4"/>
  </p:sldLayoutIdLst>
</p:sldMaster>
</file>

<file path=ppt/slideMasters/slideMaster5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251"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400" cy="326160"/>
          </a:xfrm>
          <a:prstGeom prst="rect">
            <a:avLst/>
          </a:prstGeom>
          <a:ln w="0">
            <a:noFill/>
          </a:ln>
        </p:spPr>
      </p:pic>
      <p:pic>
        <p:nvPicPr>
          <p:cNvPr id="252" name="Picture 1" descr=""/>
          <p:cNvPicPr/>
          <p:nvPr/>
        </p:nvPicPr>
        <p:blipFill>
          <a:blip r:embed="rId4"/>
          <a:stretch/>
        </p:blipFill>
        <p:spPr>
          <a:xfrm rot="10800000">
            <a:off x="1080" y="0"/>
            <a:ext cx="12191040" cy="6856920"/>
          </a:xfrm>
          <a:prstGeom prst="rect">
            <a:avLst/>
          </a:prstGeom>
          <a:ln w="0">
            <a:noFill/>
          </a:ln>
        </p:spPr>
      </p:pic>
      <p:pic>
        <p:nvPicPr>
          <p:cNvPr id="253" name="Graphic 2" descr=""/>
          <p:cNvPicPr/>
          <p:nvPr/>
        </p:nvPicPr>
        <p:blipFill>
          <a:blip r:embed="rId5">
            <a:extLst>
              <a:ext uri="{96DAC541-7B7A-43D3-8B79-37D633B846F1}">
                <asvg:svgBlip xmlns:asvg="http://schemas.microsoft.com/office/drawing/2016/SVG/main" r:embed="rId6"/>
              </a:ext>
            </a:extLst>
          </a:blip>
          <a:stretch/>
        </p:blipFill>
        <p:spPr>
          <a:xfrm>
            <a:off x="4739400" y="2743200"/>
            <a:ext cx="2599200" cy="1336320"/>
          </a:xfrm>
          <a:prstGeom prst="rect">
            <a:avLst/>
          </a:prstGeom>
          <a:ln w="0">
            <a:noFill/>
          </a:ln>
        </p:spPr>
      </p:pic>
      <p:sp>
        <p:nvSpPr>
          <p:cNvPr id="254" name="PlaceHolder 1"/>
          <p:cNvSpPr>
            <a:spLocks noGrp="1"/>
          </p:cNvSpPr>
          <p:nvPr>
            <p:ph type="sldNum" idx="52"/>
          </p:nvPr>
        </p:nvSpPr>
        <p:spPr>
          <a:xfrm>
            <a:off x="11441160" y="6394320"/>
            <a:ext cx="319680" cy="363960"/>
          </a:xfrm>
          <a:prstGeom prst="rect">
            <a:avLst/>
          </a:prstGeom>
          <a:noFill/>
          <a:ln w="0">
            <a:noFill/>
          </a:ln>
        </p:spPr>
        <p:txBody>
          <a:bodyPr lIns="0" rIns="0" tIns="45720" bIns="45720" anchor="ctr">
            <a:noAutofit/>
          </a:bodyPr>
          <a:lstStyle>
            <a:lvl1pPr indent="0" algn="r" defTabSz="914400">
              <a:lnSpc>
                <a:spcPct val="100000"/>
              </a:lnSpc>
              <a:buNone/>
              <a:tabLst>
                <a:tab algn="l" pos="0"/>
              </a:tabLst>
              <a:defRPr b="0" lang="en-US" sz="800" spc="-1" strike="noStrike">
                <a:solidFill>
                  <a:schemeClr val="lt1"/>
                </a:solidFill>
                <a:latin typeface="Ford Antenna Regular"/>
                <a:ea typeface="Ford Antenna Regular"/>
              </a:defRPr>
            </a:lvl1pPr>
          </a:lstStyle>
          <a:p>
            <a:pPr indent="0" algn="r" defTabSz="914400">
              <a:lnSpc>
                <a:spcPct val="100000"/>
              </a:lnSpc>
              <a:buNone/>
              <a:tabLst>
                <a:tab algn="l" pos="0"/>
              </a:tabLst>
            </a:pPr>
            <a:fld id="{D57C644C-CE5B-41F8-9E97-65260B588442}" type="slidenum">
              <a:rPr b="0" lang="en-US" sz="800" spc="-1" strike="noStrike">
                <a:solidFill>
                  <a:schemeClr val="lt1"/>
                </a:solidFill>
                <a:latin typeface="Ford Antenna Regular"/>
                <a:ea typeface="Ford Antenna Regular"/>
              </a:rPr>
              <a:t>&lt;número&gt;</a:t>
            </a:fld>
            <a:endParaRPr b="0" lang="es-AR" sz="800" spc="-1" strike="noStrike">
              <a:solidFill>
                <a:srgbClr val="000000"/>
              </a:solidFill>
              <a:latin typeface="Times New Roman"/>
            </a:endParaRPr>
          </a:p>
        </p:txBody>
      </p:sp>
      <p:sp>
        <p:nvSpPr>
          <p:cNvPr id="255" name="PlaceHolder 2"/>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s-AR" sz="4400" spc="-1" strike="noStrike">
                <a:solidFill>
                  <a:srgbClr val="000000"/>
                </a:solidFill>
                <a:latin typeface="Arial"/>
              </a:rPr>
              <a:t>Pulse para editar el formato del texto de título</a:t>
            </a:r>
            <a:endParaRPr b="0" lang="es-AR" sz="4400" spc="-1" strike="noStrike">
              <a:solidFill>
                <a:srgbClr val="000000"/>
              </a:solidFill>
              <a:latin typeface="Arial"/>
            </a:endParaRPr>
          </a:p>
        </p:txBody>
      </p:sp>
      <p:sp>
        <p:nvSpPr>
          <p:cNvPr id="256" name="PlaceHolder 3"/>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s-AR" sz="3200" spc="-1" strike="noStrike">
                <a:solidFill>
                  <a:srgbClr val="000000"/>
                </a:solidFill>
                <a:latin typeface="Arial"/>
              </a:rPr>
              <a:t>Pulse para </a:t>
            </a:r>
            <a:r>
              <a:rPr b="0" lang="es-AR" sz="3200" spc="-1" strike="noStrike">
                <a:solidFill>
                  <a:srgbClr val="000000"/>
                </a:solidFill>
                <a:latin typeface="Arial"/>
              </a:rPr>
              <a:t>editar el </a:t>
            </a:r>
            <a:r>
              <a:rPr b="0" lang="es-AR" sz="3200" spc="-1" strike="noStrike">
                <a:solidFill>
                  <a:srgbClr val="000000"/>
                </a:solidFill>
                <a:latin typeface="Arial"/>
              </a:rPr>
              <a:t>formato de </a:t>
            </a:r>
            <a:r>
              <a:rPr b="0" lang="es-AR" sz="3200" spc="-1" strike="noStrike">
                <a:solidFill>
                  <a:srgbClr val="000000"/>
                </a:solidFill>
                <a:latin typeface="Arial"/>
              </a:rPr>
              <a:t>texto del </a:t>
            </a:r>
            <a:r>
              <a:rPr b="0" lang="es-AR" sz="3200" spc="-1" strike="noStrike">
                <a:solidFill>
                  <a:srgbClr val="000000"/>
                </a:solidFill>
                <a:latin typeface="Arial"/>
              </a:rPr>
              <a:t>esquema</a:t>
            </a:r>
            <a:endParaRPr b="0" lang="es-AR"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s-AR" sz="2800" spc="-1" strike="noStrike">
                <a:solidFill>
                  <a:srgbClr val="000000"/>
                </a:solidFill>
                <a:latin typeface="Arial"/>
              </a:rPr>
              <a:t>Segundo nivel </a:t>
            </a:r>
            <a:r>
              <a:rPr b="0" lang="es-AR" sz="2800" spc="-1" strike="noStrike">
                <a:solidFill>
                  <a:srgbClr val="000000"/>
                </a:solidFill>
                <a:latin typeface="Arial"/>
              </a:rPr>
              <a:t>del esquema</a:t>
            </a:r>
            <a:endParaRPr b="0" lang="es-AR"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s-AR" sz="2400" spc="-1" strike="noStrike">
                <a:solidFill>
                  <a:srgbClr val="000000"/>
                </a:solidFill>
                <a:latin typeface="Arial"/>
              </a:rPr>
              <a:t>Tercer nivel </a:t>
            </a:r>
            <a:r>
              <a:rPr b="0" lang="es-AR" sz="2400" spc="-1" strike="noStrike">
                <a:solidFill>
                  <a:srgbClr val="000000"/>
                </a:solidFill>
                <a:latin typeface="Arial"/>
              </a:rPr>
              <a:t>del esquema</a:t>
            </a:r>
            <a:endParaRPr b="0" lang="es-AR"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s-AR" sz="2000" spc="-1" strike="noStrike">
                <a:solidFill>
                  <a:srgbClr val="000000"/>
                </a:solidFill>
                <a:latin typeface="Arial"/>
              </a:rPr>
              <a:t>Cuarto nivel </a:t>
            </a:r>
            <a:r>
              <a:rPr b="0" lang="es-AR" sz="2000" spc="-1" strike="noStrike">
                <a:solidFill>
                  <a:srgbClr val="000000"/>
                </a:solidFill>
                <a:latin typeface="Arial"/>
              </a:rPr>
              <a:t>del esquema</a:t>
            </a:r>
            <a:endParaRPr b="0" lang="es-AR"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s-AR" sz="2000" spc="-1" strike="noStrike">
                <a:solidFill>
                  <a:srgbClr val="000000"/>
                </a:solidFill>
                <a:latin typeface="Arial"/>
              </a:rPr>
              <a:t>Quinto </a:t>
            </a:r>
            <a:r>
              <a:rPr b="0" lang="es-AR" sz="2000" spc="-1" strike="noStrike">
                <a:solidFill>
                  <a:srgbClr val="000000"/>
                </a:solidFill>
                <a:latin typeface="Arial"/>
              </a:rPr>
              <a:t>nivel del </a:t>
            </a:r>
            <a:r>
              <a:rPr b="0" lang="es-AR" sz="2000" spc="-1" strike="noStrike">
                <a:solidFill>
                  <a:srgbClr val="000000"/>
                </a:solidFill>
                <a:latin typeface="Arial"/>
              </a:rPr>
              <a:t>esquema</a:t>
            </a:r>
            <a:endParaRPr b="0" lang="es-AR"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s-AR" sz="2000" spc="-1" strike="noStrike">
                <a:solidFill>
                  <a:srgbClr val="000000"/>
                </a:solidFill>
                <a:latin typeface="Arial"/>
              </a:rPr>
              <a:t>Sexto </a:t>
            </a:r>
            <a:r>
              <a:rPr b="0" lang="es-AR" sz="2000" spc="-1" strike="noStrike">
                <a:solidFill>
                  <a:srgbClr val="000000"/>
                </a:solidFill>
                <a:latin typeface="Arial"/>
              </a:rPr>
              <a:t>nivel </a:t>
            </a:r>
            <a:r>
              <a:rPr b="0" lang="es-AR" sz="2000" spc="-1" strike="noStrike">
                <a:solidFill>
                  <a:srgbClr val="000000"/>
                </a:solidFill>
                <a:latin typeface="Arial"/>
              </a:rPr>
              <a:t>del </a:t>
            </a:r>
            <a:r>
              <a:rPr b="0" lang="es-AR" sz="2000" spc="-1" strike="noStrike">
                <a:solidFill>
                  <a:srgbClr val="000000"/>
                </a:solidFill>
                <a:latin typeface="Arial"/>
              </a:rPr>
              <a:t>esqu</a:t>
            </a:r>
            <a:r>
              <a:rPr b="0" lang="es-AR" sz="2000" spc="-1" strike="noStrike">
                <a:solidFill>
                  <a:srgbClr val="000000"/>
                </a:solidFill>
                <a:latin typeface="Arial"/>
              </a:rPr>
              <a:t>ema</a:t>
            </a:r>
            <a:endParaRPr b="0" lang="es-AR"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s-AR" sz="2000" spc="-1" strike="noStrike">
                <a:solidFill>
                  <a:srgbClr val="000000"/>
                </a:solidFill>
                <a:latin typeface="Arial"/>
              </a:rPr>
              <a:t>S</a:t>
            </a:r>
            <a:r>
              <a:rPr b="0" lang="es-AR" sz="2000" spc="-1" strike="noStrike">
                <a:solidFill>
                  <a:srgbClr val="000000"/>
                </a:solidFill>
                <a:latin typeface="Arial"/>
              </a:rPr>
              <a:t>é</a:t>
            </a:r>
            <a:r>
              <a:rPr b="0" lang="es-AR" sz="2000" spc="-1" strike="noStrike">
                <a:solidFill>
                  <a:srgbClr val="000000"/>
                </a:solidFill>
                <a:latin typeface="Arial"/>
              </a:rPr>
              <a:t>pt</a:t>
            </a:r>
            <a:r>
              <a:rPr b="0" lang="es-AR" sz="2000" spc="-1" strike="noStrike">
                <a:solidFill>
                  <a:srgbClr val="000000"/>
                </a:solidFill>
                <a:latin typeface="Arial"/>
              </a:rPr>
              <a:t>i</a:t>
            </a:r>
            <a:r>
              <a:rPr b="0" lang="es-AR" sz="2000" spc="-1" strike="noStrike">
                <a:solidFill>
                  <a:srgbClr val="000000"/>
                </a:solidFill>
                <a:latin typeface="Arial"/>
              </a:rPr>
              <a:t>m</a:t>
            </a:r>
            <a:r>
              <a:rPr b="0" lang="es-AR" sz="2000" spc="-1" strike="noStrike">
                <a:solidFill>
                  <a:srgbClr val="000000"/>
                </a:solidFill>
                <a:latin typeface="Arial"/>
              </a:rPr>
              <a:t>o </a:t>
            </a:r>
            <a:r>
              <a:rPr b="0" lang="es-AR" sz="2000" spc="-1" strike="noStrike">
                <a:solidFill>
                  <a:srgbClr val="000000"/>
                </a:solidFill>
                <a:latin typeface="Arial"/>
              </a:rPr>
              <a:t>ni</a:t>
            </a:r>
            <a:r>
              <a:rPr b="0" lang="es-AR" sz="2000" spc="-1" strike="noStrike">
                <a:solidFill>
                  <a:srgbClr val="000000"/>
                </a:solidFill>
                <a:latin typeface="Arial"/>
              </a:rPr>
              <a:t>v</a:t>
            </a:r>
            <a:r>
              <a:rPr b="0" lang="es-AR" sz="2000" spc="-1" strike="noStrike">
                <a:solidFill>
                  <a:srgbClr val="000000"/>
                </a:solidFill>
                <a:latin typeface="Arial"/>
              </a:rPr>
              <a:t>el </a:t>
            </a:r>
            <a:r>
              <a:rPr b="0" lang="es-AR" sz="2000" spc="-1" strike="noStrike">
                <a:solidFill>
                  <a:srgbClr val="000000"/>
                </a:solidFill>
                <a:latin typeface="Arial"/>
              </a:rPr>
              <a:t>d</a:t>
            </a:r>
            <a:r>
              <a:rPr b="0" lang="es-AR" sz="2000" spc="-1" strike="noStrike">
                <a:solidFill>
                  <a:srgbClr val="000000"/>
                </a:solidFill>
                <a:latin typeface="Arial"/>
              </a:rPr>
              <a:t>el </a:t>
            </a:r>
            <a:r>
              <a:rPr b="0" lang="es-AR" sz="2000" spc="-1" strike="noStrike">
                <a:solidFill>
                  <a:srgbClr val="000000"/>
                </a:solidFill>
                <a:latin typeface="Arial"/>
              </a:rPr>
              <a:t>e</a:t>
            </a:r>
            <a:r>
              <a:rPr b="0" lang="es-AR" sz="2000" spc="-1" strike="noStrike">
                <a:solidFill>
                  <a:srgbClr val="000000"/>
                </a:solidFill>
                <a:latin typeface="Arial"/>
              </a:rPr>
              <a:t>s</a:t>
            </a:r>
            <a:r>
              <a:rPr b="0" lang="es-AR" sz="2000" spc="-1" strike="noStrike">
                <a:solidFill>
                  <a:srgbClr val="000000"/>
                </a:solidFill>
                <a:latin typeface="Arial"/>
              </a:rPr>
              <a:t>q</a:t>
            </a:r>
            <a:r>
              <a:rPr b="0" lang="es-AR" sz="2000" spc="-1" strike="noStrike">
                <a:solidFill>
                  <a:srgbClr val="000000"/>
                </a:solidFill>
                <a:latin typeface="Arial"/>
              </a:rPr>
              <a:t>u</a:t>
            </a:r>
            <a:r>
              <a:rPr b="0" lang="es-AR" sz="2000" spc="-1" strike="noStrike">
                <a:solidFill>
                  <a:srgbClr val="000000"/>
                </a:solidFill>
                <a:latin typeface="Arial"/>
              </a:rPr>
              <a:t>e</a:t>
            </a:r>
            <a:r>
              <a:rPr b="0" lang="es-AR" sz="2000" spc="-1" strike="noStrike">
                <a:solidFill>
                  <a:srgbClr val="000000"/>
                </a:solidFill>
                <a:latin typeface="Arial"/>
              </a:rPr>
              <a:t>m</a:t>
            </a:r>
            <a:r>
              <a:rPr b="0" lang="es-AR" sz="2000" spc="-1" strike="noStrike">
                <a:solidFill>
                  <a:srgbClr val="000000"/>
                </a:solidFill>
                <a:latin typeface="Arial"/>
              </a:rPr>
              <a:t>a</a:t>
            </a:r>
            <a:endParaRPr b="0" lang="es-AR"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753" r:id="rId7"/>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slideLayout" Target="../slideLayouts/slideLayout33.xml"/><Relationship Id="rId6"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33.xml"/><Relationship Id="rId4"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9.png"/><Relationship Id="rId5" Type="http://schemas.openxmlformats.org/officeDocument/2006/relationships/slideLayout" Target="../slideLayouts/slideLayout33.xml"/><Relationship Id="rId6"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53.xml"/><Relationship Id="rId2" Type="http://schemas.openxmlformats.org/officeDocument/2006/relationships/notesSlide" Target="../notesSlides/notesSlide23.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cxnSp>
        <p:nvCxnSpPr>
          <p:cNvPr id="263" name="Straight Connector 9"/>
          <p:cNvCxnSpPr/>
          <p:nvPr/>
        </p:nvCxnSpPr>
        <p:spPr>
          <a:xfrm>
            <a:off x="983880" y="3485160"/>
            <a:ext cx="192960" cy="1080"/>
          </a:xfrm>
          <a:prstGeom prst="straightConnector1">
            <a:avLst/>
          </a:prstGeom>
          <a:ln w="0">
            <a:solidFill>
              <a:srgbClr val="1700f3"/>
            </a:solidFill>
          </a:ln>
        </p:spPr>
      </p:cxnSp>
      <p:sp>
        <p:nvSpPr>
          <p:cNvPr id="264" name="PlaceHolder 1"/>
          <p:cNvSpPr>
            <a:spLocks noGrp="1"/>
          </p:cNvSpPr>
          <p:nvPr>
            <p:ph/>
          </p:nvPr>
        </p:nvSpPr>
        <p:spPr>
          <a:xfrm>
            <a:off x="996480" y="2868120"/>
            <a:ext cx="8319600" cy="570600"/>
          </a:xfrm>
          <a:prstGeom prst="rect">
            <a:avLst/>
          </a:prstGeom>
          <a:noFill/>
          <a:ln w="0">
            <a:noFill/>
          </a:ln>
        </p:spPr>
        <p:txBody>
          <a:bodyPr lIns="0" rIns="91440" tIns="45720" bIns="0" anchor="b">
            <a:noAutofit/>
          </a:bodyPr>
          <a:p>
            <a:pPr indent="0" defTabSz="914400">
              <a:lnSpc>
                <a:spcPct val="90000"/>
              </a:lnSpc>
              <a:spcBef>
                <a:spcPts val="1001"/>
              </a:spcBef>
              <a:buNone/>
              <a:tabLst>
                <a:tab algn="l" pos="0"/>
              </a:tabLst>
            </a:pPr>
            <a:r>
              <a:rPr b="0" lang="en-US" sz="2400" spc="32" strike="noStrike">
                <a:solidFill>
                  <a:schemeClr val="dk1"/>
                </a:solidFill>
                <a:latin typeface="Avenir Next LT Pro"/>
              </a:rPr>
              <a:t>Ford Innovation </a:t>
            </a:r>
            <a:r>
              <a:rPr b="0" lang="en-US" sz="2400" spc="32" strike="noStrike">
                <a:solidFill>
                  <a:schemeClr val="dk1"/>
                </a:solidFill>
                <a:latin typeface="Avenir Next LT Pro"/>
              </a:rPr>
              <a:t>Challenge III: AI Edition</a:t>
            </a:r>
            <a:endParaRPr b="0" lang="es-AR" sz="2400" spc="-1" strike="noStrike">
              <a:solidFill>
                <a:srgbClr val="000000"/>
              </a:solidFill>
              <a:latin typeface="Arial"/>
            </a:endParaRPr>
          </a:p>
        </p:txBody>
      </p:sp>
      <p:sp>
        <p:nvSpPr>
          <p:cNvPr id="265" name="PlaceHolder 2"/>
          <p:cNvSpPr>
            <a:spLocks noGrp="1"/>
          </p:cNvSpPr>
          <p:nvPr>
            <p:ph/>
          </p:nvPr>
        </p:nvSpPr>
        <p:spPr>
          <a:xfrm>
            <a:off x="996480" y="3745800"/>
            <a:ext cx="6099480" cy="305280"/>
          </a:xfrm>
          <a:prstGeom prst="rect">
            <a:avLst/>
          </a:prstGeom>
          <a:noFill/>
          <a:ln w="0">
            <a:noFill/>
          </a:ln>
        </p:spPr>
        <p:txBody>
          <a:bodyPr lIns="0" rIns="91440" tIns="45720" bIns="0" anchor="t">
            <a:noAutofit/>
          </a:bodyPr>
          <a:p>
            <a:pPr indent="0" defTabSz="914400">
              <a:lnSpc>
                <a:spcPct val="90000"/>
              </a:lnSpc>
              <a:spcBef>
                <a:spcPts val="1001"/>
              </a:spcBef>
              <a:buNone/>
              <a:tabLst>
                <a:tab algn="l" pos="0"/>
              </a:tabLst>
            </a:pPr>
            <a:r>
              <a:rPr b="1" lang="en-US" sz="1000" spc="293" strike="noStrike">
                <a:solidFill>
                  <a:schemeClr val="accent1"/>
                </a:solidFill>
                <a:latin typeface="Avenir Next LT Pro"/>
              </a:rPr>
              <a:t>Desafío 1 · Data-Driven </a:t>
            </a:r>
            <a:r>
              <a:rPr b="1" lang="en-US" sz="1000" spc="293" strike="noStrike">
                <a:solidFill>
                  <a:schemeClr val="accent1"/>
                </a:solidFill>
                <a:latin typeface="Avenir Next LT Pro"/>
              </a:rPr>
              <a:t>Repurchase · Equipo SIMtec</a:t>
            </a:r>
            <a:endParaRPr b="0" lang="es-AR" sz="1000" spc="-1" strike="noStrike">
              <a:solidFill>
                <a:srgbClr val="000000"/>
              </a:solidFill>
              <a:latin typeface="Arial"/>
            </a:endParaRPr>
          </a:p>
        </p:txBody>
      </p:sp>
      <p:sp>
        <p:nvSpPr>
          <p:cNvPr id="266" name="Text Placeholder 5"/>
          <p:cNvSpPr/>
          <p:nvPr/>
        </p:nvSpPr>
        <p:spPr>
          <a:xfrm>
            <a:off x="983880" y="6105960"/>
            <a:ext cx="6099480" cy="305280"/>
          </a:xfrm>
          <a:prstGeom prst="rect">
            <a:avLst/>
          </a:prstGeom>
          <a:noFill/>
          <a:ln w="0">
            <a:noFill/>
          </a:ln>
        </p:spPr>
        <p:style>
          <a:lnRef idx="0"/>
          <a:fillRef idx="0"/>
          <a:effectRef idx="0"/>
          <a:fontRef idx="minor"/>
        </p:style>
        <p:txBody>
          <a:bodyPr lIns="0" rIns="90000" tIns="45000" bIns="0" anchor="t">
            <a:noAutofit/>
          </a:bodyPr>
          <a:p>
            <a:pPr defTabSz="914400">
              <a:lnSpc>
                <a:spcPct val="90000"/>
              </a:lnSpc>
              <a:spcBef>
                <a:spcPts val="1001"/>
              </a:spcBef>
              <a:tabLst>
                <a:tab algn="l" pos="0"/>
              </a:tabLst>
            </a:pPr>
            <a:r>
              <a:rPr b="0" lang="es-AR" sz="1000" spc="293" strike="noStrike">
                <a:solidFill>
                  <a:schemeClr val="accent1"/>
                </a:solidFill>
                <a:latin typeface="Avenir Next LT Pro"/>
              </a:rPr>
              <a:t>Trials Day · Octubre 2026</a:t>
            </a:r>
            <a:endParaRPr b="0" lang="es-AR" sz="1000" spc="-1" strike="noStrike">
              <a:solidFill>
                <a:srgbClr val="000000"/>
              </a:solidFill>
              <a:latin typeface="Arial"/>
            </a:endParaRPr>
          </a:p>
        </p:txBody>
      </p:sp>
      <p:sp>
        <p:nvSpPr>
          <p:cNvPr id="267" name="integrantes"/>
          <p:cNvSpPr/>
          <p:nvPr/>
        </p:nvSpPr>
        <p:spPr>
          <a:xfrm>
            <a:off x="996480" y="4076280"/>
            <a:ext cx="6099480" cy="1070280"/>
          </a:xfrm>
          <a:prstGeom prst="rect">
            <a:avLst/>
          </a:prstGeom>
          <a:noFill/>
          <a:ln w="0">
            <a:noFill/>
          </a:ln>
        </p:spPr>
        <p:style>
          <a:lnRef idx="0"/>
          <a:fillRef idx="0"/>
          <a:effectRef idx="0"/>
          <a:fontRef idx="minor"/>
        </p:style>
        <p:txBody>
          <a:bodyPr lIns="0" rIns="90000" tIns="45000" bIns="0" anchor="t">
            <a:noAutofit/>
          </a:bodyPr>
          <a:p>
            <a:pPr defTabSz="914400">
              <a:lnSpc>
                <a:spcPct val="90000"/>
              </a:lnSpc>
              <a:spcBef>
                <a:spcPts val="1001"/>
              </a:spcBef>
              <a:tabLst>
                <a:tab algn="l" pos="0"/>
              </a:tabLst>
            </a:pPr>
            <a:r>
              <a:rPr b="0" lang="es-AR" sz="1000" spc="293" strike="noStrike">
                <a:solidFill>
                  <a:schemeClr val="accent1"/>
                </a:solidFill>
                <a:latin typeface="Avenir Next LT Pro"/>
              </a:rPr>
              <a:t>Samaan Piroli Teodoro </a:t>
            </a:r>
            <a:endParaRPr b="0" lang="es-AR" sz="1000" spc="-1" strike="noStrike">
              <a:solidFill>
                <a:srgbClr val="000000"/>
              </a:solidFill>
              <a:latin typeface="Arial"/>
            </a:endParaRPr>
          </a:p>
          <a:p>
            <a:pPr defTabSz="914400">
              <a:lnSpc>
                <a:spcPct val="90000"/>
              </a:lnSpc>
              <a:spcBef>
                <a:spcPts val="1001"/>
              </a:spcBef>
              <a:tabLst>
                <a:tab algn="l" pos="0"/>
              </a:tabLst>
            </a:pPr>
            <a:r>
              <a:rPr b="0" lang="es-AR" sz="1000" spc="293" strike="noStrike">
                <a:solidFill>
                  <a:schemeClr val="accent1"/>
                </a:solidFill>
                <a:latin typeface="Avenir Next LT Pro"/>
              </a:rPr>
              <a:t>Iuzzolino María Florencia</a:t>
            </a:r>
            <a:endParaRPr b="0" lang="es-AR" sz="1000" spc="-1" strike="noStrike">
              <a:solidFill>
                <a:srgbClr val="000000"/>
              </a:solidFill>
              <a:latin typeface="Arial"/>
            </a:endParaRPr>
          </a:p>
          <a:p>
            <a:pPr defTabSz="914400">
              <a:lnSpc>
                <a:spcPct val="90000"/>
              </a:lnSpc>
              <a:spcBef>
                <a:spcPts val="1001"/>
              </a:spcBef>
              <a:tabLst>
                <a:tab algn="l" pos="0"/>
              </a:tabLst>
            </a:pPr>
            <a:r>
              <a:rPr b="0" lang="es-AR" sz="1000" spc="293" strike="noStrike">
                <a:solidFill>
                  <a:schemeClr val="accent1"/>
                </a:solidFill>
                <a:latin typeface="Avenir Next LT Pro"/>
              </a:rPr>
              <a:t>Malfetano Franco Tomas</a:t>
            </a:r>
            <a:endParaRPr b="0" lang="es-AR" sz="1000" spc="-1" strike="noStrike">
              <a:solidFill>
                <a:srgbClr val="000000"/>
              </a:solidFill>
              <a:latin typeface="Arial"/>
            </a:endParaRPr>
          </a:p>
          <a:p>
            <a:pPr defTabSz="914400">
              <a:lnSpc>
                <a:spcPct val="90000"/>
              </a:lnSpc>
              <a:spcBef>
                <a:spcPts val="1001"/>
              </a:spcBef>
              <a:tabLst>
                <a:tab algn="l" pos="0"/>
              </a:tabLst>
            </a:pPr>
            <a:endParaRPr b="0" lang="es-AR" sz="1000" spc="-1" strike="noStrike">
              <a:solidFill>
                <a:srgbClr val="000000"/>
              </a:solidFill>
              <a:latin typeface="Arial"/>
            </a:endParaRPr>
          </a:p>
        </p:txBody>
      </p:sp>
      <p:sp>
        <p:nvSpPr>
          <p:cNvPr id="268" name="orador"/>
          <p:cNvSpPr/>
          <p:nvPr/>
        </p:nvSpPr>
        <p:spPr>
          <a:xfrm>
            <a:off x="394920" y="6540120"/>
            <a:ext cx="4998960" cy="2790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pPr>
            <a:r>
              <a:rPr b="0" lang="en-US" sz="1000" spc="-1" strike="noStrike">
                <a:solidFill>
                  <a:srgbClr val="7f7f7f"/>
                </a:solidFill>
                <a:latin typeface="Avenir Next LT Pro"/>
              </a:rPr>
              <a:t>María Florencia Iuzzolino</a:t>
            </a:r>
            <a:endParaRPr b="0" lang="es-AR" sz="1000" spc="-1" strike="noStrike">
              <a:solidFill>
                <a:srgbClr val="000000"/>
              </a:solidFill>
              <a:latin typeface="Arial"/>
            </a:endParaRPr>
          </a:p>
        </p:txBody>
      </p:sp>
    </p:spTree>
  </p:cSld>
  <mc:AlternateContent>
    <mc:Choice Requires="p14">
      <p:transition spd="med" p14:dur="600">
        <p:fade/>
      </p:transition>
    </mc:Choice>
    <mc:Fallback>
      <p:transition spd="med">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269" name="PlaceHolder 1"/>
          <p:cNvSpPr>
            <a:spLocks noGrp="1"/>
          </p:cNvSpPr>
          <p:nvPr>
            <p:ph type="title"/>
          </p:nvPr>
        </p:nvSpPr>
        <p:spPr>
          <a:xfrm>
            <a:off x="996840" y="3033000"/>
            <a:ext cx="10523880" cy="394920"/>
          </a:xfrm>
          <a:prstGeom prst="rect">
            <a:avLst/>
          </a:prstGeom>
          <a:noFill/>
          <a:ln w="0">
            <a:noFill/>
          </a:ln>
        </p:spPr>
        <p:txBody>
          <a:bodyPr lIns="0" rIns="91440" tIns="45720" bIns="45720" anchor="t">
            <a:noAutofit/>
          </a:bodyPr>
          <a:p>
            <a:pPr indent="0" defTabSz="914400">
              <a:lnSpc>
                <a:spcPct val="100000"/>
              </a:lnSpc>
              <a:buNone/>
              <a:tabLst>
                <a:tab algn="l" pos="0"/>
              </a:tabLst>
            </a:pPr>
            <a:r>
              <a:rPr b="0" lang="en-US" sz="2400" spc="32" strike="noStrike">
                <a:solidFill>
                  <a:schemeClr val="dk1"/>
                </a:solidFill>
                <a:latin typeface="Avenir Next LT Pro"/>
                <a:ea typeface="Avenir Next"/>
              </a:rPr>
              <a:t>Descripción del desafío</a:t>
            </a:r>
            <a:endParaRPr b="0" lang="es-AR" sz="2400" spc="-1" strike="noStrike">
              <a:solidFill>
                <a:srgbClr val="000000"/>
              </a:solidFill>
              <a:latin typeface="Arial"/>
            </a:endParaRPr>
          </a:p>
        </p:txBody>
      </p:sp>
      <p:sp>
        <p:nvSpPr>
          <p:cNvPr id="270" name="PlaceHolder 2"/>
          <p:cNvSpPr>
            <a:spLocks noGrp="1"/>
          </p:cNvSpPr>
          <p:nvPr>
            <p:ph/>
          </p:nvPr>
        </p:nvSpPr>
        <p:spPr>
          <a:xfrm>
            <a:off x="996840" y="3584520"/>
            <a:ext cx="10514520" cy="438480"/>
          </a:xfrm>
          <a:prstGeom prst="rect">
            <a:avLst/>
          </a:prstGeom>
          <a:noFill/>
          <a:ln w="0">
            <a:noFill/>
          </a:ln>
        </p:spPr>
        <p:txBody>
          <a:bodyPr lIns="0" rIns="91440" tIns="45720" bIns="45720" anchor="t">
            <a:noAutofit/>
          </a:bodyPr>
          <a:p>
            <a:pPr indent="0" defTabSz="914400">
              <a:lnSpc>
                <a:spcPct val="90000"/>
              </a:lnSpc>
              <a:spcBef>
                <a:spcPts val="1001"/>
              </a:spcBef>
              <a:buNone/>
              <a:tabLst>
                <a:tab algn="l" pos="0"/>
              </a:tabLst>
            </a:pPr>
            <a:r>
              <a:rPr b="0" lang="en-US" sz="1200" spc="52" strike="noStrike">
                <a:solidFill>
                  <a:schemeClr val="dk1"/>
                </a:solidFill>
                <a:latin typeface="Avenir Next LT Pro"/>
                <a:ea typeface="Avenir Next"/>
              </a:rPr>
              <a:t>Cada service que no se hace es un cliente que </a:t>
            </a:r>
            <a:r>
              <a:rPr b="0" lang="en-US" sz="1200" spc="52" strike="noStrike">
                <a:solidFill>
                  <a:schemeClr val="dk1"/>
                </a:solidFill>
                <a:latin typeface="Avenir Next LT Pro"/>
                <a:ea typeface="Avenir Next"/>
              </a:rPr>
              <a:t>se empieza a ir</a:t>
            </a:r>
            <a:endParaRPr b="0" lang="es-AR" sz="1200" spc="-1" strike="noStrike">
              <a:solidFill>
                <a:srgbClr val="000000"/>
              </a:solidFill>
              <a:latin typeface="Arial"/>
            </a:endParaRPr>
          </a:p>
        </p:txBody>
      </p:sp>
      <p:sp>
        <p:nvSpPr>
          <p:cNvPr id="271" name="PlaceHolder 3"/>
          <p:cNvSpPr>
            <a:spLocks noGrp="1"/>
          </p:cNvSpPr>
          <p:nvPr>
            <p:ph/>
          </p:nvPr>
        </p:nvSpPr>
        <p:spPr>
          <a:xfrm>
            <a:off x="996840" y="1550520"/>
            <a:ext cx="1470600" cy="1102320"/>
          </a:xfrm>
          <a:prstGeom prst="rect">
            <a:avLst/>
          </a:prstGeom>
          <a:noFill/>
          <a:ln w="0">
            <a:noFill/>
          </a:ln>
        </p:spPr>
        <p:txBody>
          <a:bodyPr lIns="0" rIns="91440" tIns="45720" bIns="0" anchor="b">
            <a:noAutofit/>
          </a:bodyPr>
          <a:p>
            <a:pPr indent="0" defTabSz="914400">
              <a:lnSpc>
                <a:spcPct val="90000"/>
              </a:lnSpc>
              <a:spcBef>
                <a:spcPts val="1001"/>
              </a:spcBef>
              <a:buNone/>
              <a:tabLst>
                <a:tab algn="l" pos="0"/>
              </a:tabLst>
            </a:pPr>
            <a:r>
              <a:rPr b="0" lang="en-US" sz="3200" spc="43" strike="noStrike">
                <a:solidFill>
                  <a:schemeClr val="accent1"/>
                </a:solidFill>
                <a:latin typeface="Avenir Next LT Pro"/>
                <a:ea typeface="Avenir Next"/>
              </a:rPr>
              <a:t>01</a:t>
            </a:r>
            <a:endParaRPr b="0" lang="es-AR" sz="3200" spc="-1" strike="noStrike">
              <a:solidFill>
                <a:srgbClr val="000000"/>
              </a:solidFill>
              <a:latin typeface="Arial"/>
            </a:endParaRPr>
          </a:p>
        </p:txBody>
      </p:sp>
      <p:sp>
        <p:nvSpPr>
          <p:cNvPr id="272" name="orador"/>
          <p:cNvSpPr/>
          <p:nvPr/>
        </p:nvSpPr>
        <p:spPr>
          <a:xfrm>
            <a:off x="394920" y="6540120"/>
            <a:ext cx="4998960" cy="2790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pPr>
            <a:r>
              <a:rPr b="0" lang="en-US" sz="1000" spc="-1" strike="noStrike">
                <a:solidFill>
                  <a:srgbClr val="7f7f7f"/>
                </a:solidFill>
                <a:latin typeface="Avenir Next LT Pro"/>
              </a:rPr>
              <a:t>María Florencia Iuzzolino</a:t>
            </a:r>
            <a:endParaRPr b="0" lang="es-AR" sz="1000" spc="-1" strike="noStrike">
              <a:solidFill>
                <a:srgbClr val="000000"/>
              </a:solidFill>
              <a:latin typeface="Arial"/>
            </a:endParaRPr>
          </a:p>
        </p:txBody>
      </p:sp>
      <p:sp>
        <p:nvSpPr>
          <p:cNvPr id="5" name="PlaceHolder 4"/>
          <p:cNvSpPr>
            <a:spLocks noGrp="1"/>
          </p:cNvSpPr>
          <p:nvPr>
            <p:ph type="sldNum" idx="12"/>
          </p:nvPr>
        </p:nvSpPr>
        <p:spPr/>
        <p:txBody>
          <a:bodyPr/>
          <a:p>
            <a:fld id="{06491514-A1CA-4D38-BFC6-0C6595E58DA0}" type="slidenum">
              <a:t>2</a:t>
            </a:fld>
          </a:p>
        </p:txBody>
      </p:sp>
    </p:spTree>
  </p:cSld>
  <mc:AlternateContent>
    <mc:Choice Requires="p14">
      <p:transition spd="med" p14:dur="600">
        <p:fade/>
      </p:transition>
    </mc:Choice>
    <mc:Fallback>
      <p:transition spd="med">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3" name="PlaceHolder 1"/>
          <p:cNvSpPr>
            <a:spLocks noGrp="1"/>
          </p:cNvSpPr>
          <p:nvPr>
            <p:ph type="sldNum" idx="56"/>
          </p:nvPr>
        </p:nvSpPr>
        <p:spPr>
          <a:xfrm>
            <a:off x="11521440" y="6486120"/>
            <a:ext cx="319680" cy="36396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9DE803A2-DA2A-4697-B6D4-483ECE760E0D}"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
        <p:nvSpPr>
          <p:cNvPr id="274" name="seccion"/>
          <p:cNvSpPr/>
          <p:nvPr/>
        </p:nvSpPr>
        <p:spPr>
          <a:xfrm>
            <a:off x="393120" y="283320"/>
            <a:ext cx="6399720" cy="1371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900" spc="293" strike="noStrike">
                <a:solidFill>
                  <a:srgbClr val="1700f3"/>
                </a:solidFill>
                <a:latin typeface="Avenir Next LT Pro"/>
              </a:rPr>
              <a:t>01 · DESCRIPCIÓN DEL DESAFÍO</a:t>
            </a:r>
            <a:endParaRPr b="0" lang="es-AR" sz="900" spc="-1" strike="noStrike">
              <a:solidFill>
                <a:srgbClr val="000000"/>
              </a:solidFill>
              <a:latin typeface="Arial"/>
            </a:endParaRPr>
          </a:p>
        </p:txBody>
      </p:sp>
      <p:sp>
        <p:nvSpPr>
          <p:cNvPr id="275" name="numero"/>
          <p:cNvSpPr/>
          <p:nvPr/>
        </p:nvSpPr>
        <p:spPr>
          <a:xfrm>
            <a:off x="822960" y="1417320"/>
            <a:ext cx="10514520" cy="167616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11000" spc="-1" strike="noStrike">
                <a:solidFill>
                  <a:srgbClr val="00095b"/>
                </a:solidFill>
                <a:latin typeface="Avenir Next LT Pro"/>
              </a:rPr>
              <a:t>Más de 6.000</a:t>
            </a:r>
            <a:endParaRPr b="0" lang="es-AR" sz="11000" spc="-1" strike="noStrike">
              <a:solidFill>
                <a:srgbClr val="000000"/>
              </a:solidFill>
              <a:latin typeface="Arial"/>
            </a:endParaRPr>
          </a:p>
        </p:txBody>
      </p:sp>
      <p:sp>
        <p:nvSpPr>
          <p:cNvPr id="276" name="bajada"/>
          <p:cNvSpPr/>
          <p:nvPr/>
        </p:nvSpPr>
        <p:spPr>
          <a:xfrm>
            <a:off x="822960" y="3246120"/>
            <a:ext cx="10514520" cy="42660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2800" spc="-1" strike="noStrike">
                <a:solidFill>
                  <a:srgbClr val="00095b"/>
                </a:solidFill>
                <a:latin typeface="Avenir Next LT Pro"/>
              </a:rPr>
              <a:t>Ranger entran cada mes en su ventana de service</a:t>
            </a:r>
            <a:endParaRPr b="0" lang="es-AR" sz="2800" spc="-1" strike="noStrike">
              <a:solidFill>
                <a:srgbClr val="000000"/>
              </a:solidFill>
              <a:latin typeface="Arial"/>
            </a:endParaRPr>
          </a:p>
        </p:txBody>
      </p:sp>
      <p:cxnSp>
        <p:nvCxnSpPr>
          <p:cNvPr id="277" name="separador"/>
          <p:cNvCxnSpPr/>
          <p:nvPr/>
        </p:nvCxnSpPr>
        <p:spPr>
          <a:xfrm>
            <a:off x="5184360" y="4160520"/>
            <a:ext cx="1829880" cy="1080"/>
          </a:xfrm>
          <a:prstGeom prst="straightConnector1">
            <a:avLst/>
          </a:prstGeom>
          <a:ln w="19050">
            <a:solidFill>
              <a:srgbClr val="1700f3"/>
            </a:solidFill>
            <a:round/>
          </a:ln>
        </p:spPr>
      </p:cxnSp>
      <p:sp>
        <p:nvSpPr>
          <p:cNvPr id="278" name="oportunidad"/>
          <p:cNvSpPr/>
          <p:nvPr/>
        </p:nvSpPr>
        <p:spPr>
          <a:xfrm>
            <a:off x="1371600" y="4434840"/>
            <a:ext cx="9417240" cy="33480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2200" spc="-1" strike="noStrike">
                <a:solidFill>
                  <a:srgbClr val="7f7f7f"/>
                </a:solidFill>
                <a:latin typeface="Avenir Next LT Pro"/>
              </a:rPr>
              <a:t>Cada una es un cliente que puede volver a Ford…</a:t>
            </a:r>
            <a:endParaRPr b="0" lang="es-AR" sz="2200" spc="-1" strike="noStrike">
              <a:solidFill>
                <a:srgbClr val="000000"/>
              </a:solidFill>
              <a:latin typeface="Arial"/>
            </a:endParaRPr>
          </a:p>
        </p:txBody>
      </p:sp>
      <p:sp>
        <p:nvSpPr>
          <p:cNvPr id="279" name="o_no"/>
          <p:cNvSpPr/>
          <p:nvPr/>
        </p:nvSpPr>
        <p:spPr>
          <a:xfrm>
            <a:off x="1371600" y="4983480"/>
            <a:ext cx="9417240" cy="45684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1" lang="en-US" sz="3000" spc="-1" strike="noStrike">
                <a:solidFill>
                  <a:srgbClr val="1700f3"/>
                </a:solidFill>
                <a:latin typeface="Avenir Next LT Pro"/>
              </a:rPr>
              <a:t>…</a:t>
            </a:r>
            <a:r>
              <a:rPr b="1" lang="en-US" sz="3000" spc="-1" strike="noStrike">
                <a:solidFill>
                  <a:srgbClr val="1700f3"/>
                </a:solidFill>
                <a:latin typeface="Avenir Next LT Pro"/>
              </a:rPr>
              <a:t>o no.</a:t>
            </a:r>
            <a:endParaRPr b="0" lang="es-AR" sz="3000" spc="-1" strike="noStrike">
              <a:solidFill>
                <a:srgbClr val="000000"/>
              </a:solidFill>
              <a:latin typeface="Arial"/>
            </a:endParaRPr>
          </a:p>
        </p:txBody>
      </p:sp>
      <p:sp>
        <p:nvSpPr>
          <p:cNvPr id="280" name="orador"/>
          <p:cNvSpPr/>
          <p:nvPr/>
        </p:nvSpPr>
        <p:spPr>
          <a:xfrm>
            <a:off x="394920" y="6540120"/>
            <a:ext cx="4998960" cy="2790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pPr>
            <a:r>
              <a:rPr b="0" lang="en-US" sz="1000" spc="-1" strike="noStrike">
                <a:solidFill>
                  <a:srgbClr val="7f7f7f"/>
                </a:solidFill>
                <a:latin typeface="Avenir Next LT Pro"/>
              </a:rPr>
              <a:t>María Florencia Iuzzolino</a:t>
            </a:r>
            <a:endParaRPr b="0" lang="es-AR" sz="1000" spc="-1" strike="noStrike">
              <a:solidFill>
                <a:srgbClr val="000000"/>
              </a:solidFill>
              <a:latin typeface="Arial"/>
            </a:endParaRPr>
          </a:p>
        </p:txBody>
      </p:sp>
    </p:spTree>
  </p:cSld>
  <mc:AlternateContent>
    <mc:Choice Requires="p14">
      <p:transition spd="med" p14:dur="600">
        <p:fade/>
      </p:transition>
    </mc:Choice>
    <mc:Fallback>
      <p:transition spd="med">
        <p:fade/>
      </p:transition>
    </mc:Fallback>
  </mc:AlternateContent>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nodeType="clickEffect" fill="hold" presetClass="entr" presetID="10">
                                  <p:stCondLst>
                                    <p:cond delay="0"/>
                                  </p:stCondLst>
                                  <p:childTnLst>
                                    <p:set>
                                      <p:cBhvr>
                                        <p:cTn id="6" dur="1" fill="hold">
                                          <p:stCondLst>
                                            <p:cond delay="0"/>
                                          </p:stCondLst>
                                        </p:cTn>
                                        <p:tgtEl>
                                          <p:spTgt spid="279"/>
                                        </p:tgtEl>
                                        <p:attrNameLst>
                                          <p:attrName>style.visibility</p:attrName>
                                        </p:attrNameLst>
                                      </p:cBhvr>
                                      <p:to>
                                        <p:strVal val="visible"/>
                                      </p:to>
                                    </p:set>
                                    <p:animEffect filter="fade" transition="in">
                                      <p:cBhvr additive="repl">
                                        <p:cTn id="7" dur="500"/>
                                        <p:tgtEl>
                                          <p:spTgt spid="279"/>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1" name="PlaceHolder 1"/>
          <p:cNvSpPr>
            <a:spLocks noGrp="1"/>
          </p:cNvSpPr>
          <p:nvPr>
            <p:ph type="sldNum" idx="57"/>
          </p:nvPr>
        </p:nvSpPr>
        <p:spPr>
          <a:xfrm>
            <a:off x="11521440" y="6486120"/>
            <a:ext cx="319680" cy="36396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F42A4384-2534-4B32-A2FC-03BAD89D9A9B}"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
        <p:nvSpPr>
          <p:cNvPr id="282" name="seccion"/>
          <p:cNvSpPr/>
          <p:nvPr/>
        </p:nvSpPr>
        <p:spPr>
          <a:xfrm>
            <a:off x="393120" y="283320"/>
            <a:ext cx="6399720" cy="1371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900" spc="293" strike="noStrike">
                <a:solidFill>
                  <a:srgbClr val="1700f3"/>
                </a:solidFill>
                <a:latin typeface="Avenir Next LT Pro"/>
              </a:rPr>
              <a:t>01 · DESCRIPCIÓN DEL DESAFÍO</a:t>
            </a:r>
            <a:endParaRPr b="0" lang="es-AR" sz="900" spc="-1" strike="noStrike">
              <a:solidFill>
                <a:srgbClr val="000000"/>
              </a:solidFill>
              <a:latin typeface="Arial"/>
            </a:endParaRPr>
          </a:p>
        </p:txBody>
      </p:sp>
      <p:grpSp>
        <p:nvGrpSpPr>
          <p:cNvPr id="283" name="camioneta_1"/>
          <p:cNvGrpSpPr/>
          <p:nvPr/>
        </p:nvGrpSpPr>
        <p:grpSpPr>
          <a:xfrm>
            <a:off x="856440" y="1161720"/>
            <a:ext cx="931680" cy="357840"/>
            <a:chOff x="856440" y="1161720"/>
            <a:chExt cx="931680" cy="357840"/>
          </a:xfrm>
        </p:grpSpPr>
        <p:sp>
          <p:nvSpPr>
            <p:cNvPr id="284" name="Freeform 2"/>
            <p:cNvSpPr/>
            <p:nvPr/>
          </p:nvSpPr>
          <p:spPr>
            <a:xfrm>
              <a:off x="856440" y="1161720"/>
              <a:ext cx="931680" cy="259920"/>
            </a:xfrm>
            <a:custGeom>
              <a:avLst/>
              <a:gdLst>
                <a:gd name="textAreaLeft" fmla="*/ 0 w 931680"/>
                <a:gd name="textAreaRight" fmla="*/ 932760 w 931680"/>
                <a:gd name="textAreaTop" fmla="*/ 0 h 259920"/>
                <a:gd name="textAreaBottom" fmla="*/ 261000 h 259920"/>
              </a:gdLst>
              <a:ahLst/>
              <a:rect l="textAreaLeft" t="textAreaTop" r="textAreaRight" b="textAreaBottom"/>
              <a:pathLst>
                <a:path w="932688" h="261153">
                  <a:moveTo>
                    <a:pt x="0" y="261153"/>
                  </a:moveTo>
                  <a:lnTo>
                    <a:pt x="0" y="158557"/>
                  </a:lnTo>
                  <a:lnTo>
                    <a:pt x="27981" y="139903"/>
                  </a:lnTo>
                  <a:lnTo>
                    <a:pt x="410383" y="139903"/>
                  </a:lnTo>
                  <a:lnTo>
                    <a:pt x="429037" y="27981"/>
                  </a:lnTo>
                  <a:lnTo>
                    <a:pt x="466344" y="0"/>
                  </a:lnTo>
                  <a:lnTo>
                    <a:pt x="652882" y="0"/>
                  </a:lnTo>
                  <a:lnTo>
                    <a:pt x="690189" y="18654"/>
                  </a:lnTo>
                  <a:lnTo>
                    <a:pt x="774131" y="121250"/>
                  </a:lnTo>
                  <a:lnTo>
                    <a:pt x="904707" y="149230"/>
                  </a:lnTo>
                  <a:lnTo>
                    <a:pt x="932688" y="177211"/>
                  </a:lnTo>
                  <a:lnTo>
                    <a:pt x="932688" y="261153"/>
                  </a:lnTo>
                  <a:close/>
                </a:path>
              </a:pathLst>
            </a:custGeom>
            <a:solidFill>
              <a:srgbClr val="0009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285" name="Freeform 3"/>
            <p:cNvSpPr/>
            <p:nvPr/>
          </p:nvSpPr>
          <p:spPr>
            <a:xfrm>
              <a:off x="1332000" y="1198800"/>
              <a:ext cx="232200" cy="82800"/>
            </a:xfrm>
            <a:custGeom>
              <a:avLst/>
              <a:gdLst>
                <a:gd name="textAreaLeft" fmla="*/ 0 w 232200"/>
                <a:gd name="textAreaRight" fmla="*/ 233280 w 232200"/>
                <a:gd name="textAreaTop" fmla="*/ 0 h 82800"/>
                <a:gd name="textAreaBottom" fmla="*/ 83880 h 82800"/>
              </a:gdLst>
              <a:ahLst/>
              <a:rect l="textAreaLeft" t="textAreaTop" r="textAreaRight" b="textAreaBottom"/>
              <a:pathLst>
                <a:path w="233172" h="83942">
                  <a:moveTo>
                    <a:pt x="0" y="0"/>
                  </a:moveTo>
                  <a:lnTo>
                    <a:pt x="167884" y="0"/>
                  </a:lnTo>
                  <a:lnTo>
                    <a:pt x="233172" y="83942"/>
                  </a:lnTo>
                  <a:lnTo>
                    <a:pt x="0" y="83942"/>
                  </a:lnTo>
                  <a:close/>
                </a:path>
              </a:pathLst>
            </a:custGeom>
            <a:solidFill>
              <a:srgbClr val="ffffff"/>
            </a:solidFill>
            <a:ln>
              <a:noFill/>
            </a:ln>
          </p:spPr>
          <p:style>
            <a:lnRef idx="1">
              <a:schemeClr val="accent1"/>
            </a:lnRef>
            <a:fillRef idx="3">
              <a:schemeClr val="accent1"/>
            </a:fillRef>
            <a:effectRef idx="2">
              <a:schemeClr val="accent1"/>
            </a:effectRef>
            <a:fontRef idx="minor"/>
          </p:style>
          <p:txBody>
            <a:bodyPr lIns="90000" rIns="90000" tIns="38880" bIns="38880" anchor="ctr">
              <a:noAutofit/>
            </a:bodyPr>
            <a:p>
              <a:pPr algn="ctr" defTabSz="914400">
                <a:lnSpc>
                  <a:spcPct val="100000"/>
                </a:lnSpc>
              </a:pPr>
              <a:endParaRPr b="0" lang="en-US" sz="1800" spc="-1" strike="noStrike">
                <a:solidFill>
                  <a:schemeClr val="lt1"/>
                </a:solidFill>
                <a:latin typeface="Avenir Next LT Pro"/>
              </a:endParaRPr>
            </a:p>
          </p:txBody>
        </p:sp>
        <p:sp>
          <p:nvSpPr>
            <p:cNvPr id="286" name="Oval 6"/>
            <p:cNvSpPr/>
            <p:nvPr/>
          </p:nvSpPr>
          <p:spPr>
            <a:xfrm>
              <a:off x="963720" y="1343520"/>
              <a:ext cx="176040" cy="176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287" name="Oval 7"/>
            <p:cNvSpPr/>
            <p:nvPr/>
          </p:nvSpPr>
          <p:spPr>
            <a:xfrm>
              <a:off x="977760" y="1357560"/>
              <a:ext cx="148320" cy="148320"/>
            </a:xfrm>
            <a:prstGeom prst="ellipse">
              <a:avLst/>
            </a:prstGeom>
            <a:solidFill>
              <a:srgbClr val="0009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288" name="Oval 8"/>
            <p:cNvSpPr/>
            <p:nvPr/>
          </p:nvSpPr>
          <p:spPr>
            <a:xfrm>
              <a:off x="1022400" y="1402200"/>
              <a:ext cx="58680" cy="5868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2880" bIns="-2880" anchor="ctr">
              <a:noAutofit/>
            </a:bodyPr>
            <a:p>
              <a:pPr algn="ctr" defTabSz="914400">
                <a:lnSpc>
                  <a:spcPct val="100000"/>
                </a:lnSpc>
              </a:pPr>
              <a:endParaRPr b="0" lang="en-US" sz="1800" spc="-1" strike="noStrike">
                <a:solidFill>
                  <a:schemeClr val="lt1"/>
                </a:solidFill>
                <a:latin typeface="Avenir Next LT Pro"/>
              </a:endParaRPr>
            </a:p>
          </p:txBody>
        </p:sp>
        <p:sp>
          <p:nvSpPr>
            <p:cNvPr id="289" name="Oval 9"/>
            <p:cNvSpPr/>
            <p:nvPr/>
          </p:nvSpPr>
          <p:spPr>
            <a:xfrm>
              <a:off x="1513800" y="1343520"/>
              <a:ext cx="176040" cy="176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290" name="Oval 10"/>
            <p:cNvSpPr/>
            <p:nvPr/>
          </p:nvSpPr>
          <p:spPr>
            <a:xfrm>
              <a:off x="1527840" y="1357560"/>
              <a:ext cx="148320" cy="148320"/>
            </a:xfrm>
            <a:prstGeom prst="ellipse">
              <a:avLst/>
            </a:prstGeom>
            <a:solidFill>
              <a:srgbClr val="0009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291" name="Oval 11"/>
            <p:cNvSpPr/>
            <p:nvPr/>
          </p:nvSpPr>
          <p:spPr>
            <a:xfrm>
              <a:off x="1572480" y="1402200"/>
              <a:ext cx="58680" cy="5868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2880" bIns="-2880" anchor="ctr">
              <a:noAutofit/>
            </a:bodyPr>
            <a:p>
              <a:pPr algn="ctr" defTabSz="914400">
                <a:lnSpc>
                  <a:spcPct val="100000"/>
                </a:lnSpc>
              </a:pPr>
              <a:endParaRPr b="0" lang="en-US" sz="1800" spc="-1" strike="noStrike">
                <a:solidFill>
                  <a:schemeClr val="lt1"/>
                </a:solidFill>
                <a:latin typeface="Avenir Next LT Pro"/>
              </a:endParaRPr>
            </a:p>
          </p:txBody>
        </p:sp>
      </p:grpSp>
      <p:grpSp>
        <p:nvGrpSpPr>
          <p:cNvPr id="292" name="camioneta_2"/>
          <p:cNvGrpSpPr/>
          <p:nvPr/>
        </p:nvGrpSpPr>
        <p:grpSpPr>
          <a:xfrm>
            <a:off x="1917000" y="1161720"/>
            <a:ext cx="931680" cy="357840"/>
            <a:chOff x="1917000" y="1161720"/>
            <a:chExt cx="931680" cy="357840"/>
          </a:xfrm>
        </p:grpSpPr>
        <p:sp>
          <p:nvSpPr>
            <p:cNvPr id="293" name="Freeform 13"/>
            <p:cNvSpPr/>
            <p:nvPr/>
          </p:nvSpPr>
          <p:spPr>
            <a:xfrm>
              <a:off x="1917000" y="1161720"/>
              <a:ext cx="931680" cy="259920"/>
            </a:xfrm>
            <a:custGeom>
              <a:avLst/>
              <a:gdLst>
                <a:gd name="textAreaLeft" fmla="*/ 0 w 931680"/>
                <a:gd name="textAreaRight" fmla="*/ 932760 w 931680"/>
                <a:gd name="textAreaTop" fmla="*/ 0 h 259920"/>
                <a:gd name="textAreaBottom" fmla="*/ 261000 h 259920"/>
              </a:gdLst>
              <a:ahLst/>
              <a:rect l="textAreaLeft" t="textAreaTop" r="textAreaRight" b="textAreaBottom"/>
              <a:pathLst>
                <a:path w="932688" h="261153">
                  <a:moveTo>
                    <a:pt x="0" y="261153"/>
                  </a:moveTo>
                  <a:lnTo>
                    <a:pt x="0" y="158557"/>
                  </a:lnTo>
                  <a:lnTo>
                    <a:pt x="27981" y="139903"/>
                  </a:lnTo>
                  <a:lnTo>
                    <a:pt x="410383" y="139903"/>
                  </a:lnTo>
                  <a:lnTo>
                    <a:pt x="429037" y="27981"/>
                  </a:lnTo>
                  <a:lnTo>
                    <a:pt x="466344" y="0"/>
                  </a:lnTo>
                  <a:lnTo>
                    <a:pt x="652882" y="0"/>
                  </a:lnTo>
                  <a:lnTo>
                    <a:pt x="690189" y="18654"/>
                  </a:lnTo>
                  <a:lnTo>
                    <a:pt x="774131" y="121250"/>
                  </a:lnTo>
                  <a:lnTo>
                    <a:pt x="904707" y="149230"/>
                  </a:lnTo>
                  <a:lnTo>
                    <a:pt x="932688" y="177211"/>
                  </a:lnTo>
                  <a:lnTo>
                    <a:pt x="932688" y="261153"/>
                  </a:lnTo>
                  <a:close/>
                </a:path>
              </a:pathLst>
            </a:custGeom>
            <a:solidFill>
              <a:srgbClr val="0009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294" name="Freeform 14"/>
            <p:cNvSpPr/>
            <p:nvPr/>
          </p:nvSpPr>
          <p:spPr>
            <a:xfrm>
              <a:off x="2392560" y="1198800"/>
              <a:ext cx="232200" cy="82800"/>
            </a:xfrm>
            <a:custGeom>
              <a:avLst/>
              <a:gdLst>
                <a:gd name="textAreaLeft" fmla="*/ 0 w 232200"/>
                <a:gd name="textAreaRight" fmla="*/ 233280 w 232200"/>
                <a:gd name="textAreaTop" fmla="*/ 0 h 82800"/>
                <a:gd name="textAreaBottom" fmla="*/ 83880 h 82800"/>
              </a:gdLst>
              <a:ahLst/>
              <a:rect l="textAreaLeft" t="textAreaTop" r="textAreaRight" b="textAreaBottom"/>
              <a:pathLst>
                <a:path w="233172" h="83942">
                  <a:moveTo>
                    <a:pt x="0" y="0"/>
                  </a:moveTo>
                  <a:lnTo>
                    <a:pt x="167884" y="0"/>
                  </a:lnTo>
                  <a:lnTo>
                    <a:pt x="233172" y="83942"/>
                  </a:lnTo>
                  <a:lnTo>
                    <a:pt x="0" y="83942"/>
                  </a:lnTo>
                  <a:close/>
                </a:path>
              </a:pathLst>
            </a:custGeom>
            <a:solidFill>
              <a:srgbClr val="ffffff"/>
            </a:solidFill>
            <a:ln>
              <a:noFill/>
            </a:ln>
          </p:spPr>
          <p:style>
            <a:lnRef idx="1">
              <a:schemeClr val="accent1"/>
            </a:lnRef>
            <a:fillRef idx="3">
              <a:schemeClr val="accent1"/>
            </a:fillRef>
            <a:effectRef idx="2">
              <a:schemeClr val="accent1"/>
            </a:effectRef>
            <a:fontRef idx="minor"/>
          </p:style>
          <p:txBody>
            <a:bodyPr lIns="90000" rIns="90000" tIns="38880" bIns="38880" anchor="ctr">
              <a:noAutofit/>
            </a:bodyPr>
            <a:p>
              <a:pPr algn="ctr" defTabSz="914400">
                <a:lnSpc>
                  <a:spcPct val="100000"/>
                </a:lnSpc>
              </a:pPr>
              <a:endParaRPr b="0" lang="en-US" sz="1800" spc="-1" strike="noStrike">
                <a:solidFill>
                  <a:schemeClr val="lt1"/>
                </a:solidFill>
                <a:latin typeface="Avenir Next LT Pro"/>
              </a:endParaRPr>
            </a:p>
          </p:txBody>
        </p:sp>
        <p:sp>
          <p:nvSpPr>
            <p:cNvPr id="295" name="Oval 15"/>
            <p:cNvSpPr/>
            <p:nvPr/>
          </p:nvSpPr>
          <p:spPr>
            <a:xfrm>
              <a:off x="2024280" y="1343520"/>
              <a:ext cx="176040" cy="176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296" name="Oval 16"/>
            <p:cNvSpPr/>
            <p:nvPr/>
          </p:nvSpPr>
          <p:spPr>
            <a:xfrm>
              <a:off x="2038320" y="1357560"/>
              <a:ext cx="148320" cy="148320"/>
            </a:xfrm>
            <a:prstGeom prst="ellipse">
              <a:avLst/>
            </a:prstGeom>
            <a:solidFill>
              <a:srgbClr val="0009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297" name="Oval 17"/>
            <p:cNvSpPr/>
            <p:nvPr/>
          </p:nvSpPr>
          <p:spPr>
            <a:xfrm>
              <a:off x="2082960" y="1402200"/>
              <a:ext cx="58680" cy="5868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2880" bIns="-2880" anchor="ctr">
              <a:noAutofit/>
            </a:bodyPr>
            <a:p>
              <a:pPr algn="ctr" defTabSz="914400">
                <a:lnSpc>
                  <a:spcPct val="100000"/>
                </a:lnSpc>
              </a:pPr>
              <a:endParaRPr b="0" lang="en-US" sz="1800" spc="-1" strike="noStrike">
                <a:solidFill>
                  <a:schemeClr val="lt1"/>
                </a:solidFill>
                <a:latin typeface="Avenir Next LT Pro"/>
              </a:endParaRPr>
            </a:p>
          </p:txBody>
        </p:sp>
        <p:sp>
          <p:nvSpPr>
            <p:cNvPr id="298" name="Oval 18"/>
            <p:cNvSpPr/>
            <p:nvPr/>
          </p:nvSpPr>
          <p:spPr>
            <a:xfrm>
              <a:off x="2574720" y="1343520"/>
              <a:ext cx="176040" cy="176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299" name="Oval 19"/>
            <p:cNvSpPr/>
            <p:nvPr/>
          </p:nvSpPr>
          <p:spPr>
            <a:xfrm>
              <a:off x="2588400" y="1357560"/>
              <a:ext cx="148320" cy="148320"/>
            </a:xfrm>
            <a:prstGeom prst="ellipse">
              <a:avLst/>
            </a:prstGeom>
            <a:solidFill>
              <a:srgbClr val="0009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00" name="Oval 20"/>
            <p:cNvSpPr/>
            <p:nvPr/>
          </p:nvSpPr>
          <p:spPr>
            <a:xfrm>
              <a:off x="2633400" y="1402200"/>
              <a:ext cx="58680" cy="5868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2880" bIns="-2880" anchor="ctr">
              <a:noAutofit/>
            </a:bodyPr>
            <a:p>
              <a:pPr algn="ctr" defTabSz="914400">
                <a:lnSpc>
                  <a:spcPct val="100000"/>
                </a:lnSpc>
              </a:pPr>
              <a:endParaRPr b="0" lang="en-US" sz="1800" spc="-1" strike="noStrike">
                <a:solidFill>
                  <a:schemeClr val="lt1"/>
                </a:solidFill>
                <a:latin typeface="Avenir Next LT Pro"/>
              </a:endParaRPr>
            </a:p>
          </p:txBody>
        </p:sp>
      </p:grpSp>
      <p:grpSp>
        <p:nvGrpSpPr>
          <p:cNvPr id="301" name="camioneta_3"/>
          <p:cNvGrpSpPr/>
          <p:nvPr/>
        </p:nvGrpSpPr>
        <p:grpSpPr>
          <a:xfrm>
            <a:off x="2977920" y="1161720"/>
            <a:ext cx="931680" cy="357840"/>
            <a:chOff x="2977920" y="1161720"/>
            <a:chExt cx="931680" cy="357840"/>
          </a:xfrm>
        </p:grpSpPr>
        <p:sp>
          <p:nvSpPr>
            <p:cNvPr id="302" name="Freeform 22"/>
            <p:cNvSpPr/>
            <p:nvPr/>
          </p:nvSpPr>
          <p:spPr>
            <a:xfrm>
              <a:off x="2977920" y="1161720"/>
              <a:ext cx="931680" cy="259920"/>
            </a:xfrm>
            <a:custGeom>
              <a:avLst/>
              <a:gdLst>
                <a:gd name="textAreaLeft" fmla="*/ 0 w 931680"/>
                <a:gd name="textAreaRight" fmla="*/ 932760 w 931680"/>
                <a:gd name="textAreaTop" fmla="*/ 0 h 259920"/>
                <a:gd name="textAreaBottom" fmla="*/ 261000 h 259920"/>
              </a:gdLst>
              <a:ahLst/>
              <a:rect l="textAreaLeft" t="textAreaTop" r="textAreaRight" b="textAreaBottom"/>
              <a:pathLst>
                <a:path w="932688" h="261153">
                  <a:moveTo>
                    <a:pt x="0" y="261153"/>
                  </a:moveTo>
                  <a:lnTo>
                    <a:pt x="0" y="158557"/>
                  </a:lnTo>
                  <a:lnTo>
                    <a:pt x="27981" y="139903"/>
                  </a:lnTo>
                  <a:lnTo>
                    <a:pt x="410383" y="139903"/>
                  </a:lnTo>
                  <a:lnTo>
                    <a:pt x="429037" y="27981"/>
                  </a:lnTo>
                  <a:lnTo>
                    <a:pt x="466344" y="0"/>
                  </a:lnTo>
                  <a:lnTo>
                    <a:pt x="652882" y="0"/>
                  </a:lnTo>
                  <a:lnTo>
                    <a:pt x="690189" y="18654"/>
                  </a:lnTo>
                  <a:lnTo>
                    <a:pt x="774131" y="121250"/>
                  </a:lnTo>
                  <a:lnTo>
                    <a:pt x="904707" y="149230"/>
                  </a:lnTo>
                  <a:lnTo>
                    <a:pt x="932688" y="177211"/>
                  </a:lnTo>
                  <a:lnTo>
                    <a:pt x="932688" y="261153"/>
                  </a:lnTo>
                  <a:close/>
                </a:path>
              </a:pathLst>
            </a:custGeom>
            <a:solidFill>
              <a:srgbClr val="0009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03" name="Freeform 23"/>
            <p:cNvSpPr/>
            <p:nvPr/>
          </p:nvSpPr>
          <p:spPr>
            <a:xfrm>
              <a:off x="3453480" y="1198800"/>
              <a:ext cx="232200" cy="82800"/>
            </a:xfrm>
            <a:custGeom>
              <a:avLst/>
              <a:gdLst>
                <a:gd name="textAreaLeft" fmla="*/ 0 w 232200"/>
                <a:gd name="textAreaRight" fmla="*/ 233280 w 232200"/>
                <a:gd name="textAreaTop" fmla="*/ 0 h 82800"/>
                <a:gd name="textAreaBottom" fmla="*/ 83880 h 82800"/>
              </a:gdLst>
              <a:ahLst/>
              <a:rect l="textAreaLeft" t="textAreaTop" r="textAreaRight" b="textAreaBottom"/>
              <a:pathLst>
                <a:path w="233172" h="83942">
                  <a:moveTo>
                    <a:pt x="0" y="0"/>
                  </a:moveTo>
                  <a:lnTo>
                    <a:pt x="167884" y="0"/>
                  </a:lnTo>
                  <a:lnTo>
                    <a:pt x="233172" y="83942"/>
                  </a:lnTo>
                  <a:lnTo>
                    <a:pt x="0" y="83942"/>
                  </a:lnTo>
                  <a:close/>
                </a:path>
              </a:pathLst>
            </a:custGeom>
            <a:solidFill>
              <a:srgbClr val="ffffff"/>
            </a:solidFill>
            <a:ln>
              <a:noFill/>
            </a:ln>
          </p:spPr>
          <p:style>
            <a:lnRef idx="1">
              <a:schemeClr val="accent1"/>
            </a:lnRef>
            <a:fillRef idx="3">
              <a:schemeClr val="accent1"/>
            </a:fillRef>
            <a:effectRef idx="2">
              <a:schemeClr val="accent1"/>
            </a:effectRef>
            <a:fontRef idx="minor"/>
          </p:style>
          <p:txBody>
            <a:bodyPr lIns="90000" rIns="90000" tIns="38880" bIns="38880" anchor="ctr">
              <a:noAutofit/>
            </a:bodyPr>
            <a:p>
              <a:pPr algn="ctr" defTabSz="914400">
                <a:lnSpc>
                  <a:spcPct val="100000"/>
                </a:lnSpc>
              </a:pPr>
              <a:endParaRPr b="0" lang="en-US" sz="1800" spc="-1" strike="noStrike">
                <a:solidFill>
                  <a:schemeClr val="lt1"/>
                </a:solidFill>
                <a:latin typeface="Avenir Next LT Pro"/>
              </a:endParaRPr>
            </a:p>
          </p:txBody>
        </p:sp>
        <p:sp>
          <p:nvSpPr>
            <p:cNvPr id="304" name="Oval 24"/>
            <p:cNvSpPr/>
            <p:nvPr/>
          </p:nvSpPr>
          <p:spPr>
            <a:xfrm>
              <a:off x="3084840" y="1343520"/>
              <a:ext cx="176040" cy="176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05" name="Oval 25"/>
            <p:cNvSpPr/>
            <p:nvPr/>
          </p:nvSpPr>
          <p:spPr>
            <a:xfrm>
              <a:off x="3098880" y="1357560"/>
              <a:ext cx="148320" cy="148320"/>
            </a:xfrm>
            <a:prstGeom prst="ellipse">
              <a:avLst/>
            </a:prstGeom>
            <a:solidFill>
              <a:srgbClr val="0009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06" name="Oval 26"/>
            <p:cNvSpPr/>
            <p:nvPr/>
          </p:nvSpPr>
          <p:spPr>
            <a:xfrm>
              <a:off x="3143880" y="1402200"/>
              <a:ext cx="58680" cy="5868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2880" bIns="-2880" anchor="ctr">
              <a:noAutofit/>
            </a:bodyPr>
            <a:p>
              <a:pPr algn="ctr" defTabSz="914400">
                <a:lnSpc>
                  <a:spcPct val="100000"/>
                </a:lnSpc>
              </a:pPr>
              <a:endParaRPr b="0" lang="en-US" sz="1800" spc="-1" strike="noStrike">
                <a:solidFill>
                  <a:schemeClr val="lt1"/>
                </a:solidFill>
                <a:latin typeface="Avenir Next LT Pro"/>
              </a:endParaRPr>
            </a:p>
          </p:txBody>
        </p:sp>
        <p:sp>
          <p:nvSpPr>
            <p:cNvPr id="307" name="Oval 27"/>
            <p:cNvSpPr/>
            <p:nvPr/>
          </p:nvSpPr>
          <p:spPr>
            <a:xfrm>
              <a:off x="3635280" y="1343520"/>
              <a:ext cx="176040" cy="176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08" name="Oval 28"/>
            <p:cNvSpPr/>
            <p:nvPr/>
          </p:nvSpPr>
          <p:spPr>
            <a:xfrm>
              <a:off x="3649320" y="1357560"/>
              <a:ext cx="148320" cy="148320"/>
            </a:xfrm>
            <a:prstGeom prst="ellipse">
              <a:avLst/>
            </a:prstGeom>
            <a:solidFill>
              <a:srgbClr val="0009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09" name="Oval 29"/>
            <p:cNvSpPr/>
            <p:nvPr/>
          </p:nvSpPr>
          <p:spPr>
            <a:xfrm>
              <a:off x="3693960" y="1402200"/>
              <a:ext cx="58680" cy="5868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2880" bIns="-2880" anchor="ctr">
              <a:noAutofit/>
            </a:bodyPr>
            <a:p>
              <a:pPr algn="ctr" defTabSz="914400">
                <a:lnSpc>
                  <a:spcPct val="100000"/>
                </a:lnSpc>
              </a:pPr>
              <a:endParaRPr b="0" lang="en-US" sz="1800" spc="-1" strike="noStrike">
                <a:solidFill>
                  <a:schemeClr val="lt1"/>
                </a:solidFill>
                <a:latin typeface="Avenir Next LT Pro"/>
              </a:endParaRPr>
            </a:p>
          </p:txBody>
        </p:sp>
      </p:grpSp>
      <p:grpSp>
        <p:nvGrpSpPr>
          <p:cNvPr id="310" name="camioneta_4"/>
          <p:cNvGrpSpPr/>
          <p:nvPr/>
        </p:nvGrpSpPr>
        <p:grpSpPr>
          <a:xfrm>
            <a:off x="4038480" y="1161720"/>
            <a:ext cx="931680" cy="357840"/>
            <a:chOff x="4038480" y="1161720"/>
            <a:chExt cx="931680" cy="357840"/>
          </a:xfrm>
        </p:grpSpPr>
        <p:sp>
          <p:nvSpPr>
            <p:cNvPr id="311" name="Freeform 31"/>
            <p:cNvSpPr/>
            <p:nvPr/>
          </p:nvSpPr>
          <p:spPr>
            <a:xfrm>
              <a:off x="4038480" y="1161720"/>
              <a:ext cx="931680" cy="259920"/>
            </a:xfrm>
            <a:custGeom>
              <a:avLst/>
              <a:gdLst>
                <a:gd name="textAreaLeft" fmla="*/ 0 w 931680"/>
                <a:gd name="textAreaRight" fmla="*/ 932760 w 931680"/>
                <a:gd name="textAreaTop" fmla="*/ 0 h 259920"/>
                <a:gd name="textAreaBottom" fmla="*/ 261000 h 259920"/>
              </a:gdLst>
              <a:ahLst/>
              <a:rect l="textAreaLeft" t="textAreaTop" r="textAreaRight" b="textAreaBottom"/>
              <a:pathLst>
                <a:path w="932688" h="261153">
                  <a:moveTo>
                    <a:pt x="0" y="261153"/>
                  </a:moveTo>
                  <a:lnTo>
                    <a:pt x="0" y="158557"/>
                  </a:lnTo>
                  <a:lnTo>
                    <a:pt x="27981" y="139903"/>
                  </a:lnTo>
                  <a:lnTo>
                    <a:pt x="410383" y="139903"/>
                  </a:lnTo>
                  <a:lnTo>
                    <a:pt x="429037" y="27981"/>
                  </a:lnTo>
                  <a:lnTo>
                    <a:pt x="466344" y="0"/>
                  </a:lnTo>
                  <a:lnTo>
                    <a:pt x="652882" y="0"/>
                  </a:lnTo>
                  <a:lnTo>
                    <a:pt x="690189" y="18654"/>
                  </a:lnTo>
                  <a:lnTo>
                    <a:pt x="774131" y="121250"/>
                  </a:lnTo>
                  <a:lnTo>
                    <a:pt x="904707" y="149230"/>
                  </a:lnTo>
                  <a:lnTo>
                    <a:pt x="932688" y="177211"/>
                  </a:lnTo>
                  <a:lnTo>
                    <a:pt x="932688" y="261153"/>
                  </a:lnTo>
                  <a:close/>
                </a:path>
              </a:pathLst>
            </a:custGeom>
            <a:solidFill>
              <a:srgbClr val="0009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12" name="Freeform 32"/>
            <p:cNvSpPr/>
            <p:nvPr/>
          </p:nvSpPr>
          <p:spPr>
            <a:xfrm>
              <a:off x="4514040" y="1198800"/>
              <a:ext cx="232200" cy="82800"/>
            </a:xfrm>
            <a:custGeom>
              <a:avLst/>
              <a:gdLst>
                <a:gd name="textAreaLeft" fmla="*/ 0 w 232200"/>
                <a:gd name="textAreaRight" fmla="*/ 233280 w 232200"/>
                <a:gd name="textAreaTop" fmla="*/ 0 h 82800"/>
                <a:gd name="textAreaBottom" fmla="*/ 83880 h 82800"/>
              </a:gdLst>
              <a:ahLst/>
              <a:rect l="textAreaLeft" t="textAreaTop" r="textAreaRight" b="textAreaBottom"/>
              <a:pathLst>
                <a:path w="233172" h="83942">
                  <a:moveTo>
                    <a:pt x="0" y="0"/>
                  </a:moveTo>
                  <a:lnTo>
                    <a:pt x="167884" y="0"/>
                  </a:lnTo>
                  <a:lnTo>
                    <a:pt x="233172" y="83942"/>
                  </a:lnTo>
                  <a:lnTo>
                    <a:pt x="0" y="83942"/>
                  </a:lnTo>
                  <a:close/>
                </a:path>
              </a:pathLst>
            </a:custGeom>
            <a:solidFill>
              <a:srgbClr val="ffffff"/>
            </a:solidFill>
            <a:ln>
              <a:noFill/>
            </a:ln>
          </p:spPr>
          <p:style>
            <a:lnRef idx="1">
              <a:schemeClr val="accent1"/>
            </a:lnRef>
            <a:fillRef idx="3">
              <a:schemeClr val="accent1"/>
            </a:fillRef>
            <a:effectRef idx="2">
              <a:schemeClr val="accent1"/>
            </a:effectRef>
            <a:fontRef idx="minor"/>
          </p:style>
          <p:txBody>
            <a:bodyPr lIns="90000" rIns="90000" tIns="38880" bIns="38880" anchor="ctr">
              <a:noAutofit/>
            </a:bodyPr>
            <a:p>
              <a:pPr algn="ctr" defTabSz="914400">
                <a:lnSpc>
                  <a:spcPct val="100000"/>
                </a:lnSpc>
              </a:pPr>
              <a:endParaRPr b="0" lang="en-US" sz="1800" spc="-1" strike="noStrike">
                <a:solidFill>
                  <a:schemeClr val="lt1"/>
                </a:solidFill>
                <a:latin typeface="Avenir Next LT Pro"/>
              </a:endParaRPr>
            </a:p>
          </p:txBody>
        </p:sp>
        <p:sp>
          <p:nvSpPr>
            <p:cNvPr id="313" name="Oval 33"/>
            <p:cNvSpPr/>
            <p:nvPr/>
          </p:nvSpPr>
          <p:spPr>
            <a:xfrm>
              <a:off x="4145760" y="1343520"/>
              <a:ext cx="176040" cy="176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14" name="Oval 34"/>
            <p:cNvSpPr/>
            <p:nvPr/>
          </p:nvSpPr>
          <p:spPr>
            <a:xfrm>
              <a:off x="4159800" y="1357560"/>
              <a:ext cx="148320" cy="148320"/>
            </a:xfrm>
            <a:prstGeom prst="ellipse">
              <a:avLst/>
            </a:prstGeom>
            <a:solidFill>
              <a:srgbClr val="0009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15" name="Oval 35"/>
            <p:cNvSpPr/>
            <p:nvPr/>
          </p:nvSpPr>
          <p:spPr>
            <a:xfrm>
              <a:off x="4204440" y="1402200"/>
              <a:ext cx="58680" cy="5868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2880" bIns="-2880" anchor="ctr">
              <a:noAutofit/>
            </a:bodyPr>
            <a:p>
              <a:pPr algn="ctr" defTabSz="914400">
                <a:lnSpc>
                  <a:spcPct val="100000"/>
                </a:lnSpc>
              </a:pPr>
              <a:endParaRPr b="0" lang="en-US" sz="1800" spc="-1" strike="noStrike">
                <a:solidFill>
                  <a:schemeClr val="lt1"/>
                </a:solidFill>
                <a:latin typeface="Avenir Next LT Pro"/>
              </a:endParaRPr>
            </a:p>
          </p:txBody>
        </p:sp>
        <p:sp>
          <p:nvSpPr>
            <p:cNvPr id="316" name="Oval 36"/>
            <p:cNvSpPr/>
            <p:nvPr/>
          </p:nvSpPr>
          <p:spPr>
            <a:xfrm>
              <a:off x="4695840" y="1343520"/>
              <a:ext cx="176040" cy="176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17" name="Oval 37"/>
            <p:cNvSpPr/>
            <p:nvPr/>
          </p:nvSpPr>
          <p:spPr>
            <a:xfrm>
              <a:off x="4709880" y="1357560"/>
              <a:ext cx="148320" cy="148320"/>
            </a:xfrm>
            <a:prstGeom prst="ellipse">
              <a:avLst/>
            </a:prstGeom>
            <a:solidFill>
              <a:srgbClr val="0009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18" name="Oval 38"/>
            <p:cNvSpPr/>
            <p:nvPr/>
          </p:nvSpPr>
          <p:spPr>
            <a:xfrm>
              <a:off x="4754880" y="1402200"/>
              <a:ext cx="58680" cy="5868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2880" bIns="-2880" anchor="ctr">
              <a:noAutofit/>
            </a:bodyPr>
            <a:p>
              <a:pPr algn="ctr" defTabSz="914400">
                <a:lnSpc>
                  <a:spcPct val="100000"/>
                </a:lnSpc>
              </a:pPr>
              <a:endParaRPr b="0" lang="en-US" sz="1800" spc="-1" strike="noStrike">
                <a:solidFill>
                  <a:schemeClr val="lt1"/>
                </a:solidFill>
                <a:latin typeface="Avenir Next LT Pro"/>
              </a:endParaRPr>
            </a:p>
          </p:txBody>
        </p:sp>
      </p:grpSp>
      <p:grpSp>
        <p:nvGrpSpPr>
          <p:cNvPr id="319" name="camioneta_5"/>
          <p:cNvGrpSpPr/>
          <p:nvPr/>
        </p:nvGrpSpPr>
        <p:grpSpPr>
          <a:xfrm>
            <a:off x="5099040" y="1161720"/>
            <a:ext cx="931680" cy="357840"/>
            <a:chOff x="5099040" y="1161720"/>
            <a:chExt cx="931680" cy="357840"/>
          </a:xfrm>
        </p:grpSpPr>
        <p:sp>
          <p:nvSpPr>
            <p:cNvPr id="320" name="Freeform 40"/>
            <p:cNvSpPr/>
            <p:nvPr/>
          </p:nvSpPr>
          <p:spPr>
            <a:xfrm>
              <a:off x="5099040" y="1161720"/>
              <a:ext cx="931680" cy="259920"/>
            </a:xfrm>
            <a:custGeom>
              <a:avLst/>
              <a:gdLst>
                <a:gd name="textAreaLeft" fmla="*/ 0 w 931680"/>
                <a:gd name="textAreaRight" fmla="*/ 932760 w 931680"/>
                <a:gd name="textAreaTop" fmla="*/ 0 h 259920"/>
                <a:gd name="textAreaBottom" fmla="*/ 261000 h 259920"/>
              </a:gdLst>
              <a:ahLst/>
              <a:rect l="textAreaLeft" t="textAreaTop" r="textAreaRight" b="textAreaBottom"/>
              <a:pathLst>
                <a:path w="932688" h="261153">
                  <a:moveTo>
                    <a:pt x="0" y="261153"/>
                  </a:moveTo>
                  <a:lnTo>
                    <a:pt x="0" y="158557"/>
                  </a:lnTo>
                  <a:lnTo>
                    <a:pt x="27981" y="139903"/>
                  </a:lnTo>
                  <a:lnTo>
                    <a:pt x="410383" y="139903"/>
                  </a:lnTo>
                  <a:lnTo>
                    <a:pt x="429037" y="27981"/>
                  </a:lnTo>
                  <a:lnTo>
                    <a:pt x="466344" y="0"/>
                  </a:lnTo>
                  <a:lnTo>
                    <a:pt x="652882" y="0"/>
                  </a:lnTo>
                  <a:lnTo>
                    <a:pt x="690189" y="18654"/>
                  </a:lnTo>
                  <a:lnTo>
                    <a:pt x="774131" y="121250"/>
                  </a:lnTo>
                  <a:lnTo>
                    <a:pt x="904707" y="149230"/>
                  </a:lnTo>
                  <a:lnTo>
                    <a:pt x="932688" y="177211"/>
                  </a:lnTo>
                  <a:lnTo>
                    <a:pt x="932688" y="261153"/>
                  </a:lnTo>
                  <a:close/>
                </a:path>
              </a:pathLst>
            </a:custGeom>
            <a:solidFill>
              <a:srgbClr val="0009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21" name="Freeform 41"/>
            <p:cNvSpPr/>
            <p:nvPr/>
          </p:nvSpPr>
          <p:spPr>
            <a:xfrm>
              <a:off x="5574960" y="1198800"/>
              <a:ext cx="232200" cy="82800"/>
            </a:xfrm>
            <a:custGeom>
              <a:avLst/>
              <a:gdLst>
                <a:gd name="textAreaLeft" fmla="*/ 0 w 232200"/>
                <a:gd name="textAreaRight" fmla="*/ 233280 w 232200"/>
                <a:gd name="textAreaTop" fmla="*/ 0 h 82800"/>
                <a:gd name="textAreaBottom" fmla="*/ 83880 h 82800"/>
              </a:gdLst>
              <a:ahLst/>
              <a:rect l="textAreaLeft" t="textAreaTop" r="textAreaRight" b="textAreaBottom"/>
              <a:pathLst>
                <a:path w="233172" h="83942">
                  <a:moveTo>
                    <a:pt x="0" y="0"/>
                  </a:moveTo>
                  <a:lnTo>
                    <a:pt x="167884" y="0"/>
                  </a:lnTo>
                  <a:lnTo>
                    <a:pt x="233172" y="83942"/>
                  </a:lnTo>
                  <a:lnTo>
                    <a:pt x="0" y="83942"/>
                  </a:lnTo>
                  <a:close/>
                </a:path>
              </a:pathLst>
            </a:custGeom>
            <a:solidFill>
              <a:srgbClr val="ffffff"/>
            </a:solidFill>
            <a:ln>
              <a:noFill/>
            </a:ln>
          </p:spPr>
          <p:style>
            <a:lnRef idx="1">
              <a:schemeClr val="accent1"/>
            </a:lnRef>
            <a:fillRef idx="3">
              <a:schemeClr val="accent1"/>
            </a:fillRef>
            <a:effectRef idx="2">
              <a:schemeClr val="accent1"/>
            </a:effectRef>
            <a:fontRef idx="minor"/>
          </p:style>
          <p:txBody>
            <a:bodyPr lIns="90000" rIns="90000" tIns="38880" bIns="38880" anchor="ctr">
              <a:noAutofit/>
            </a:bodyPr>
            <a:p>
              <a:pPr algn="ctr" defTabSz="914400">
                <a:lnSpc>
                  <a:spcPct val="100000"/>
                </a:lnSpc>
              </a:pPr>
              <a:endParaRPr b="0" lang="en-US" sz="1800" spc="-1" strike="noStrike">
                <a:solidFill>
                  <a:schemeClr val="lt1"/>
                </a:solidFill>
                <a:latin typeface="Avenir Next LT Pro"/>
              </a:endParaRPr>
            </a:p>
          </p:txBody>
        </p:sp>
        <p:sp>
          <p:nvSpPr>
            <p:cNvPr id="322" name="Oval 42"/>
            <p:cNvSpPr/>
            <p:nvPr/>
          </p:nvSpPr>
          <p:spPr>
            <a:xfrm>
              <a:off x="5206320" y="1343520"/>
              <a:ext cx="176040" cy="176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23" name="Oval 43"/>
            <p:cNvSpPr/>
            <p:nvPr/>
          </p:nvSpPr>
          <p:spPr>
            <a:xfrm>
              <a:off x="5220360" y="1357560"/>
              <a:ext cx="148320" cy="148320"/>
            </a:xfrm>
            <a:prstGeom prst="ellipse">
              <a:avLst/>
            </a:prstGeom>
            <a:solidFill>
              <a:srgbClr val="0009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24" name="Oval 44"/>
            <p:cNvSpPr/>
            <p:nvPr/>
          </p:nvSpPr>
          <p:spPr>
            <a:xfrm>
              <a:off x="5265000" y="1402200"/>
              <a:ext cx="58680" cy="5868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2880" bIns="-2880" anchor="ctr">
              <a:noAutofit/>
            </a:bodyPr>
            <a:p>
              <a:pPr algn="ctr" defTabSz="914400">
                <a:lnSpc>
                  <a:spcPct val="100000"/>
                </a:lnSpc>
              </a:pPr>
              <a:endParaRPr b="0" lang="en-US" sz="1800" spc="-1" strike="noStrike">
                <a:solidFill>
                  <a:schemeClr val="lt1"/>
                </a:solidFill>
                <a:latin typeface="Avenir Next LT Pro"/>
              </a:endParaRPr>
            </a:p>
          </p:txBody>
        </p:sp>
        <p:sp>
          <p:nvSpPr>
            <p:cNvPr id="325" name="Oval 45"/>
            <p:cNvSpPr/>
            <p:nvPr/>
          </p:nvSpPr>
          <p:spPr>
            <a:xfrm>
              <a:off x="5756760" y="1343520"/>
              <a:ext cx="176040" cy="176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26" name="Oval 46"/>
            <p:cNvSpPr/>
            <p:nvPr/>
          </p:nvSpPr>
          <p:spPr>
            <a:xfrm>
              <a:off x="5770800" y="1357560"/>
              <a:ext cx="148320" cy="148320"/>
            </a:xfrm>
            <a:prstGeom prst="ellipse">
              <a:avLst/>
            </a:prstGeom>
            <a:solidFill>
              <a:srgbClr val="0009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27" name="Oval 47"/>
            <p:cNvSpPr/>
            <p:nvPr/>
          </p:nvSpPr>
          <p:spPr>
            <a:xfrm>
              <a:off x="5815440" y="1402200"/>
              <a:ext cx="58680" cy="5868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2880" bIns="-2880" anchor="ctr">
              <a:noAutofit/>
            </a:bodyPr>
            <a:p>
              <a:pPr algn="ctr" defTabSz="914400">
                <a:lnSpc>
                  <a:spcPct val="100000"/>
                </a:lnSpc>
              </a:pPr>
              <a:endParaRPr b="0" lang="en-US" sz="1800" spc="-1" strike="noStrike">
                <a:solidFill>
                  <a:schemeClr val="lt1"/>
                </a:solidFill>
                <a:latin typeface="Avenir Next LT Pro"/>
              </a:endParaRPr>
            </a:p>
          </p:txBody>
        </p:sp>
      </p:grpSp>
      <p:grpSp>
        <p:nvGrpSpPr>
          <p:cNvPr id="328" name="camioneta_6"/>
          <p:cNvGrpSpPr/>
          <p:nvPr/>
        </p:nvGrpSpPr>
        <p:grpSpPr>
          <a:xfrm>
            <a:off x="6159960" y="1161720"/>
            <a:ext cx="931680" cy="357840"/>
            <a:chOff x="6159960" y="1161720"/>
            <a:chExt cx="931680" cy="357840"/>
          </a:xfrm>
        </p:grpSpPr>
        <p:sp>
          <p:nvSpPr>
            <p:cNvPr id="329" name="Freeform 49"/>
            <p:cNvSpPr/>
            <p:nvPr/>
          </p:nvSpPr>
          <p:spPr>
            <a:xfrm>
              <a:off x="6159960" y="1161720"/>
              <a:ext cx="931680" cy="259920"/>
            </a:xfrm>
            <a:custGeom>
              <a:avLst/>
              <a:gdLst>
                <a:gd name="textAreaLeft" fmla="*/ 0 w 931680"/>
                <a:gd name="textAreaRight" fmla="*/ 932760 w 931680"/>
                <a:gd name="textAreaTop" fmla="*/ 0 h 259920"/>
                <a:gd name="textAreaBottom" fmla="*/ 261000 h 259920"/>
              </a:gdLst>
              <a:ahLst/>
              <a:rect l="textAreaLeft" t="textAreaTop" r="textAreaRight" b="textAreaBottom"/>
              <a:pathLst>
                <a:path w="932688" h="261153">
                  <a:moveTo>
                    <a:pt x="0" y="261153"/>
                  </a:moveTo>
                  <a:lnTo>
                    <a:pt x="0" y="158557"/>
                  </a:lnTo>
                  <a:lnTo>
                    <a:pt x="27981" y="139903"/>
                  </a:lnTo>
                  <a:lnTo>
                    <a:pt x="410383" y="139903"/>
                  </a:lnTo>
                  <a:lnTo>
                    <a:pt x="429037" y="27981"/>
                  </a:lnTo>
                  <a:lnTo>
                    <a:pt x="466344" y="0"/>
                  </a:lnTo>
                  <a:lnTo>
                    <a:pt x="652882" y="0"/>
                  </a:lnTo>
                  <a:lnTo>
                    <a:pt x="690189" y="18654"/>
                  </a:lnTo>
                  <a:lnTo>
                    <a:pt x="774131" y="121250"/>
                  </a:lnTo>
                  <a:lnTo>
                    <a:pt x="904707" y="149230"/>
                  </a:lnTo>
                  <a:lnTo>
                    <a:pt x="932688" y="177211"/>
                  </a:lnTo>
                  <a:lnTo>
                    <a:pt x="932688" y="261153"/>
                  </a:lnTo>
                  <a:close/>
                </a:path>
              </a:pathLst>
            </a:custGeom>
            <a:solidFill>
              <a:srgbClr val="0009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30" name="Freeform 50"/>
            <p:cNvSpPr/>
            <p:nvPr/>
          </p:nvSpPr>
          <p:spPr>
            <a:xfrm>
              <a:off x="6635520" y="1198800"/>
              <a:ext cx="232200" cy="82800"/>
            </a:xfrm>
            <a:custGeom>
              <a:avLst/>
              <a:gdLst>
                <a:gd name="textAreaLeft" fmla="*/ 0 w 232200"/>
                <a:gd name="textAreaRight" fmla="*/ 233280 w 232200"/>
                <a:gd name="textAreaTop" fmla="*/ 0 h 82800"/>
                <a:gd name="textAreaBottom" fmla="*/ 83880 h 82800"/>
              </a:gdLst>
              <a:ahLst/>
              <a:rect l="textAreaLeft" t="textAreaTop" r="textAreaRight" b="textAreaBottom"/>
              <a:pathLst>
                <a:path w="233172" h="83942">
                  <a:moveTo>
                    <a:pt x="0" y="0"/>
                  </a:moveTo>
                  <a:lnTo>
                    <a:pt x="167884" y="0"/>
                  </a:lnTo>
                  <a:lnTo>
                    <a:pt x="233172" y="83942"/>
                  </a:lnTo>
                  <a:lnTo>
                    <a:pt x="0" y="83942"/>
                  </a:lnTo>
                  <a:close/>
                </a:path>
              </a:pathLst>
            </a:custGeom>
            <a:solidFill>
              <a:srgbClr val="ffffff"/>
            </a:solidFill>
            <a:ln>
              <a:noFill/>
            </a:ln>
          </p:spPr>
          <p:style>
            <a:lnRef idx="1">
              <a:schemeClr val="accent1"/>
            </a:lnRef>
            <a:fillRef idx="3">
              <a:schemeClr val="accent1"/>
            </a:fillRef>
            <a:effectRef idx="2">
              <a:schemeClr val="accent1"/>
            </a:effectRef>
            <a:fontRef idx="minor"/>
          </p:style>
          <p:txBody>
            <a:bodyPr lIns="90000" rIns="90000" tIns="38880" bIns="38880" anchor="ctr">
              <a:noAutofit/>
            </a:bodyPr>
            <a:p>
              <a:pPr algn="ctr" defTabSz="914400">
                <a:lnSpc>
                  <a:spcPct val="100000"/>
                </a:lnSpc>
              </a:pPr>
              <a:endParaRPr b="0" lang="en-US" sz="1800" spc="-1" strike="noStrike">
                <a:solidFill>
                  <a:schemeClr val="lt1"/>
                </a:solidFill>
                <a:latin typeface="Avenir Next LT Pro"/>
              </a:endParaRPr>
            </a:p>
          </p:txBody>
        </p:sp>
        <p:sp>
          <p:nvSpPr>
            <p:cNvPr id="331" name="Oval 51"/>
            <p:cNvSpPr/>
            <p:nvPr/>
          </p:nvSpPr>
          <p:spPr>
            <a:xfrm>
              <a:off x="6267240" y="1343520"/>
              <a:ext cx="176040" cy="176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32" name="Oval 52"/>
            <p:cNvSpPr/>
            <p:nvPr/>
          </p:nvSpPr>
          <p:spPr>
            <a:xfrm>
              <a:off x="6281280" y="1357560"/>
              <a:ext cx="148320" cy="148320"/>
            </a:xfrm>
            <a:prstGeom prst="ellipse">
              <a:avLst/>
            </a:prstGeom>
            <a:solidFill>
              <a:srgbClr val="0009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33" name="Oval 53"/>
            <p:cNvSpPr/>
            <p:nvPr/>
          </p:nvSpPr>
          <p:spPr>
            <a:xfrm>
              <a:off x="6325920" y="1402200"/>
              <a:ext cx="58680" cy="5868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2880" bIns="-2880" anchor="ctr">
              <a:noAutofit/>
            </a:bodyPr>
            <a:p>
              <a:pPr algn="ctr" defTabSz="914400">
                <a:lnSpc>
                  <a:spcPct val="100000"/>
                </a:lnSpc>
              </a:pPr>
              <a:endParaRPr b="0" lang="en-US" sz="1800" spc="-1" strike="noStrike">
                <a:solidFill>
                  <a:schemeClr val="lt1"/>
                </a:solidFill>
                <a:latin typeface="Avenir Next LT Pro"/>
              </a:endParaRPr>
            </a:p>
          </p:txBody>
        </p:sp>
        <p:sp>
          <p:nvSpPr>
            <p:cNvPr id="334" name="Oval 54"/>
            <p:cNvSpPr/>
            <p:nvPr/>
          </p:nvSpPr>
          <p:spPr>
            <a:xfrm>
              <a:off x="6817320" y="1343520"/>
              <a:ext cx="176040" cy="176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35" name="Oval 55"/>
            <p:cNvSpPr/>
            <p:nvPr/>
          </p:nvSpPr>
          <p:spPr>
            <a:xfrm>
              <a:off x="6831360" y="1357560"/>
              <a:ext cx="148320" cy="148320"/>
            </a:xfrm>
            <a:prstGeom prst="ellipse">
              <a:avLst/>
            </a:prstGeom>
            <a:solidFill>
              <a:srgbClr val="0009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36" name="Oval 56"/>
            <p:cNvSpPr/>
            <p:nvPr/>
          </p:nvSpPr>
          <p:spPr>
            <a:xfrm>
              <a:off x="6876000" y="1402200"/>
              <a:ext cx="58680" cy="5868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2880" bIns="-2880" anchor="ctr">
              <a:noAutofit/>
            </a:bodyPr>
            <a:p>
              <a:pPr algn="ctr" defTabSz="914400">
                <a:lnSpc>
                  <a:spcPct val="100000"/>
                </a:lnSpc>
              </a:pPr>
              <a:endParaRPr b="0" lang="en-US" sz="1800" spc="-1" strike="noStrike">
                <a:solidFill>
                  <a:schemeClr val="lt1"/>
                </a:solidFill>
                <a:latin typeface="Avenir Next LT Pro"/>
              </a:endParaRPr>
            </a:p>
          </p:txBody>
        </p:sp>
      </p:grpSp>
      <p:grpSp>
        <p:nvGrpSpPr>
          <p:cNvPr id="337" name="camioneta_7"/>
          <p:cNvGrpSpPr/>
          <p:nvPr/>
        </p:nvGrpSpPr>
        <p:grpSpPr>
          <a:xfrm>
            <a:off x="7220520" y="1161720"/>
            <a:ext cx="931680" cy="357840"/>
            <a:chOff x="7220520" y="1161720"/>
            <a:chExt cx="931680" cy="357840"/>
          </a:xfrm>
        </p:grpSpPr>
        <p:sp>
          <p:nvSpPr>
            <p:cNvPr id="338" name="Freeform 58"/>
            <p:cNvSpPr/>
            <p:nvPr/>
          </p:nvSpPr>
          <p:spPr>
            <a:xfrm>
              <a:off x="7220520" y="1161720"/>
              <a:ext cx="931680" cy="259920"/>
            </a:xfrm>
            <a:custGeom>
              <a:avLst/>
              <a:gdLst>
                <a:gd name="textAreaLeft" fmla="*/ 0 w 931680"/>
                <a:gd name="textAreaRight" fmla="*/ 932760 w 931680"/>
                <a:gd name="textAreaTop" fmla="*/ 0 h 259920"/>
                <a:gd name="textAreaBottom" fmla="*/ 261000 h 259920"/>
              </a:gdLst>
              <a:ahLst/>
              <a:rect l="textAreaLeft" t="textAreaTop" r="textAreaRight" b="textAreaBottom"/>
              <a:pathLst>
                <a:path w="932688" h="261153">
                  <a:moveTo>
                    <a:pt x="0" y="261153"/>
                  </a:moveTo>
                  <a:lnTo>
                    <a:pt x="0" y="158557"/>
                  </a:lnTo>
                  <a:lnTo>
                    <a:pt x="27981" y="139903"/>
                  </a:lnTo>
                  <a:lnTo>
                    <a:pt x="410383" y="139903"/>
                  </a:lnTo>
                  <a:lnTo>
                    <a:pt x="429037" y="27981"/>
                  </a:lnTo>
                  <a:lnTo>
                    <a:pt x="466344" y="0"/>
                  </a:lnTo>
                  <a:lnTo>
                    <a:pt x="652882" y="0"/>
                  </a:lnTo>
                  <a:lnTo>
                    <a:pt x="690189" y="18654"/>
                  </a:lnTo>
                  <a:lnTo>
                    <a:pt x="774131" y="121250"/>
                  </a:lnTo>
                  <a:lnTo>
                    <a:pt x="904707" y="149230"/>
                  </a:lnTo>
                  <a:lnTo>
                    <a:pt x="932688" y="177211"/>
                  </a:lnTo>
                  <a:lnTo>
                    <a:pt x="932688" y="261153"/>
                  </a:lnTo>
                  <a:close/>
                </a:path>
              </a:pathLst>
            </a:custGeom>
            <a:solidFill>
              <a:srgbClr val="0009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39" name="Freeform 59"/>
            <p:cNvSpPr/>
            <p:nvPr/>
          </p:nvSpPr>
          <p:spPr>
            <a:xfrm>
              <a:off x="7696080" y="1198800"/>
              <a:ext cx="232200" cy="82800"/>
            </a:xfrm>
            <a:custGeom>
              <a:avLst/>
              <a:gdLst>
                <a:gd name="textAreaLeft" fmla="*/ 0 w 232200"/>
                <a:gd name="textAreaRight" fmla="*/ 233280 w 232200"/>
                <a:gd name="textAreaTop" fmla="*/ 0 h 82800"/>
                <a:gd name="textAreaBottom" fmla="*/ 83880 h 82800"/>
              </a:gdLst>
              <a:ahLst/>
              <a:rect l="textAreaLeft" t="textAreaTop" r="textAreaRight" b="textAreaBottom"/>
              <a:pathLst>
                <a:path w="233172" h="83942">
                  <a:moveTo>
                    <a:pt x="0" y="0"/>
                  </a:moveTo>
                  <a:lnTo>
                    <a:pt x="167884" y="0"/>
                  </a:lnTo>
                  <a:lnTo>
                    <a:pt x="233172" y="83942"/>
                  </a:lnTo>
                  <a:lnTo>
                    <a:pt x="0" y="83942"/>
                  </a:lnTo>
                  <a:close/>
                </a:path>
              </a:pathLst>
            </a:custGeom>
            <a:solidFill>
              <a:srgbClr val="ffffff"/>
            </a:solidFill>
            <a:ln>
              <a:noFill/>
            </a:ln>
          </p:spPr>
          <p:style>
            <a:lnRef idx="1">
              <a:schemeClr val="accent1"/>
            </a:lnRef>
            <a:fillRef idx="3">
              <a:schemeClr val="accent1"/>
            </a:fillRef>
            <a:effectRef idx="2">
              <a:schemeClr val="accent1"/>
            </a:effectRef>
            <a:fontRef idx="minor"/>
          </p:style>
          <p:txBody>
            <a:bodyPr lIns="90000" rIns="90000" tIns="38880" bIns="38880" anchor="ctr">
              <a:noAutofit/>
            </a:bodyPr>
            <a:p>
              <a:pPr algn="ctr" defTabSz="914400">
                <a:lnSpc>
                  <a:spcPct val="100000"/>
                </a:lnSpc>
              </a:pPr>
              <a:endParaRPr b="0" lang="en-US" sz="1800" spc="-1" strike="noStrike">
                <a:solidFill>
                  <a:schemeClr val="lt1"/>
                </a:solidFill>
                <a:latin typeface="Avenir Next LT Pro"/>
              </a:endParaRPr>
            </a:p>
          </p:txBody>
        </p:sp>
        <p:sp>
          <p:nvSpPr>
            <p:cNvPr id="340" name="Oval 60"/>
            <p:cNvSpPr/>
            <p:nvPr/>
          </p:nvSpPr>
          <p:spPr>
            <a:xfrm>
              <a:off x="7327800" y="1343520"/>
              <a:ext cx="176040" cy="176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41" name="Oval 61"/>
            <p:cNvSpPr/>
            <p:nvPr/>
          </p:nvSpPr>
          <p:spPr>
            <a:xfrm>
              <a:off x="7341840" y="1357560"/>
              <a:ext cx="148320" cy="148320"/>
            </a:xfrm>
            <a:prstGeom prst="ellipse">
              <a:avLst/>
            </a:prstGeom>
            <a:solidFill>
              <a:srgbClr val="0009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42" name="Oval 62"/>
            <p:cNvSpPr/>
            <p:nvPr/>
          </p:nvSpPr>
          <p:spPr>
            <a:xfrm>
              <a:off x="7386480" y="1402200"/>
              <a:ext cx="58680" cy="5868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2880" bIns="-2880" anchor="ctr">
              <a:noAutofit/>
            </a:bodyPr>
            <a:p>
              <a:pPr algn="ctr" defTabSz="914400">
                <a:lnSpc>
                  <a:spcPct val="100000"/>
                </a:lnSpc>
              </a:pPr>
              <a:endParaRPr b="0" lang="en-US" sz="1800" spc="-1" strike="noStrike">
                <a:solidFill>
                  <a:schemeClr val="lt1"/>
                </a:solidFill>
                <a:latin typeface="Avenir Next LT Pro"/>
              </a:endParaRPr>
            </a:p>
          </p:txBody>
        </p:sp>
        <p:sp>
          <p:nvSpPr>
            <p:cNvPr id="343" name="Oval 63"/>
            <p:cNvSpPr/>
            <p:nvPr/>
          </p:nvSpPr>
          <p:spPr>
            <a:xfrm>
              <a:off x="7878240" y="1343520"/>
              <a:ext cx="176040" cy="176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44" name="Oval 64"/>
            <p:cNvSpPr/>
            <p:nvPr/>
          </p:nvSpPr>
          <p:spPr>
            <a:xfrm>
              <a:off x="7891920" y="1357560"/>
              <a:ext cx="148320" cy="148320"/>
            </a:xfrm>
            <a:prstGeom prst="ellipse">
              <a:avLst/>
            </a:prstGeom>
            <a:solidFill>
              <a:srgbClr val="0009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45" name="Oval 65"/>
            <p:cNvSpPr/>
            <p:nvPr/>
          </p:nvSpPr>
          <p:spPr>
            <a:xfrm>
              <a:off x="7936920" y="1402200"/>
              <a:ext cx="58680" cy="5868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2880" bIns="-2880" anchor="ctr">
              <a:noAutofit/>
            </a:bodyPr>
            <a:p>
              <a:pPr algn="ctr" defTabSz="914400">
                <a:lnSpc>
                  <a:spcPct val="100000"/>
                </a:lnSpc>
              </a:pPr>
              <a:endParaRPr b="0" lang="en-US" sz="1800" spc="-1" strike="noStrike">
                <a:solidFill>
                  <a:schemeClr val="lt1"/>
                </a:solidFill>
                <a:latin typeface="Avenir Next LT Pro"/>
              </a:endParaRPr>
            </a:p>
          </p:txBody>
        </p:sp>
      </p:grpSp>
      <p:grpSp>
        <p:nvGrpSpPr>
          <p:cNvPr id="346" name="camioneta_8"/>
          <p:cNvGrpSpPr/>
          <p:nvPr/>
        </p:nvGrpSpPr>
        <p:grpSpPr>
          <a:xfrm>
            <a:off x="8281440" y="1161720"/>
            <a:ext cx="931680" cy="357840"/>
            <a:chOff x="8281440" y="1161720"/>
            <a:chExt cx="931680" cy="357840"/>
          </a:xfrm>
        </p:grpSpPr>
        <p:sp>
          <p:nvSpPr>
            <p:cNvPr id="347" name="Freeform 67"/>
            <p:cNvSpPr/>
            <p:nvPr/>
          </p:nvSpPr>
          <p:spPr>
            <a:xfrm>
              <a:off x="8281440" y="1161720"/>
              <a:ext cx="931680" cy="259920"/>
            </a:xfrm>
            <a:custGeom>
              <a:avLst/>
              <a:gdLst>
                <a:gd name="textAreaLeft" fmla="*/ 0 w 931680"/>
                <a:gd name="textAreaRight" fmla="*/ 932760 w 931680"/>
                <a:gd name="textAreaTop" fmla="*/ 0 h 259920"/>
                <a:gd name="textAreaBottom" fmla="*/ 261000 h 259920"/>
              </a:gdLst>
              <a:ahLst/>
              <a:rect l="textAreaLeft" t="textAreaTop" r="textAreaRight" b="textAreaBottom"/>
              <a:pathLst>
                <a:path w="932688" h="261153">
                  <a:moveTo>
                    <a:pt x="0" y="261153"/>
                  </a:moveTo>
                  <a:lnTo>
                    <a:pt x="0" y="158557"/>
                  </a:lnTo>
                  <a:lnTo>
                    <a:pt x="27981" y="139903"/>
                  </a:lnTo>
                  <a:lnTo>
                    <a:pt x="410383" y="139903"/>
                  </a:lnTo>
                  <a:lnTo>
                    <a:pt x="429037" y="27981"/>
                  </a:lnTo>
                  <a:lnTo>
                    <a:pt x="466344" y="0"/>
                  </a:lnTo>
                  <a:lnTo>
                    <a:pt x="652882" y="0"/>
                  </a:lnTo>
                  <a:lnTo>
                    <a:pt x="690189" y="18654"/>
                  </a:lnTo>
                  <a:lnTo>
                    <a:pt x="774131" y="121250"/>
                  </a:lnTo>
                  <a:lnTo>
                    <a:pt x="904707" y="149230"/>
                  </a:lnTo>
                  <a:lnTo>
                    <a:pt x="932688" y="177211"/>
                  </a:lnTo>
                  <a:lnTo>
                    <a:pt x="932688" y="261153"/>
                  </a:lnTo>
                  <a:close/>
                </a:path>
              </a:pathLst>
            </a:custGeom>
            <a:solidFill>
              <a:srgbClr val="0009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48" name="Freeform 68"/>
            <p:cNvSpPr/>
            <p:nvPr/>
          </p:nvSpPr>
          <p:spPr>
            <a:xfrm>
              <a:off x="8757000" y="1198800"/>
              <a:ext cx="232200" cy="82800"/>
            </a:xfrm>
            <a:custGeom>
              <a:avLst/>
              <a:gdLst>
                <a:gd name="textAreaLeft" fmla="*/ 0 w 232200"/>
                <a:gd name="textAreaRight" fmla="*/ 233280 w 232200"/>
                <a:gd name="textAreaTop" fmla="*/ 0 h 82800"/>
                <a:gd name="textAreaBottom" fmla="*/ 83880 h 82800"/>
              </a:gdLst>
              <a:ahLst/>
              <a:rect l="textAreaLeft" t="textAreaTop" r="textAreaRight" b="textAreaBottom"/>
              <a:pathLst>
                <a:path w="233172" h="83942">
                  <a:moveTo>
                    <a:pt x="0" y="0"/>
                  </a:moveTo>
                  <a:lnTo>
                    <a:pt x="167884" y="0"/>
                  </a:lnTo>
                  <a:lnTo>
                    <a:pt x="233172" y="83942"/>
                  </a:lnTo>
                  <a:lnTo>
                    <a:pt x="0" y="83942"/>
                  </a:lnTo>
                  <a:close/>
                </a:path>
              </a:pathLst>
            </a:custGeom>
            <a:solidFill>
              <a:srgbClr val="ffffff"/>
            </a:solidFill>
            <a:ln>
              <a:noFill/>
            </a:ln>
          </p:spPr>
          <p:style>
            <a:lnRef idx="1">
              <a:schemeClr val="accent1"/>
            </a:lnRef>
            <a:fillRef idx="3">
              <a:schemeClr val="accent1"/>
            </a:fillRef>
            <a:effectRef idx="2">
              <a:schemeClr val="accent1"/>
            </a:effectRef>
            <a:fontRef idx="minor"/>
          </p:style>
          <p:txBody>
            <a:bodyPr lIns="90000" rIns="90000" tIns="38880" bIns="38880" anchor="ctr">
              <a:noAutofit/>
            </a:bodyPr>
            <a:p>
              <a:pPr algn="ctr" defTabSz="914400">
                <a:lnSpc>
                  <a:spcPct val="100000"/>
                </a:lnSpc>
              </a:pPr>
              <a:endParaRPr b="0" lang="en-US" sz="1800" spc="-1" strike="noStrike">
                <a:solidFill>
                  <a:schemeClr val="lt1"/>
                </a:solidFill>
                <a:latin typeface="Avenir Next LT Pro"/>
              </a:endParaRPr>
            </a:p>
          </p:txBody>
        </p:sp>
        <p:sp>
          <p:nvSpPr>
            <p:cNvPr id="349" name="Oval 69"/>
            <p:cNvSpPr/>
            <p:nvPr/>
          </p:nvSpPr>
          <p:spPr>
            <a:xfrm>
              <a:off x="8388360" y="1343520"/>
              <a:ext cx="176040" cy="176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50" name="Oval 70"/>
            <p:cNvSpPr/>
            <p:nvPr/>
          </p:nvSpPr>
          <p:spPr>
            <a:xfrm>
              <a:off x="8402400" y="1357560"/>
              <a:ext cx="148320" cy="148320"/>
            </a:xfrm>
            <a:prstGeom prst="ellipse">
              <a:avLst/>
            </a:prstGeom>
            <a:solidFill>
              <a:srgbClr val="0009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51" name="Oval 71"/>
            <p:cNvSpPr/>
            <p:nvPr/>
          </p:nvSpPr>
          <p:spPr>
            <a:xfrm>
              <a:off x="8447400" y="1402200"/>
              <a:ext cx="58680" cy="5868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2880" bIns="-2880" anchor="ctr">
              <a:noAutofit/>
            </a:bodyPr>
            <a:p>
              <a:pPr algn="ctr" defTabSz="914400">
                <a:lnSpc>
                  <a:spcPct val="100000"/>
                </a:lnSpc>
              </a:pPr>
              <a:endParaRPr b="0" lang="en-US" sz="1800" spc="-1" strike="noStrike">
                <a:solidFill>
                  <a:schemeClr val="lt1"/>
                </a:solidFill>
                <a:latin typeface="Avenir Next LT Pro"/>
              </a:endParaRPr>
            </a:p>
          </p:txBody>
        </p:sp>
        <p:sp>
          <p:nvSpPr>
            <p:cNvPr id="352" name="Oval 72"/>
            <p:cNvSpPr/>
            <p:nvPr/>
          </p:nvSpPr>
          <p:spPr>
            <a:xfrm>
              <a:off x="8938800" y="1343520"/>
              <a:ext cx="176040" cy="176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53" name="Oval 73"/>
            <p:cNvSpPr/>
            <p:nvPr/>
          </p:nvSpPr>
          <p:spPr>
            <a:xfrm>
              <a:off x="8952840" y="1357560"/>
              <a:ext cx="148320" cy="148320"/>
            </a:xfrm>
            <a:prstGeom prst="ellipse">
              <a:avLst/>
            </a:prstGeom>
            <a:solidFill>
              <a:srgbClr val="0009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54" name="Oval 74"/>
            <p:cNvSpPr/>
            <p:nvPr/>
          </p:nvSpPr>
          <p:spPr>
            <a:xfrm>
              <a:off x="8997480" y="1402200"/>
              <a:ext cx="58680" cy="5868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2880" bIns="-2880" anchor="ctr">
              <a:noAutofit/>
            </a:bodyPr>
            <a:p>
              <a:pPr algn="ctr" defTabSz="914400">
                <a:lnSpc>
                  <a:spcPct val="100000"/>
                </a:lnSpc>
              </a:pPr>
              <a:endParaRPr b="0" lang="en-US" sz="1800" spc="-1" strike="noStrike">
                <a:solidFill>
                  <a:schemeClr val="lt1"/>
                </a:solidFill>
                <a:latin typeface="Avenir Next LT Pro"/>
              </a:endParaRPr>
            </a:p>
          </p:txBody>
        </p:sp>
      </p:grpSp>
      <p:grpSp>
        <p:nvGrpSpPr>
          <p:cNvPr id="355" name="camioneta_9"/>
          <p:cNvGrpSpPr/>
          <p:nvPr/>
        </p:nvGrpSpPr>
        <p:grpSpPr>
          <a:xfrm>
            <a:off x="9342000" y="1161720"/>
            <a:ext cx="931680" cy="357840"/>
            <a:chOff x="9342000" y="1161720"/>
            <a:chExt cx="931680" cy="357840"/>
          </a:xfrm>
        </p:grpSpPr>
        <p:sp>
          <p:nvSpPr>
            <p:cNvPr id="356" name="Freeform 76"/>
            <p:cNvSpPr/>
            <p:nvPr/>
          </p:nvSpPr>
          <p:spPr>
            <a:xfrm>
              <a:off x="9342000" y="1161720"/>
              <a:ext cx="931680" cy="259920"/>
            </a:xfrm>
            <a:custGeom>
              <a:avLst/>
              <a:gdLst>
                <a:gd name="textAreaLeft" fmla="*/ 0 w 931680"/>
                <a:gd name="textAreaRight" fmla="*/ 932760 w 931680"/>
                <a:gd name="textAreaTop" fmla="*/ 0 h 259920"/>
                <a:gd name="textAreaBottom" fmla="*/ 261000 h 259920"/>
              </a:gdLst>
              <a:ahLst/>
              <a:rect l="textAreaLeft" t="textAreaTop" r="textAreaRight" b="textAreaBottom"/>
              <a:pathLst>
                <a:path w="932688" h="261153">
                  <a:moveTo>
                    <a:pt x="0" y="261153"/>
                  </a:moveTo>
                  <a:lnTo>
                    <a:pt x="0" y="158557"/>
                  </a:lnTo>
                  <a:lnTo>
                    <a:pt x="27981" y="139903"/>
                  </a:lnTo>
                  <a:lnTo>
                    <a:pt x="410383" y="139903"/>
                  </a:lnTo>
                  <a:lnTo>
                    <a:pt x="429037" y="27981"/>
                  </a:lnTo>
                  <a:lnTo>
                    <a:pt x="466344" y="0"/>
                  </a:lnTo>
                  <a:lnTo>
                    <a:pt x="652882" y="0"/>
                  </a:lnTo>
                  <a:lnTo>
                    <a:pt x="690189" y="18654"/>
                  </a:lnTo>
                  <a:lnTo>
                    <a:pt x="774131" y="121250"/>
                  </a:lnTo>
                  <a:lnTo>
                    <a:pt x="904707" y="149230"/>
                  </a:lnTo>
                  <a:lnTo>
                    <a:pt x="932688" y="177211"/>
                  </a:lnTo>
                  <a:lnTo>
                    <a:pt x="932688" y="261153"/>
                  </a:lnTo>
                  <a:close/>
                </a:path>
              </a:pathLst>
            </a:custGeom>
            <a:solidFill>
              <a:srgbClr val="0009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57" name="Freeform 77"/>
            <p:cNvSpPr/>
            <p:nvPr/>
          </p:nvSpPr>
          <p:spPr>
            <a:xfrm>
              <a:off x="9817560" y="1198800"/>
              <a:ext cx="232200" cy="82800"/>
            </a:xfrm>
            <a:custGeom>
              <a:avLst/>
              <a:gdLst>
                <a:gd name="textAreaLeft" fmla="*/ 0 w 232200"/>
                <a:gd name="textAreaRight" fmla="*/ 233280 w 232200"/>
                <a:gd name="textAreaTop" fmla="*/ 0 h 82800"/>
                <a:gd name="textAreaBottom" fmla="*/ 83880 h 82800"/>
              </a:gdLst>
              <a:ahLst/>
              <a:rect l="textAreaLeft" t="textAreaTop" r="textAreaRight" b="textAreaBottom"/>
              <a:pathLst>
                <a:path w="233172" h="83942">
                  <a:moveTo>
                    <a:pt x="0" y="0"/>
                  </a:moveTo>
                  <a:lnTo>
                    <a:pt x="167884" y="0"/>
                  </a:lnTo>
                  <a:lnTo>
                    <a:pt x="233172" y="83942"/>
                  </a:lnTo>
                  <a:lnTo>
                    <a:pt x="0" y="83942"/>
                  </a:lnTo>
                  <a:close/>
                </a:path>
              </a:pathLst>
            </a:custGeom>
            <a:solidFill>
              <a:srgbClr val="ffffff"/>
            </a:solidFill>
            <a:ln>
              <a:noFill/>
            </a:ln>
          </p:spPr>
          <p:style>
            <a:lnRef idx="1">
              <a:schemeClr val="accent1"/>
            </a:lnRef>
            <a:fillRef idx="3">
              <a:schemeClr val="accent1"/>
            </a:fillRef>
            <a:effectRef idx="2">
              <a:schemeClr val="accent1"/>
            </a:effectRef>
            <a:fontRef idx="minor"/>
          </p:style>
          <p:txBody>
            <a:bodyPr lIns="90000" rIns="90000" tIns="38880" bIns="38880" anchor="ctr">
              <a:noAutofit/>
            </a:bodyPr>
            <a:p>
              <a:pPr algn="ctr" defTabSz="914400">
                <a:lnSpc>
                  <a:spcPct val="100000"/>
                </a:lnSpc>
              </a:pPr>
              <a:endParaRPr b="0" lang="en-US" sz="1800" spc="-1" strike="noStrike">
                <a:solidFill>
                  <a:schemeClr val="lt1"/>
                </a:solidFill>
                <a:latin typeface="Avenir Next LT Pro"/>
              </a:endParaRPr>
            </a:p>
          </p:txBody>
        </p:sp>
        <p:sp>
          <p:nvSpPr>
            <p:cNvPr id="358" name="Oval 78"/>
            <p:cNvSpPr/>
            <p:nvPr/>
          </p:nvSpPr>
          <p:spPr>
            <a:xfrm>
              <a:off x="9449280" y="1343520"/>
              <a:ext cx="176040" cy="176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59" name="Oval 79"/>
            <p:cNvSpPr/>
            <p:nvPr/>
          </p:nvSpPr>
          <p:spPr>
            <a:xfrm>
              <a:off x="9463320" y="1357560"/>
              <a:ext cx="148320" cy="148320"/>
            </a:xfrm>
            <a:prstGeom prst="ellipse">
              <a:avLst/>
            </a:prstGeom>
            <a:solidFill>
              <a:srgbClr val="0009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60" name="Oval 80"/>
            <p:cNvSpPr/>
            <p:nvPr/>
          </p:nvSpPr>
          <p:spPr>
            <a:xfrm>
              <a:off x="9507960" y="1402200"/>
              <a:ext cx="58680" cy="5868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2880" bIns="-2880" anchor="ctr">
              <a:noAutofit/>
            </a:bodyPr>
            <a:p>
              <a:pPr algn="ctr" defTabSz="914400">
                <a:lnSpc>
                  <a:spcPct val="100000"/>
                </a:lnSpc>
              </a:pPr>
              <a:endParaRPr b="0" lang="en-US" sz="1800" spc="-1" strike="noStrike">
                <a:solidFill>
                  <a:schemeClr val="lt1"/>
                </a:solidFill>
                <a:latin typeface="Avenir Next LT Pro"/>
              </a:endParaRPr>
            </a:p>
          </p:txBody>
        </p:sp>
        <p:sp>
          <p:nvSpPr>
            <p:cNvPr id="361" name="Oval 81"/>
            <p:cNvSpPr/>
            <p:nvPr/>
          </p:nvSpPr>
          <p:spPr>
            <a:xfrm>
              <a:off x="9999360" y="1343520"/>
              <a:ext cx="176040" cy="176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62" name="Oval 82"/>
            <p:cNvSpPr/>
            <p:nvPr/>
          </p:nvSpPr>
          <p:spPr>
            <a:xfrm>
              <a:off x="10013400" y="1357560"/>
              <a:ext cx="148320" cy="148320"/>
            </a:xfrm>
            <a:prstGeom prst="ellipse">
              <a:avLst/>
            </a:prstGeom>
            <a:solidFill>
              <a:srgbClr val="0009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63" name="Oval 83"/>
            <p:cNvSpPr/>
            <p:nvPr/>
          </p:nvSpPr>
          <p:spPr>
            <a:xfrm>
              <a:off x="10058400" y="1402200"/>
              <a:ext cx="58680" cy="5868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2880" bIns="-2880" anchor="ctr">
              <a:noAutofit/>
            </a:bodyPr>
            <a:p>
              <a:pPr algn="ctr" defTabSz="914400">
                <a:lnSpc>
                  <a:spcPct val="100000"/>
                </a:lnSpc>
              </a:pPr>
              <a:endParaRPr b="0" lang="en-US" sz="1800" spc="-1" strike="noStrike">
                <a:solidFill>
                  <a:schemeClr val="lt1"/>
                </a:solidFill>
                <a:latin typeface="Avenir Next LT Pro"/>
              </a:endParaRPr>
            </a:p>
          </p:txBody>
        </p:sp>
      </p:grpSp>
      <p:grpSp>
        <p:nvGrpSpPr>
          <p:cNvPr id="364" name="camioneta_10"/>
          <p:cNvGrpSpPr/>
          <p:nvPr/>
        </p:nvGrpSpPr>
        <p:grpSpPr>
          <a:xfrm>
            <a:off x="10402560" y="1161720"/>
            <a:ext cx="931680" cy="357840"/>
            <a:chOff x="10402560" y="1161720"/>
            <a:chExt cx="931680" cy="357840"/>
          </a:xfrm>
        </p:grpSpPr>
        <p:sp>
          <p:nvSpPr>
            <p:cNvPr id="365" name="Freeform 85"/>
            <p:cNvSpPr/>
            <p:nvPr/>
          </p:nvSpPr>
          <p:spPr>
            <a:xfrm>
              <a:off x="10402560" y="1161720"/>
              <a:ext cx="931680" cy="259920"/>
            </a:xfrm>
            <a:custGeom>
              <a:avLst/>
              <a:gdLst>
                <a:gd name="textAreaLeft" fmla="*/ 0 w 931680"/>
                <a:gd name="textAreaRight" fmla="*/ 932760 w 931680"/>
                <a:gd name="textAreaTop" fmla="*/ 0 h 259920"/>
                <a:gd name="textAreaBottom" fmla="*/ 261000 h 259920"/>
              </a:gdLst>
              <a:ahLst/>
              <a:rect l="textAreaLeft" t="textAreaTop" r="textAreaRight" b="textAreaBottom"/>
              <a:pathLst>
                <a:path w="932688" h="261153">
                  <a:moveTo>
                    <a:pt x="0" y="261153"/>
                  </a:moveTo>
                  <a:lnTo>
                    <a:pt x="0" y="158557"/>
                  </a:lnTo>
                  <a:lnTo>
                    <a:pt x="27981" y="139903"/>
                  </a:lnTo>
                  <a:lnTo>
                    <a:pt x="410383" y="139903"/>
                  </a:lnTo>
                  <a:lnTo>
                    <a:pt x="429037" y="27981"/>
                  </a:lnTo>
                  <a:lnTo>
                    <a:pt x="466344" y="0"/>
                  </a:lnTo>
                  <a:lnTo>
                    <a:pt x="652882" y="0"/>
                  </a:lnTo>
                  <a:lnTo>
                    <a:pt x="690189" y="18654"/>
                  </a:lnTo>
                  <a:lnTo>
                    <a:pt x="774131" y="121250"/>
                  </a:lnTo>
                  <a:lnTo>
                    <a:pt x="904707" y="149230"/>
                  </a:lnTo>
                  <a:lnTo>
                    <a:pt x="932688" y="177211"/>
                  </a:lnTo>
                  <a:lnTo>
                    <a:pt x="932688" y="261153"/>
                  </a:lnTo>
                  <a:close/>
                </a:path>
              </a:pathLst>
            </a:custGeom>
            <a:solidFill>
              <a:srgbClr val="0009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66" name="Freeform 86"/>
            <p:cNvSpPr/>
            <p:nvPr/>
          </p:nvSpPr>
          <p:spPr>
            <a:xfrm>
              <a:off x="10878480" y="1198800"/>
              <a:ext cx="232200" cy="82800"/>
            </a:xfrm>
            <a:custGeom>
              <a:avLst/>
              <a:gdLst>
                <a:gd name="textAreaLeft" fmla="*/ 0 w 232200"/>
                <a:gd name="textAreaRight" fmla="*/ 233280 w 232200"/>
                <a:gd name="textAreaTop" fmla="*/ 0 h 82800"/>
                <a:gd name="textAreaBottom" fmla="*/ 83880 h 82800"/>
              </a:gdLst>
              <a:ahLst/>
              <a:rect l="textAreaLeft" t="textAreaTop" r="textAreaRight" b="textAreaBottom"/>
              <a:pathLst>
                <a:path w="233172" h="83942">
                  <a:moveTo>
                    <a:pt x="0" y="0"/>
                  </a:moveTo>
                  <a:lnTo>
                    <a:pt x="167884" y="0"/>
                  </a:lnTo>
                  <a:lnTo>
                    <a:pt x="233172" y="83942"/>
                  </a:lnTo>
                  <a:lnTo>
                    <a:pt x="0" y="83942"/>
                  </a:lnTo>
                  <a:close/>
                </a:path>
              </a:pathLst>
            </a:custGeom>
            <a:solidFill>
              <a:srgbClr val="ffffff"/>
            </a:solidFill>
            <a:ln>
              <a:noFill/>
            </a:ln>
          </p:spPr>
          <p:style>
            <a:lnRef idx="1">
              <a:schemeClr val="accent1"/>
            </a:lnRef>
            <a:fillRef idx="3">
              <a:schemeClr val="accent1"/>
            </a:fillRef>
            <a:effectRef idx="2">
              <a:schemeClr val="accent1"/>
            </a:effectRef>
            <a:fontRef idx="minor"/>
          </p:style>
          <p:txBody>
            <a:bodyPr lIns="90000" rIns="90000" tIns="38880" bIns="38880" anchor="ctr">
              <a:noAutofit/>
            </a:bodyPr>
            <a:p>
              <a:pPr algn="ctr" defTabSz="914400">
                <a:lnSpc>
                  <a:spcPct val="100000"/>
                </a:lnSpc>
              </a:pPr>
              <a:endParaRPr b="0" lang="en-US" sz="1800" spc="-1" strike="noStrike">
                <a:solidFill>
                  <a:schemeClr val="lt1"/>
                </a:solidFill>
                <a:latin typeface="Avenir Next LT Pro"/>
              </a:endParaRPr>
            </a:p>
          </p:txBody>
        </p:sp>
        <p:sp>
          <p:nvSpPr>
            <p:cNvPr id="367" name="Oval 87"/>
            <p:cNvSpPr/>
            <p:nvPr/>
          </p:nvSpPr>
          <p:spPr>
            <a:xfrm>
              <a:off x="10509840" y="1343520"/>
              <a:ext cx="176040" cy="176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68" name="Oval 88"/>
            <p:cNvSpPr/>
            <p:nvPr/>
          </p:nvSpPr>
          <p:spPr>
            <a:xfrm>
              <a:off x="10523880" y="1357560"/>
              <a:ext cx="148320" cy="148320"/>
            </a:xfrm>
            <a:prstGeom prst="ellipse">
              <a:avLst/>
            </a:prstGeom>
            <a:solidFill>
              <a:srgbClr val="0009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69" name="Oval 89"/>
            <p:cNvSpPr/>
            <p:nvPr/>
          </p:nvSpPr>
          <p:spPr>
            <a:xfrm>
              <a:off x="10568520" y="1402200"/>
              <a:ext cx="58680" cy="5868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2880" bIns="-2880" anchor="ctr">
              <a:noAutofit/>
            </a:bodyPr>
            <a:p>
              <a:pPr algn="ctr" defTabSz="914400">
                <a:lnSpc>
                  <a:spcPct val="100000"/>
                </a:lnSpc>
              </a:pPr>
              <a:endParaRPr b="0" lang="en-US" sz="1800" spc="-1" strike="noStrike">
                <a:solidFill>
                  <a:schemeClr val="lt1"/>
                </a:solidFill>
                <a:latin typeface="Avenir Next LT Pro"/>
              </a:endParaRPr>
            </a:p>
          </p:txBody>
        </p:sp>
        <p:sp>
          <p:nvSpPr>
            <p:cNvPr id="370" name="Oval 90"/>
            <p:cNvSpPr/>
            <p:nvPr/>
          </p:nvSpPr>
          <p:spPr>
            <a:xfrm>
              <a:off x="11060280" y="1343520"/>
              <a:ext cx="176040" cy="176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71" name="Oval 91"/>
            <p:cNvSpPr/>
            <p:nvPr/>
          </p:nvSpPr>
          <p:spPr>
            <a:xfrm>
              <a:off x="11074320" y="1357560"/>
              <a:ext cx="148320" cy="148320"/>
            </a:xfrm>
            <a:prstGeom prst="ellipse">
              <a:avLst/>
            </a:prstGeom>
            <a:solidFill>
              <a:srgbClr val="0009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72" name="Oval 92"/>
            <p:cNvSpPr/>
            <p:nvPr/>
          </p:nvSpPr>
          <p:spPr>
            <a:xfrm>
              <a:off x="11118960" y="1402200"/>
              <a:ext cx="58680" cy="5868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2880" bIns="-2880" anchor="ctr">
              <a:noAutofit/>
            </a:bodyPr>
            <a:p>
              <a:pPr algn="ctr" defTabSz="914400">
                <a:lnSpc>
                  <a:spcPct val="100000"/>
                </a:lnSpc>
              </a:pPr>
              <a:endParaRPr b="0" lang="en-US" sz="1800" spc="-1" strike="noStrike">
                <a:solidFill>
                  <a:schemeClr val="lt1"/>
                </a:solidFill>
                <a:latin typeface="Avenir Next LT Pro"/>
              </a:endParaRPr>
            </a:p>
          </p:txBody>
        </p:sp>
      </p:grpSp>
      <p:grpSp>
        <p:nvGrpSpPr>
          <p:cNvPr id="373" name="camioneta_perdida_2"/>
          <p:cNvGrpSpPr/>
          <p:nvPr/>
        </p:nvGrpSpPr>
        <p:grpSpPr>
          <a:xfrm>
            <a:off x="1917000" y="1161720"/>
            <a:ext cx="931680" cy="357840"/>
            <a:chOff x="1917000" y="1161720"/>
            <a:chExt cx="931680" cy="357840"/>
          </a:xfrm>
        </p:grpSpPr>
        <p:sp>
          <p:nvSpPr>
            <p:cNvPr id="374" name="Freeform 94"/>
            <p:cNvSpPr/>
            <p:nvPr/>
          </p:nvSpPr>
          <p:spPr>
            <a:xfrm>
              <a:off x="1917000" y="1161720"/>
              <a:ext cx="931680" cy="259920"/>
            </a:xfrm>
            <a:custGeom>
              <a:avLst/>
              <a:gdLst>
                <a:gd name="textAreaLeft" fmla="*/ 0 w 931680"/>
                <a:gd name="textAreaRight" fmla="*/ 932760 w 931680"/>
                <a:gd name="textAreaTop" fmla="*/ 0 h 259920"/>
                <a:gd name="textAreaBottom" fmla="*/ 261000 h 259920"/>
              </a:gdLst>
              <a:ahLst/>
              <a:rect l="textAreaLeft" t="textAreaTop" r="textAreaRight" b="textAreaBottom"/>
              <a:pathLst>
                <a:path w="932688" h="261153">
                  <a:moveTo>
                    <a:pt x="0" y="261153"/>
                  </a:moveTo>
                  <a:lnTo>
                    <a:pt x="0" y="158557"/>
                  </a:lnTo>
                  <a:lnTo>
                    <a:pt x="27981" y="139903"/>
                  </a:lnTo>
                  <a:lnTo>
                    <a:pt x="410383" y="139903"/>
                  </a:lnTo>
                  <a:lnTo>
                    <a:pt x="429037" y="27981"/>
                  </a:lnTo>
                  <a:lnTo>
                    <a:pt x="466344" y="0"/>
                  </a:lnTo>
                  <a:lnTo>
                    <a:pt x="652882" y="0"/>
                  </a:lnTo>
                  <a:lnTo>
                    <a:pt x="690189" y="18654"/>
                  </a:lnTo>
                  <a:lnTo>
                    <a:pt x="774131" y="121250"/>
                  </a:lnTo>
                  <a:lnTo>
                    <a:pt x="904707" y="149230"/>
                  </a:lnTo>
                  <a:lnTo>
                    <a:pt x="932688" y="177211"/>
                  </a:lnTo>
                  <a:lnTo>
                    <a:pt x="932688" y="261153"/>
                  </a:lnTo>
                  <a:close/>
                </a:path>
              </a:pathLst>
            </a:custGeom>
            <a:solidFill>
              <a:srgbClr val="b9bcbd"/>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75" name="Freeform 95"/>
            <p:cNvSpPr/>
            <p:nvPr/>
          </p:nvSpPr>
          <p:spPr>
            <a:xfrm>
              <a:off x="2392560" y="1198800"/>
              <a:ext cx="232200" cy="82800"/>
            </a:xfrm>
            <a:custGeom>
              <a:avLst/>
              <a:gdLst>
                <a:gd name="textAreaLeft" fmla="*/ 0 w 232200"/>
                <a:gd name="textAreaRight" fmla="*/ 233280 w 232200"/>
                <a:gd name="textAreaTop" fmla="*/ 0 h 82800"/>
                <a:gd name="textAreaBottom" fmla="*/ 83880 h 82800"/>
              </a:gdLst>
              <a:ahLst/>
              <a:rect l="textAreaLeft" t="textAreaTop" r="textAreaRight" b="textAreaBottom"/>
              <a:pathLst>
                <a:path w="233172" h="83942">
                  <a:moveTo>
                    <a:pt x="0" y="0"/>
                  </a:moveTo>
                  <a:lnTo>
                    <a:pt x="167884" y="0"/>
                  </a:lnTo>
                  <a:lnTo>
                    <a:pt x="233172" y="83942"/>
                  </a:lnTo>
                  <a:lnTo>
                    <a:pt x="0" y="83942"/>
                  </a:lnTo>
                  <a:close/>
                </a:path>
              </a:pathLst>
            </a:custGeom>
            <a:solidFill>
              <a:srgbClr val="ffffff"/>
            </a:solidFill>
            <a:ln>
              <a:noFill/>
            </a:ln>
          </p:spPr>
          <p:style>
            <a:lnRef idx="1">
              <a:schemeClr val="accent1"/>
            </a:lnRef>
            <a:fillRef idx="3">
              <a:schemeClr val="accent1"/>
            </a:fillRef>
            <a:effectRef idx="2">
              <a:schemeClr val="accent1"/>
            </a:effectRef>
            <a:fontRef idx="minor"/>
          </p:style>
          <p:txBody>
            <a:bodyPr lIns="90000" rIns="90000" tIns="38880" bIns="38880" anchor="ctr">
              <a:noAutofit/>
            </a:bodyPr>
            <a:p>
              <a:pPr algn="ctr" defTabSz="914400">
                <a:lnSpc>
                  <a:spcPct val="100000"/>
                </a:lnSpc>
              </a:pPr>
              <a:endParaRPr b="0" lang="en-US" sz="1800" spc="-1" strike="noStrike">
                <a:solidFill>
                  <a:schemeClr val="lt1"/>
                </a:solidFill>
                <a:latin typeface="Avenir Next LT Pro"/>
              </a:endParaRPr>
            </a:p>
          </p:txBody>
        </p:sp>
        <p:sp>
          <p:nvSpPr>
            <p:cNvPr id="376" name="Oval 96"/>
            <p:cNvSpPr/>
            <p:nvPr/>
          </p:nvSpPr>
          <p:spPr>
            <a:xfrm>
              <a:off x="2024280" y="1343520"/>
              <a:ext cx="176040" cy="176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77" name="Oval 97"/>
            <p:cNvSpPr/>
            <p:nvPr/>
          </p:nvSpPr>
          <p:spPr>
            <a:xfrm>
              <a:off x="2038320" y="1357560"/>
              <a:ext cx="148320" cy="148320"/>
            </a:xfrm>
            <a:prstGeom prst="ellipse">
              <a:avLst/>
            </a:prstGeom>
            <a:solidFill>
              <a:srgbClr val="b9bcbd"/>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78" name="Oval 98"/>
            <p:cNvSpPr/>
            <p:nvPr/>
          </p:nvSpPr>
          <p:spPr>
            <a:xfrm>
              <a:off x="2082960" y="1402200"/>
              <a:ext cx="58680" cy="5868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2880" bIns="-2880" anchor="ctr">
              <a:noAutofit/>
            </a:bodyPr>
            <a:p>
              <a:pPr algn="ctr" defTabSz="914400">
                <a:lnSpc>
                  <a:spcPct val="100000"/>
                </a:lnSpc>
              </a:pPr>
              <a:endParaRPr b="0" lang="en-US" sz="1800" spc="-1" strike="noStrike">
                <a:solidFill>
                  <a:schemeClr val="lt1"/>
                </a:solidFill>
                <a:latin typeface="Avenir Next LT Pro"/>
              </a:endParaRPr>
            </a:p>
          </p:txBody>
        </p:sp>
        <p:sp>
          <p:nvSpPr>
            <p:cNvPr id="379" name="Oval 99"/>
            <p:cNvSpPr/>
            <p:nvPr/>
          </p:nvSpPr>
          <p:spPr>
            <a:xfrm>
              <a:off x="2574720" y="1343520"/>
              <a:ext cx="176040" cy="176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80" name="Oval 100"/>
            <p:cNvSpPr/>
            <p:nvPr/>
          </p:nvSpPr>
          <p:spPr>
            <a:xfrm>
              <a:off x="2588400" y="1357560"/>
              <a:ext cx="148320" cy="148320"/>
            </a:xfrm>
            <a:prstGeom prst="ellipse">
              <a:avLst/>
            </a:prstGeom>
            <a:solidFill>
              <a:srgbClr val="b9bcbd"/>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81" name="Oval 101"/>
            <p:cNvSpPr/>
            <p:nvPr/>
          </p:nvSpPr>
          <p:spPr>
            <a:xfrm>
              <a:off x="2633400" y="1402200"/>
              <a:ext cx="58680" cy="5868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2880" bIns="-2880" anchor="ctr">
              <a:noAutofit/>
            </a:bodyPr>
            <a:p>
              <a:pPr algn="ctr" defTabSz="914400">
                <a:lnSpc>
                  <a:spcPct val="100000"/>
                </a:lnSpc>
              </a:pPr>
              <a:endParaRPr b="0" lang="en-US" sz="1800" spc="-1" strike="noStrike">
                <a:solidFill>
                  <a:schemeClr val="lt1"/>
                </a:solidFill>
                <a:latin typeface="Avenir Next LT Pro"/>
              </a:endParaRPr>
            </a:p>
          </p:txBody>
        </p:sp>
      </p:grpSp>
      <p:grpSp>
        <p:nvGrpSpPr>
          <p:cNvPr id="382" name="camioneta_perdida_5"/>
          <p:cNvGrpSpPr/>
          <p:nvPr/>
        </p:nvGrpSpPr>
        <p:grpSpPr>
          <a:xfrm>
            <a:off x="5099040" y="1161720"/>
            <a:ext cx="931680" cy="357840"/>
            <a:chOff x="5099040" y="1161720"/>
            <a:chExt cx="931680" cy="357840"/>
          </a:xfrm>
        </p:grpSpPr>
        <p:sp>
          <p:nvSpPr>
            <p:cNvPr id="383" name="Freeform 103"/>
            <p:cNvSpPr/>
            <p:nvPr/>
          </p:nvSpPr>
          <p:spPr>
            <a:xfrm>
              <a:off x="5099040" y="1161720"/>
              <a:ext cx="931680" cy="259920"/>
            </a:xfrm>
            <a:custGeom>
              <a:avLst/>
              <a:gdLst>
                <a:gd name="textAreaLeft" fmla="*/ 0 w 931680"/>
                <a:gd name="textAreaRight" fmla="*/ 932760 w 931680"/>
                <a:gd name="textAreaTop" fmla="*/ 0 h 259920"/>
                <a:gd name="textAreaBottom" fmla="*/ 261000 h 259920"/>
              </a:gdLst>
              <a:ahLst/>
              <a:rect l="textAreaLeft" t="textAreaTop" r="textAreaRight" b="textAreaBottom"/>
              <a:pathLst>
                <a:path w="932688" h="261153">
                  <a:moveTo>
                    <a:pt x="0" y="261153"/>
                  </a:moveTo>
                  <a:lnTo>
                    <a:pt x="0" y="158557"/>
                  </a:lnTo>
                  <a:lnTo>
                    <a:pt x="27981" y="139903"/>
                  </a:lnTo>
                  <a:lnTo>
                    <a:pt x="410383" y="139903"/>
                  </a:lnTo>
                  <a:lnTo>
                    <a:pt x="429037" y="27981"/>
                  </a:lnTo>
                  <a:lnTo>
                    <a:pt x="466344" y="0"/>
                  </a:lnTo>
                  <a:lnTo>
                    <a:pt x="652882" y="0"/>
                  </a:lnTo>
                  <a:lnTo>
                    <a:pt x="690189" y="18654"/>
                  </a:lnTo>
                  <a:lnTo>
                    <a:pt x="774131" y="121250"/>
                  </a:lnTo>
                  <a:lnTo>
                    <a:pt x="904707" y="149230"/>
                  </a:lnTo>
                  <a:lnTo>
                    <a:pt x="932688" y="177211"/>
                  </a:lnTo>
                  <a:lnTo>
                    <a:pt x="932688" y="261153"/>
                  </a:lnTo>
                  <a:close/>
                </a:path>
              </a:pathLst>
            </a:custGeom>
            <a:solidFill>
              <a:srgbClr val="b9bcbd"/>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84" name="Freeform 104"/>
            <p:cNvSpPr/>
            <p:nvPr/>
          </p:nvSpPr>
          <p:spPr>
            <a:xfrm>
              <a:off x="5574960" y="1198800"/>
              <a:ext cx="232200" cy="82800"/>
            </a:xfrm>
            <a:custGeom>
              <a:avLst/>
              <a:gdLst>
                <a:gd name="textAreaLeft" fmla="*/ 0 w 232200"/>
                <a:gd name="textAreaRight" fmla="*/ 233280 w 232200"/>
                <a:gd name="textAreaTop" fmla="*/ 0 h 82800"/>
                <a:gd name="textAreaBottom" fmla="*/ 83880 h 82800"/>
              </a:gdLst>
              <a:ahLst/>
              <a:rect l="textAreaLeft" t="textAreaTop" r="textAreaRight" b="textAreaBottom"/>
              <a:pathLst>
                <a:path w="233172" h="83942">
                  <a:moveTo>
                    <a:pt x="0" y="0"/>
                  </a:moveTo>
                  <a:lnTo>
                    <a:pt x="167884" y="0"/>
                  </a:lnTo>
                  <a:lnTo>
                    <a:pt x="233172" y="83942"/>
                  </a:lnTo>
                  <a:lnTo>
                    <a:pt x="0" y="83942"/>
                  </a:lnTo>
                  <a:close/>
                </a:path>
              </a:pathLst>
            </a:custGeom>
            <a:solidFill>
              <a:srgbClr val="ffffff"/>
            </a:solidFill>
            <a:ln>
              <a:noFill/>
            </a:ln>
          </p:spPr>
          <p:style>
            <a:lnRef idx="1">
              <a:schemeClr val="accent1"/>
            </a:lnRef>
            <a:fillRef idx="3">
              <a:schemeClr val="accent1"/>
            </a:fillRef>
            <a:effectRef idx="2">
              <a:schemeClr val="accent1"/>
            </a:effectRef>
            <a:fontRef idx="minor"/>
          </p:style>
          <p:txBody>
            <a:bodyPr lIns="90000" rIns="90000" tIns="38880" bIns="38880" anchor="ctr">
              <a:noAutofit/>
            </a:bodyPr>
            <a:p>
              <a:pPr algn="ctr" defTabSz="914400">
                <a:lnSpc>
                  <a:spcPct val="100000"/>
                </a:lnSpc>
              </a:pPr>
              <a:endParaRPr b="0" lang="en-US" sz="1800" spc="-1" strike="noStrike">
                <a:solidFill>
                  <a:schemeClr val="lt1"/>
                </a:solidFill>
                <a:latin typeface="Avenir Next LT Pro"/>
              </a:endParaRPr>
            </a:p>
          </p:txBody>
        </p:sp>
        <p:sp>
          <p:nvSpPr>
            <p:cNvPr id="385" name="Oval 105"/>
            <p:cNvSpPr/>
            <p:nvPr/>
          </p:nvSpPr>
          <p:spPr>
            <a:xfrm>
              <a:off x="5206320" y="1343520"/>
              <a:ext cx="176040" cy="176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86" name="Oval 106"/>
            <p:cNvSpPr/>
            <p:nvPr/>
          </p:nvSpPr>
          <p:spPr>
            <a:xfrm>
              <a:off x="5220360" y="1357560"/>
              <a:ext cx="148320" cy="148320"/>
            </a:xfrm>
            <a:prstGeom prst="ellipse">
              <a:avLst/>
            </a:prstGeom>
            <a:solidFill>
              <a:srgbClr val="b9bcbd"/>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87" name="Oval 107"/>
            <p:cNvSpPr/>
            <p:nvPr/>
          </p:nvSpPr>
          <p:spPr>
            <a:xfrm>
              <a:off x="5265000" y="1402200"/>
              <a:ext cx="58680" cy="5868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2880" bIns="-2880" anchor="ctr">
              <a:noAutofit/>
            </a:bodyPr>
            <a:p>
              <a:pPr algn="ctr" defTabSz="914400">
                <a:lnSpc>
                  <a:spcPct val="100000"/>
                </a:lnSpc>
              </a:pPr>
              <a:endParaRPr b="0" lang="en-US" sz="1800" spc="-1" strike="noStrike">
                <a:solidFill>
                  <a:schemeClr val="lt1"/>
                </a:solidFill>
                <a:latin typeface="Avenir Next LT Pro"/>
              </a:endParaRPr>
            </a:p>
          </p:txBody>
        </p:sp>
        <p:sp>
          <p:nvSpPr>
            <p:cNvPr id="388" name="Oval 108"/>
            <p:cNvSpPr/>
            <p:nvPr/>
          </p:nvSpPr>
          <p:spPr>
            <a:xfrm>
              <a:off x="5756760" y="1343520"/>
              <a:ext cx="176040" cy="176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89" name="Oval 109"/>
            <p:cNvSpPr/>
            <p:nvPr/>
          </p:nvSpPr>
          <p:spPr>
            <a:xfrm>
              <a:off x="5770800" y="1357560"/>
              <a:ext cx="148320" cy="148320"/>
            </a:xfrm>
            <a:prstGeom prst="ellipse">
              <a:avLst/>
            </a:prstGeom>
            <a:solidFill>
              <a:srgbClr val="b9bcbd"/>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90" name="Oval 110"/>
            <p:cNvSpPr/>
            <p:nvPr/>
          </p:nvSpPr>
          <p:spPr>
            <a:xfrm>
              <a:off x="5815440" y="1402200"/>
              <a:ext cx="58680" cy="5868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2880" bIns="-2880" anchor="ctr">
              <a:noAutofit/>
            </a:bodyPr>
            <a:p>
              <a:pPr algn="ctr" defTabSz="914400">
                <a:lnSpc>
                  <a:spcPct val="100000"/>
                </a:lnSpc>
              </a:pPr>
              <a:endParaRPr b="0" lang="en-US" sz="1800" spc="-1" strike="noStrike">
                <a:solidFill>
                  <a:schemeClr val="lt1"/>
                </a:solidFill>
                <a:latin typeface="Avenir Next LT Pro"/>
              </a:endParaRPr>
            </a:p>
          </p:txBody>
        </p:sp>
      </p:grpSp>
      <p:grpSp>
        <p:nvGrpSpPr>
          <p:cNvPr id="391" name="camioneta_perdida_7"/>
          <p:cNvGrpSpPr/>
          <p:nvPr/>
        </p:nvGrpSpPr>
        <p:grpSpPr>
          <a:xfrm>
            <a:off x="7220520" y="1161720"/>
            <a:ext cx="931680" cy="357840"/>
            <a:chOff x="7220520" y="1161720"/>
            <a:chExt cx="931680" cy="357840"/>
          </a:xfrm>
        </p:grpSpPr>
        <p:sp>
          <p:nvSpPr>
            <p:cNvPr id="392" name="Freeform 112"/>
            <p:cNvSpPr/>
            <p:nvPr/>
          </p:nvSpPr>
          <p:spPr>
            <a:xfrm>
              <a:off x="7220520" y="1161720"/>
              <a:ext cx="931680" cy="259920"/>
            </a:xfrm>
            <a:custGeom>
              <a:avLst/>
              <a:gdLst>
                <a:gd name="textAreaLeft" fmla="*/ 0 w 931680"/>
                <a:gd name="textAreaRight" fmla="*/ 932760 w 931680"/>
                <a:gd name="textAreaTop" fmla="*/ 0 h 259920"/>
                <a:gd name="textAreaBottom" fmla="*/ 261000 h 259920"/>
              </a:gdLst>
              <a:ahLst/>
              <a:rect l="textAreaLeft" t="textAreaTop" r="textAreaRight" b="textAreaBottom"/>
              <a:pathLst>
                <a:path w="932688" h="261153">
                  <a:moveTo>
                    <a:pt x="0" y="261153"/>
                  </a:moveTo>
                  <a:lnTo>
                    <a:pt x="0" y="158557"/>
                  </a:lnTo>
                  <a:lnTo>
                    <a:pt x="27981" y="139903"/>
                  </a:lnTo>
                  <a:lnTo>
                    <a:pt x="410383" y="139903"/>
                  </a:lnTo>
                  <a:lnTo>
                    <a:pt x="429037" y="27981"/>
                  </a:lnTo>
                  <a:lnTo>
                    <a:pt x="466344" y="0"/>
                  </a:lnTo>
                  <a:lnTo>
                    <a:pt x="652882" y="0"/>
                  </a:lnTo>
                  <a:lnTo>
                    <a:pt x="690189" y="18654"/>
                  </a:lnTo>
                  <a:lnTo>
                    <a:pt x="774131" y="121250"/>
                  </a:lnTo>
                  <a:lnTo>
                    <a:pt x="904707" y="149230"/>
                  </a:lnTo>
                  <a:lnTo>
                    <a:pt x="932688" y="177211"/>
                  </a:lnTo>
                  <a:lnTo>
                    <a:pt x="932688" y="261153"/>
                  </a:lnTo>
                  <a:close/>
                </a:path>
              </a:pathLst>
            </a:custGeom>
            <a:solidFill>
              <a:srgbClr val="b9bcbd"/>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93" name="Freeform 113"/>
            <p:cNvSpPr/>
            <p:nvPr/>
          </p:nvSpPr>
          <p:spPr>
            <a:xfrm>
              <a:off x="7696080" y="1198800"/>
              <a:ext cx="232200" cy="82800"/>
            </a:xfrm>
            <a:custGeom>
              <a:avLst/>
              <a:gdLst>
                <a:gd name="textAreaLeft" fmla="*/ 0 w 232200"/>
                <a:gd name="textAreaRight" fmla="*/ 233280 w 232200"/>
                <a:gd name="textAreaTop" fmla="*/ 0 h 82800"/>
                <a:gd name="textAreaBottom" fmla="*/ 83880 h 82800"/>
              </a:gdLst>
              <a:ahLst/>
              <a:rect l="textAreaLeft" t="textAreaTop" r="textAreaRight" b="textAreaBottom"/>
              <a:pathLst>
                <a:path w="233172" h="83942">
                  <a:moveTo>
                    <a:pt x="0" y="0"/>
                  </a:moveTo>
                  <a:lnTo>
                    <a:pt x="167884" y="0"/>
                  </a:lnTo>
                  <a:lnTo>
                    <a:pt x="233172" y="83942"/>
                  </a:lnTo>
                  <a:lnTo>
                    <a:pt x="0" y="83942"/>
                  </a:lnTo>
                  <a:close/>
                </a:path>
              </a:pathLst>
            </a:custGeom>
            <a:solidFill>
              <a:srgbClr val="ffffff"/>
            </a:solidFill>
            <a:ln>
              <a:noFill/>
            </a:ln>
          </p:spPr>
          <p:style>
            <a:lnRef idx="1">
              <a:schemeClr val="accent1"/>
            </a:lnRef>
            <a:fillRef idx="3">
              <a:schemeClr val="accent1"/>
            </a:fillRef>
            <a:effectRef idx="2">
              <a:schemeClr val="accent1"/>
            </a:effectRef>
            <a:fontRef idx="minor"/>
          </p:style>
          <p:txBody>
            <a:bodyPr lIns="90000" rIns="90000" tIns="38880" bIns="38880" anchor="ctr">
              <a:noAutofit/>
            </a:bodyPr>
            <a:p>
              <a:pPr algn="ctr" defTabSz="914400">
                <a:lnSpc>
                  <a:spcPct val="100000"/>
                </a:lnSpc>
              </a:pPr>
              <a:endParaRPr b="0" lang="en-US" sz="1800" spc="-1" strike="noStrike">
                <a:solidFill>
                  <a:schemeClr val="lt1"/>
                </a:solidFill>
                <a:latin typeface="Avenir Next LT Pro"/>
              </a:endParaRPr>
            </a:p>
          </p:txBody>
        </p:sp>
        <p:sp>
          <p:nvSpPr>
            <p:cNvPr id="394" name="Oval 114"/>
            <p:cNvSpPr/>
            <p:nvPr/>
          </p:nvSpPr>
          <p:spPr>
            <a:xfrm>
              <a:off x="7327800" y="1343520"/>
              <a:ext cx="176040" cy="176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95" name="Oval 115"/>
            <p:cNvSpPr/>
            <p:nvPr/>
          </p:nvSpPr>
          <p:spPr>
            <a:xfrm>
              <a:off x="7341840" y="1357560"/>
              <a:ext cx="148320" cy="148320"/>
            </a:xfrm>
            <a:prstGeom prst="ellipse">
              <a:avLst/>
            </a:prstGeom>
            <a:solidFill>
              <a:srgbClr val="b9bcbd"/>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96" name="Oval 116"/>
            <p:cNvSpPr/>
            <p:nvPr/>
          </p:nvSpPr>
          <p:spPr>
            <a:xfrm>
              <a:off x="7386480" y="1402200"/>
              <a:ext cx="58680" cy="5868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2880" bIns="-2880" anchor="ctr">
              <a:noAutofit/>
            </a:bodyPr>
            <a:p>
              <a:pPr algn="ctr" defTabSz="914400">
                <a:lnSpc>
                  <a:spcPct val="100000"/>
                </a:lnSpc>
              </a:pPr>
              <a:endParaRPr b="0" lang="en-US" sz="1800" spc="-1" strike="noStrike">
                <a:solidFill>
                  <a:schemeClr val="lt1"/>
                </a:solidFill>
                <a:latin typeface="Avenir Next LT Pro"/>
              </a:endParaRPr>
            </a:p>
          </p:txBody>
        </p:sp>
        <p:sp>
          <p:nvSpPr>
            <p:cNvPr id="397" name="Oval 117"/>
            <p:cNvSpPr/>
            <p:nvPr/>
          </p:nvSpPr>
          <p:spPr>
            <a:xfrm>
              <a:off x="7878240" y="1343520"/>
              <a:ext cx="176040" cy="176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98" name="Oval 118"/>
            <p:cNvSpPr/>
            <p:nvPr/>
          </p:nvSpPr>
          <p:spPr>
            <a:xfrm>
              <a:off x="7891920" y="1357560"/>
              <a:ext cx="148320" cy="148320"/>
            </a:xfrm>
            <a:prstGeom prst="ellipse">
              <a:avLst/>
            </a:prstGeom>
            <a:solidFill>
              <a:srgbClr val="b9bcbd"/>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99" name="Oval 119"/>
            <p:cNvSpPr/>
            <p:nvPr/>
          </p:nvSpPr>
          <p:spPr>
            <a:xfrm>
              <a:off x="7936920" y="1402200"/>
              <a:ext cx="58680" cy="5868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2880" bIns="-2880" anchor="ctr">
              <a:noAutofit/>
            </a:bodyPr>
            <a:p>
              <a:pPr algn="ctr" defTabSz="914400">
                <a:lnSpc>
                  <a:spcPct val="100000"/>
                </a:lnSpc>
              </a:pPr>
              <a:endParaRPr b="0" lang="en-US" sz="1800" spc="-1" strike="noStrike">
                <a:solidFill>
                  <a:schemeClr val="lt1"/>
                </a:solidFill>
                <a:latin typeface="Avenir Next LT Pro"/>
              </a:endParaRPr>
            </a:p>
          </p:txBody>
        </p:sp>
      </p:grpSp>
      <p:grpSp>
        <p:nvGrpSpPr>
          <p:cNvPr id="400" name="camioneta_perdida_10"/>
          <p:cNvGrpSpPr/>
          <p:nvPr/>
        </p:nvGrpSpPr>
        <p:grpSpPr>
          <a:xfrm>
            <a:off x="10402560" y="1161720"/>
            <a:ext cx="931680" cy="357840"/>
            <a:chOff x="10402560" y="1161720"/>
            <a:chExt cx="931680" cy="357840"/>
          </a:xfrm>
        </p:grpSpPr>
        <p:sp>
          <p:nvSpPr>
            <p:cNvPr id="401" name="Freeform 121"/>
            <p:cNvSpPr/>
            <p:nvPr/>
          </p:nvSpPr>
          <p:spPr>
            <a:xfrm>
              <a:off x="10402560" y="1161720"/>
              <a:ext cx="931680" cy="259920"/>
            </a:xfrm>
            <a:custGeom>
              <a:avLst/>
              <a:gdLst>
                <a:gd name="textAreaLeft" fmla="*/ 0 w 931680"/>
                <a:gd name="textAreaRight" fmla="*/ 932760 w 931680"/>
                <a:gd name="textAreaTop" fmla="*/ 0 h 259920"/>
                <a:gd name="textAreaBottom" fmla="*/ 261000 h 259920"/>
              </a:gdLst>
              <a:ahLst/>
              <a:rect l="textAreaLeft" t="textAreaTop" r="textAreaRight" b="textAreaBottom"/>
              <a:pathLst>
                <a:path w="932688" h="261153">
                  <a:moveTo>
                    <a:pt x="0" y="261153"/>
                  </a:moveTo>
                  <a:lnTo>
                    <a:pt x="0" y="158557"/>
                  </a:lnTo>
                  <a:lnTo>
                    <a:pt x="27981" y="139903"/>
                  </a:lnTo>
                  <a:lnTo>
                    <a:pt x="410383" y="139903"/>
                  </a:lnTo>
                  <a:lnTo>
                    <a:pt x="429037" y="27981"/>
                  </a:lnTo>
                  <a:lnTo>
                    <a:pt x="466344" y="0"/>
                  </a:lnTo>
                  <a:lnTo>
                    <a:pt x="652882" y="0"/>
                  </a:lnTo>
                  <a:lnTo>
                    <a:pt x="690189" y="18654"/>
                  </a:lnTo>
                  <a:lnTo>
                    <a:pt x="774131" y="121250"/>
                  </a:lnTo>
                  <a:lnTo>
                    <a:pt x="904707" y="149230"/>
                  </a:lnTo>
                  <a:lnTo>
                    <a:pt x="932688" y="177211"/>
                  </a:lnTo>
                  <a:lnTo>
                    <a:pt x="932688" y="261153"/>
                  </a:lnTo>
                  <a:close/>
                </a:path>
              </a:pathLst>
            </a:custGeom>
            <a:solidFill>
              <a:srgbClr val="b9bcbd"/>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402" name="Freeform 122"/>
            <p:cNvSpPr/>
            <p:nvPr/>
          </p:nvSpPr>
          <p:spPr>
            <a:xfrm>
              <a:off x="10878480" y="1198800"/>
              <a:ext cx="232200" cy="82800"/>
            </a:xfrm>
            <a:custGeom>
              <a:avLst/>
              <a:gdLst>
                <a:gd name="textAreaLeft" fmla="*/ 0 w 232200"/>
                <a:gd name="textAreaRight" fmla="*/ 233280 w 232200"/>
                <a:gd name="textAreaTop" fmla="*/ 0 h 82800"/>
                <a:gd name="textAreaBottom" fmla="*/ 83880 h 82800"/>
              </a:gdLst>
              <a:ahLst/>
              <a:rect l="textAreaLeft" t="textAreaTop" r="textAreaRight" b="textAreaBottom"/>
              <a:pathLst>
                <a:path w="233172" h="83942">
                  <a:moveTo>
                    <a:pt x="0" y="0"/>
                  </a:moveTo>
                  <a:lnTo>
                    <a:pt x="167884" y="0"/>
                  </a:lnTo>
                  <a:lnTo>
                    <a:pt x="233172" y="83942"/>
                  </a:lnTo>
                  <a:lnTo>
                    <a:pt x="0" y="83942"/>
                  </a:lnTo>
                  <a:close/>
                </a:path>
              </a:pathLst>
            </a:custGeom>
            <a:solidFill>
              <a:srgbClr val="ffffff"/>
            </a:solidFill>
            <a:ln>
              <a:noFill/>
            </a:ln>
          </p:spPr>
          <p:style>
            <a:lnRef idx="1">
              <a:schemeClr val="accent1"/>
            </a:lnRef>
            <a:fillRef idx="3">
              <a:schemeClr val="accent1"/>
            </a:fillRef>
            <a:effectRef idx="2">
              <a:schemeClr val="accent1"/>
            </a:effectRef>
            <a:fontRef idx="minor"/>
          </p:style>
          <p:txBody>
            <a:bodyPr lIns="90000" rIns="90000" tIns="38880" bIns="38880" anchor="ctr">
              <a:noAutofit/>
            </a:bodyPr>
            <a:p>
              <a:pPr algn="ctr" defTabSz="914400">
                <a:lnSpc>
                  <a:spcPct val="100000"/>
                </a:lnSpc>
              </a:pPr>
              <a:endParaRPr b="0" lang="en-US" sz="1800" spc="-1" strike="noStrike">
                <a:solidFill>
                  <a:schemeClr val="lt1"/>
                </a:solidFill>
                <a:latin typeface="Avenir Next LT Pro"/>
              </a:endParaRPr>
            </a:p>
          </p:txBody>
        </p:sp>
        <p:sp>
          <p:nvSpPr>
            <p:cNvPr id="403" name="Oval 123"/>
            <p:cNvSpPr/>
            <p:nvPr/>
          </p:nvSpPr>
          <p:spPr>
            <a:xfrm>
              <a:off x="10509840" y="1343520"/>
              <a:ext cx="176040" cy="176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404" name="Oval 124"/>
            <p:cNvSpPr/>
            <p:nvPr/>
          </p:nvSpPr>
          <p:spPr>
            <a:xfrm>
              <a:off x="10523880" y="1357560"/>
              <a:ext cx="148320" cy="148320"/>
            </a:xfrm>
            <a:prstGeom prst="ellipse">
              <a:avLst/>
            </a:prstGeom>
            <a:solidFill>
              <a:srgbClr val="b9bcbd"/>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405" name="Oval 125"/>
            <p:cNvSpPr/>
            <p:nvPr/>
          </p:nvSpPr>
          <p:spPr>
            <a:xfrm>
              <a:off x="10568520" y="1402200"/>
              <a:ext cx="58680" cy="5868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2880" bIns="-2880" anchor="ctr">
              <a:noAutofit/>
            </a:bodyPr>
            <a:p>
              <a:pPr algn="ctr" defTabSz="914400">
                <a:lnSpc>
                  <a:spcPct val="100000"/>
                </a:lnSpc>
              </a:pPr>
              <a:endParaRPr b="0" lang="en-US" sz="1800" spc="-1" strike="noStrike">
                <a:solidFill>
                  <a:schemeClr val="lt1"/>
                </a:solidFill>
                <a:latin typeface="Avenir Next LT Pro"/>
              </a:endParaRPr>
            </a:p>
          </p:txBody>
        </p:sp>
        <p:sp>
          <p:nvSpPr>
            <p:cNvPr id="406" name="Oval 126"/>
            <p:cNvSpPr/>
            <p:nvPr/>
          </p:nvSpPr>
          <p:spPr>
            <a:xfrm>
              <a:off x="11060280" y="1343520"/>
              <a:ext cx="176040" cy="176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407" name="Oval 127"/>
            <p:cNvSpPr/>
            <p:nvPr/>
          </p:nvSpPr>
          <p:spPr>
            <a:xfrm>
              <a:off x="11074320" y="1357560"/>
              <a:ext cx="148320" cy="148320"/>
            </a:xfrm>
            <a:prstGeom prst="ellipse">
              <a:avLst/>
            </a:prstGeom>
            <a:solidFill>
              <a:srgbClr val="b9bcbd"/>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408" name="Oval 128"/>
            <p:cNvSpPr/>
            <p:nvPr/>
          </p:nvSpPr>
          <p:spPr>
            <a:xfrm>
              <a:off x="11118960" y="1402200"/>
              <a:ext cx="58680" cy="5868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2880" bIns="-2880" anchor="ctr">
              <a:noAutofit/>
            </a:bodyPr>
            <a:p>
              <a:pPr algn="ctr" defTabSz="914400">
                <a:lnSpc>
                  <a:spcPct val="100000"/>
                </a:lnSpc>
              </a:pPr>
              <a:endParaRPr b="0" lang="en-US" sz="1800" spc="-1" strike="noStrike">
                <a:solidFill>
                  <a:schemeClr val="lt1"/>
                </a:solidFill>
                <a:latin typeface="Avenir Next LT Pro"/>
              </a:endParaRPr>
            </a:p>
          </p:txBody>
        </p:sp>
      </p:grpSp>
      <p:sp>
        <p:nvSpPr>
          <p:cNvPr id="409" name="cuatro_de_diez"/>
          <p:cNvSpPr/>
          <p:nvPr/>
        </p:nvSpPr>
        <p:spPr>
          <a:xfrm>
            <a:off x="822960" y="2148840"/>
            <a:ext cx="10514520" cy="167616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11000" spc="-1" strike="noStrike">
                <a:solidFill>
                  <a:srgbClr val="1700f3"/>
                </a:solidFill>
                <a:latin typeface="Avenir Next LT Pro"/>
              </a:rPr>
              <a:t>4</a:t>
            </a:r>
            <a:r>
              <a:rPr b="0" lang="en-US" sz="6000" spc="-1" strike="noStrike">
                <a:solidFill>
                  <a:srgbClr val="00095b"/>
                </a:solidFill>
                <a:latin typeface="Avenir Next LT Pro"/>
              </a:rPr>
              <a:t> de cada 10</a:t>
            </a:r>
            <a:endParaRPr b="0" lang="es-AR" sz="6000" spc="-1" strike="noStrike">
              <a:solidFill>
                <a:srgbClr val="000000"/>
              </a:solidFill>
              <a:latin typeface="Arial"/>
            </a:endParaRPr>
          </a:p>
        </p:txBody>
      </p:sp>
      <p:sp>
        <p:nvSpPr>
          <p:cNvPr id="410" name="no_vuelven"/>
          <p:cNvSpPr/>
          <p:nvPr/>
        </p:nvSpPr>
        <p:spPr>
          <a:xfrm>
            <a:off x="822960" y="3611880"/>
            <a:ext cx="10514520" cy="42660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2800" spc="-1" strike="noStrike">
                <a:solidFill>
                  <a:srgbClr val="00095b"/>
                </a:solidFill>
                <a:latin typeface="Avenir Next LT Pro"/>
              </a:rPr>
              <a:t>no vuelven a hacer el service en un concesionario oficial</a:t>
            </a:r>
            <a:endParaRPr b="0" lang="es-AR" sz="2800" spc="-1" strike="noStrike">
              <a:solidFill>
                <a:srgbClr val="000000"/>
              </a:solidFill>
              <a:latin typeface="Arial"/>
            </a:endParaRPr>
          </a:p>
        </p:txBody>
      </p:sp>
      <p:sp>
        <p:nvSpPr>
          <p:cNvPr id="411" name="volumen"/>
          <p:cNvSpPr/>
          <p:nvPr/>
        </p:nvSpPr>
        <p:spPr>
          <a:xfrm>
            <a:off x="2898720" y="4617720"/>
            <a:ext cx="6399720" cy="959040"/>
          </a:xfrm>
          <a:prstGeom prst="rect">
            <a:avLst/>
          </a:prstGeom>
          <a:solidFill>
            <a:srgbClr val="f3f3f3"/>
          </a:solidFill>
          <a:ln>
            <a:noFill/>
          </a:ln>
        </p:spPr>
        <p:style>
          <a:lnRef idx="1">
            <a:schemeClr val="accent1"/>
          </a:lnRef>
          <a:fillRef idx="3">
            <a:schemeClr val="accent1"/>
          </a:fillRef>
          <a:effectRef idx="2">
            <a:schemeClr val="accent1"/>
          </a:effectRef>
          <a:fontRef idx="minor"/>
        </p:style>
        <p:txBody>
          <a:bodyPr lIns="73080" rIns="73080" tIns="27360" bIns="27360" anchor="ctr">
            <a:noAutofit/>
          </a:bodyPr>
          <a:p>
            <a:pPr algn="ctr" defTabSz="914400">
              <a:lnSpc>
                <a:spcPct val="100000"/>
              </a:lnSpc>
            </a:pPr>
            <a:r>
              <a:rPr b="1" lang="en-US" sz="2400" spc="-1" strike="noStrike">
                <a:solidFill>
                  <a:srgbClr val="00095b"/>
                </a:solidFill>
                <a:latin typeface="Avenir Next LT Pro"/>
              </a:rPr>
              <a:t>≈ </a:t>
            </a:r>
            <a:r>
              <a:rPr b="1" lang="en-US" sz="2400" spc="-1" strike="noStrike">
                <a:solidFill>
                  <a:srgbClr val="00095b"/>
                </a:solidFill>
                <a:latin typeface="Avenir Next LT Pro"/>
              </a:rPr>
              <a:t>2.500 services por mes</a:t>
            </a:r>
            <a:endParaRPr b="0" lang="es-AR" sz="2400" spc="-1" strike="noStrike">
              <a:solidFill>
                <a:srgbClr val="000000"/>
              </a:solidFill>
              <a:latin typeface="Arial"/>
            </a:endParaRPr>
          </a:p>
          <a:p>
            <a:pPr algn="ctr" defTabSz="914400">
              <a:lnSpc>
                <a:spcPct val="100000"/>
              </a:lnSpc>
            </a:pPr>
            <a:r>
              <a:rPr b="0" lang="en-US" sz="1600" spc="-1" strike="noStrike">
                <a:solidFill>
                  <a:srgbClr val="7f7f7f"/>
                </a:solidFill>
                <a:latin typeface="Avenir Next LT Pro"/>
              </a:rPr>
              <a:t>que Ford deja de hacer. Todos los meses.</a:t>
            </a:r>
            <a:endParaRPr b="0" lang="es-AR" sz="1600" spc="-1" strike="noStrike">
              <a:solidFill>
                <a:srgbClr val="000000"/>
              </a:solidFill>
              <a:latin typeface="Arial"/>
            </a:endParaRPr>
          </a:p>
        </p:txBody>
      </p:sp>
      <p:sp>
        <p:nvSpPr>
          <p:cNvPr id="412" name="fuente"/>
          <p:cNvSpPr/>
          <p:nvPr/>
        </p:nvSpPr>
        <p:spPr>
          <a:xfrm>
            <a:off x="822960" y="5989320"/>
            <a:ext cx="10514520" cy="15228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1000" spc="-1" strike="noStrike">
                <a:solidFill>
                  <a:srgbClr val="7f7f7f"/>
                </a:solidFill>
                <a:latin typeface="Avenir Next LT Pro"/>
              </a:rPr>
              <a:t>El 41,6 % de 142.637 ventanas de service 2024-2026 terminó sin service en un concesionario oficial (Ranger, Argentina).</a:t>
            </a:r>
            <a:endParaRPr b="0" lang="es-AR" sz="1000" spc="-1" strike="noStrike">
              <a:solidFill>
                <a:srgbClr val="000000"/>
              </a:solidFill>
              <a:latin typeface="Arial"/>
            </a:endParaRPr>
          </a:p>
        </p:txBody>
      </p:sp>
      <p:sp>
        <p:nvSpPr>
          <p:cNvPr id="413" name="orador"/>
          <p:cNvSpPr/>
          <p:nvPr/>
        </p:nvSpPr>
        <p:spPr>
          <a:xfrm>
            <a:off x="394920" y="6540120"/>
            <a:ext cx="4998960" cy="2790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pPr>
            <a:r>
              <a:rPr b="0" lang="en-US" sz="1000" spc="-1" strike="noStrike">
                <a:solidFill>
                  <a:srgbClr val="7f7f7f"/>
                </a:solidFill>
                <a:latin typeface="Avenir Next LT Pro"/>
              </a:rPr>
              <a:t>María Florencia Iuzzolino</a:t>
            </a:r>
            <a:endParaRPr b="0" lang="es-AR" sz="1000" spc="-1" strike="noStrike">
              <a:solidFill>
                <a:srgbClr val="000000"/>
              </a:solidFill>
              <a:latin typeface="Arial"/>
            </a:endParaRPr>
          </a:p>
        </p:txBody>
      </p:sp>
    </p:spTree>
  </p:cSld>
  <mc:AlternateContent>
    <mc:Choice Requires="p14">
      <p:transition spd="med" p14:dur="600">
        <p:fade/>
      </p:transition>
    </mc:Choice>
    <mc:Fallback>
      <p:transition spd="med">
        <p:fade/>
      </p:transition>
    </mc:Fallback>
  </mc:AlternateContent>
  <p:timing>
    <p:tnLst>
      <p:par>
        <p:cTn id="8" dur="indefinite" restart="never" nodeType="tmRoot">
          <p:childTnLst>
            <p:seq>
              <p:cTn id="9" dur="indefinite" nodeType="mainSeq">
                <p:childTnLst>
                  <p:par>
                    <p:cTn id="10" fill="hold">
                      <p:stCondLst>
                        <p:cond delay="indefinite"/>
                      </p:stCondLst>
                      <p:childTnLst>
                        <p:par>
                          <p:cTn id="11" fill="hold">
                            <p:stCondLst>
                              <p:cond delay="0"/>
                            </p:stCondLst>
                            <p:childTnLst>
                              <p:par>
                                <p:cTn id="12" nodeType="clickEffect" fill="hold" presetClass="entr" presetID="10">
                                  <p:stCondLst>
                                    <p:cond delay="0"/>
                                  </p:stCondLst>
                                  <p:childTnLst>
                                    <p:set>
                                      <p:cBhvr>
                                        <p:cTn id="13" dur="1" fill="hold">
                                          <p:stCondLst>
                                            <p:cond delay="0"/>
                                          </p:stCondLst>
                                        </p:cTn>
                                        <p:tgtEl>
                                          <p:spTgt spid="373"/>
                                        </p:tgtEl>
                                        <p:attrNameLst>
                                          <p:attrName>style.visibility</p:attrName>
                                        </p:attrNameLst>
                                      </p:cBhvr>
                                      <p:to>
                                        <p:strVal val="visible"/>
                                      </p:to>
                                    </p:set>
                                    <p:animEffect filter="fade" transition="in">
                                      <p:cBhvr additive="repl">
                                        <p:cTn id="14" dur="500"/>
                                        <p:tgtEl>
                                          <p:spTgt spid="373"/>
                                        </p:tgtEl>
                                      </p:cBhvr>
                                    </p:animEffect>
                                  </p:childTnLst>
                                </p:cTn>
                              </p:par>
                              <p:par>
                                <p:cTn id="15" nodeType="withEffect" fill="hold" presetClass="entr" presetID="10">
                                  <p:stCondLst>
                                    <p:cond delay="0"/>
                                  </p:stCondLst>
                                  <p:childTnLst>
                                    <p:set>
                                      <p:cBhvr>
                                        <p:cTn id="16" dur="1" fill="hold">
                                          <p:stCondLst>
                                            <p:cond delay="0"/>
                                          </p:stCondLst>
                                        </p:cTn>
                                        <p:tgtEl>
                                          <p:spTgt spid="382"/>
                                        </p:tgtEl>
                                        <p:attrNameLst>
                                          <p:attrName>style.visibility</p:attrName>
                                        </p:attrNameLst>
                                      </p:cBhvr>
                                      <p:to>
                                        <p:strVal val="visible"/>
                                      </p:to>
                                    </p:set>
                                    <p:animEffect filter="fade" transition="in">
                                      <p:cBhvr additive="repl">
                                        <p:cTn id="17" dur="500"/>
                                        <p:tgtEl>
                                          <p:spTgt spid="382"/>
                                        </p:tgtEl>
                                      </p:cBhvr>
                                    </p:animEffect>
                                  </p:childTnLst>
                                </p:cTn>
                              </p:par>
                              <p:par>
                                <p:cTn id="18" nodeType="withEffect" fill="hold" presetClass="entr" presetID="10">
                                  <p:stCondLst>
                                    <p:cond delay="0"/>
                                  </p:stCondLst>
                                  <p:childTnLst>
                                    <p:set>
                                      <p:cBhvr>
                                        <p:cTn id="19" dur="1" fill="hold">
                                          <p:stCondLst>
                                            <p:cond delay="0"/>
                                          </p:stCondLst>
                                        </p:cTn>
                                        <p:tgtEl>
                                          <p:spTgt spid="391"/>
                                        </p:tgtEl>
                                        <p:attrNameLst>
                                          <p:attrName>style.visibility</p:attrName>
                                        </p:attrNameLst>
                                      </p:cBhvr>
                                      <p:to>
                                        <p:strVal val="visible"/>
                                      </p:to>
                                    </p:set>
                                    <p:animEffect filter="fade" transition="in">
                                      <p:cBhvr additive="repl">
                                        <p:cTn id="20" dur="500"/>
                                        <p:tgtEl>
                                          <p:spTgt spid="391"/>
                                        </p:tgtEl>
                                      </p:cBhvr>
                                    </p:animEffect>
                                  </p:childTnLst>
                                </p:cTn>
                              </p:par>
                              <p:par>
                                <p:cTn id="21" nodeType="withEffect" fill="hold" presetClass="entr" presetID="10">
                                  <p:stCondLst>
                                    <p:cond delay="0"/>
                                  </p:stCondLst>
                                  <p:childTnLst>
                                    <p:set>
                                      <p:cBhvr>
                                        <p:cTn id="22" dur="1" fill="hold">
                                          <p:stCondLst>
                                            <p:cond delay="0"/>
                                          </p:stCondLst>
                                        </p:cTn>
                                        <p:tgtEl>
                                          <p:spTgt spid="400"/>
                                        </p:tgtEl>
                                        <p:attrNameLst>
                                          <p:attrName>style.visibility</p:attrName>
                                        </p:attrNameLst>
                                      </p:cBhvr>
                                      <p:to>
                                        <p:strVal val="visible"/>
                                      </p:to>
                                    </p:set>
                                    <p:animEffect filter="fade" transition="in">
                                      <p:cBhvr additive="repl">
                                        <p:cTn id="23" dur="500"/>
                                        <p:tgtEl>
                                          <p:spTgt spid="400"/>
                                        </p:tgtEl>
                                      </p:cBhvr>
                                    </p:animEffect>
                                  </p:childTnLst>
                                </p:cTn>
                              </p:par>
                              <p:par>
                                <p:cTn id="24" nodeType="withEffect" fill="hold" presetClass="entr" presetID="10">
                                  <p:stCondLst>
                                    <p:cond delay="0"/>
                                  </p:stCondLst>
                                  <p:childTnLst>
                                    <p:set>
                                      <p:cBhvr>
                                        <p:cTn id="25" dur="1" fill="hold">
                                          <p:stCondLst>
                                            <p:cond delay="0"/>
                                          </p:stCondLst>
                                        </p:cTn>
                                        <p:tgtEl>
                                          <p:spTgt spid="409"/>
                                        </p:tgtEl>
                                        <p:attrNameLst>
                                          <p:attrName>style.visibility</p:attrName>
                                        </p:attrNameLst>
                                      </p:cBhvr>
                                      <p:to>
                                        <p:strVal val="visible"/>
                                      </p:to>
                                    </p:set>
                                    <p:animEffect filter="fade" transition="in">
                                      <p:cBhvr additive="repl">
                                        <p:cTn id="26" dur="500"/>
                                        <p:tgtEl>
                                          <p:spTgt spid="409"/>
                                        </p:tgtEl>
                                      </p:cBhvr>
                                    </p:animEffect>
                                  </p:childTnLst>
                                </p:cTn>
                              </p:par>
                              <p:par>
                                <p:cTn id="27" nodeType="withEffect" fill="hold" presetClass="entr" presetID="10">
                                  <p:stCondLst>
                                    <p:cond delay="0"/>
                                  </p:stCondLst>
                                  <p:childTnLst>
                                    <p:set>
                                      <p:cBhvr>
                                        <p:cTn id="28" dur="1" fill="hold">
                                          <p:stCondLst>
                                            <p:cond delay="0"/>
                                          </p:stCondLst>
                                        </p:cTn>
                                        <p:tgtEl>
                                          <p:spTgt spid="410"/>
                                        </p:tgtEl>
                                        <p:attrNameLst>
                                          <p:attrName>style.visibility</p:attrName>
                                        </p:attrNameLst>
                                      </p:cBhvr>
                                      <p:to>
                                        <p:strVal val="visible"/>
                                      </p:to>
                                    </p:set>
                                    <p:animEffect filter="fade" transition="in">
                                      <p:cBhvr additive="repl">
                                        <p:cTn id="29" dur="500"/>
                                        <p:tgtEl>
                                          <p:spTgt spid="410"/>
                                        </p:tgtEl>
                                      </p:cBhvr>
                                    </p:animEffect>
                                  </p:childTnLst>
                                </p:cTn>
                              </p:par>
                            </p:childTnLst>
                          </p:cTn>
                        </p:par>
                      </p:childTnLst>
                    </p:cTn>
                  </p:par>
                  <p:par>
                    <p:cTn id="30" fill="hold">
                      <p:stCondLst>
                        <p:cond delay="indefinite"/>
                      </p:stCondLst>
                      <p:childTnLst>
                        <p:par>
                          <p:cTn id="31" fill="hold">
                            <p:stCondLst>
                              <p:cond delay="0"/>
                            </p:stCondLst>
                            <p:childTnLst>
                              <p:par>
                                <p:cTn id="32" nodeType="clickEffect" fill="hold" presetClass="entr" presetID="10">
                                  <p:stCondLst>
                                    <p:cond delay="0"/>
                                  </p:stCondLst>
                                  <p:childTnLst>
                                    <p:set>
                                      <p:cBhvr>
                                        <p:cTn id="33" dur="1" fill="hold">
                                          <p:stCondLst>
                                            <p:cond delay="0"/>
                                          </p:stCondLst>
                                        </p:cTn>
                                        <p:tgtEl>
                                          <p:spTgt spid="411"/>
                                        </p:tgtEl>
                                        <p:attrNameLst>
                                          <p:attrName>style.visibility</p:attrName>
                                        </p:attrNameLst>
                                      </p:cBhvr>
                                      <p:to>
                                        <p:strVal val="visible"/>
                                      </p:to>
                                    </p:set>
                                    <p:animEffect filter="fade" transition="in">
                                      <p:cBhvr additive="repl">
                                        <p:cTn id="34" dur="500"/>
                                        <p:tgtEl>
                                          <p:spTgt spid="411"/>
                                        </p:tgtEl>
                                      </p:cBhvr>
                                    </p:animEffect>
                                  </p:childTnLst>
                                </p:cTn>
                              </p:par>
                              <p:par>
                                <p:cTn id="35" nodeType="withEffect" fill="hold" presetClass="entr" presetID="10">
                                  <p:stCondLst>
                                    <p:cond delay="0"/>
                                  </p:stCondLst>
                                  <p:childTnLst>
                                    <p:set>
                                      <p:cBhvr>
                                        <p:cTn id="36" dur="1" fill="hold">
                                          <p:stCondLst>
                                            <p:cond delay="0"/>
                                          </p:stCondLst>
                                        </p:cTn>
                                        <p:tgtEl>
                                          <p:spTgt spid="412"/>
                                        </p:tgtEl>
                                        <p:attrNameLst>
                                          <p:attrName>style.visibility</p:attrName>
                                        </p:attrNameLst>
                                      </p:cBhvr>
                                      <p:to>
                                        <p:strVal val="visible"/>
                                      </p:to>
                                    </p:set>
                                    <p:animEffect filter="fade" transition="in">
                                      <p:cBhvr additive="repl">
                                        <p:cTn id="37" dur="500"/>
                                        <p:tgtEl>
                                          <p:spTgt spid="412"/>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4" name="PlaceHolder 1"/>
          <p:cNvSpPr>
            <a:spLocks noGrp="1"/>
          </p:cNvSpPr>
          <p:nvPr>
            <p:ph type="title"/>
          </p:nvPr>
        </p:nvSpPr>
        <p:spPr>
          <a:xfrm>
            <a:off x="374760" y="502920"/>
            <a:ext cx="10514520" cy="1026000"/>
          </a:xfrm>
          <a:prstGeom prst="rect">
            <a:avLst/>
          </a:prstGeom>
          <a:noFill/>
          <a:ln w="0">
            <a:noFill/>
          </a:ln>
        </p:spPr>
        <p:txBody>
          <a:bodyPr lIns="0" rIns="91440" tIns="45720" bIns="45720" anchor="t">
            <a:noAutofit/>
          </a:bodyPr>
          <a:p>
            <a:pPr indent="0" defTabSz="914400">
              <a:lnSpc>
                <a:spcPct val="90000"/>
              </a:lnSpc>
              <a:buNone/>
              <a:tabLst>
                <a:tab algn="l" pos="0"/>
              </a:tabLst>
            </a:pPr>
            <a:r>
              <a:rPr b="0" lang="en-US" sz="2400" spc="63" strike="noStrike">
                <a:solidFill>
                  <a:schemeClr val="dk1"/>
                </a:solidFill>
                <a:latin typeface="Avenir Next LT Pro"/>
                <a:ea typeface="Avenir Next"/>
              </a:rPr>
              <a:t>Un service perdido es el primer paso de un cliente perdido</a:t>
            </a:r>
            <a:endParaRPr b="0" lang="es-AR" sz="2400" spc="-1" strike="noStrike">
              <a:solidFill>
                <a:srgbClr val="000000"/>
              </a:solidFill>
              <a:latin typeface="Arial"/>
            </a:endParaRPr>
          </a:p>
        </p:txBody>
      </p:sp>
      <p:sp>
        <p:nvSpPr>
          <p:cNvPr id="415" name="PlaceHolder 2"/>
          <p:cNvSpPr>
            <a:spLocks noGrp="1"/>
          </p:cNvSpPr>
          <p:nvPr>
            <p:ph/>
          </p:nvPr>
        </p:nvSpPr>
        <p:spPr>
          <a:xfrm>
            <a:off x="394920" y="286920"/>
            <a:ext cx="3901320" cy="214920"/>
          </a:xfrm>
          <a:prstGeom prst="rect">
            <a:avLst/>
          </a:prstGeom>
          <a:noFill/>
          <a:ln w="0">
            <a:noFill/>
          </a:ln>
        </p:spPr>
        <p:txBody>
          <a:bodyPr lIns="0" rIns="91440" tIns="45720" bIns="45720" anchor="t">
            <a:noAutofit/>
          </a:bodyPr>
          <a:p>
            <a:pPr indent="0" defTabSz="914400">
              <a:lnSpc>
                <a:spcPct val="90000"/>
              </a:lnSpc>
              <a:spcBef>
                <a:spcPts val="1001"/>
              </a:spcBef>
              <a:buNone/>
              <a:tabLst>
                <a:tab algn="l" pos="0"/>
              </a:tabLst>
            </a:pPr>
            <a:r>
              <a:rPr b="0" lang="en-US" sz="900" spc="293" strike="noStrike" cap="all">
                <a:solidFill>
                  <a:schemeClr val="accent1"/>
                </a:solidFill>
                <a:latin typeface="Avenir Next LT Pro"/>
                <a:ea typeface="Avenir Next"/>
              </a:rPr>
              <a:t>01 · Descripción del desafío</a:t>
            </a:r>
            <a:endParaRPr b="0" lang="es-AR" sz="900" spc="-1" strike="noStrike">
              <a:solidFill>
                <a:srgbClr val="000000"/>
              </a:solidFill>
              <a:latin typeface="Arial"/>
            </a:endParaRPr>
          </a:p>
        </p:txBody>
      </p:sp>
      <p:sp>
        <p:nvSpPr>
          <p:cNvPr id="416" name="PlaceHolder 3"/>
          <p:cNvSpPr>
            <a:spLocks noGrp="1"/>
          </p:cNvSpPr>
          <p:nvPr>
            <p:ph type="sldNum" idx="58"/>
          </p:nvPr>
        </p:nvSpPr>
        <p:spPr>
          <a:xfrm>
            <a:off x="11521440" y="6486120"/>
            <a:ext cx="319680" cy="36396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F7230081-A5C7-425A-A21C-45E286AAA7E6}"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
        <p:nvSpPr>
          <p:cNvPr id="417" name="paso1_num"/>
          <p:cNvSpPr/>
          <p:nvPr/>
        </p:nvSpPr>
        <p:spPr>
          <a:xfrm>
            <a:off x="548640" y="2057400"/>
            <a:ext cx="3290760" cy="8226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5400" spc="-1" strike="noStrike">
                <a:solidFill>
                  <a:srgbClr val="1700f3"/>
                </a:solidFill>
                <a:latin typeface="Avenir Next LT Pro"/>
              </a:rPr>
              <a:t>01</a:t>
            </a:r>
            <a:endParaRPr b="0" lang="es-AR" sz="5400" spc="-1" strike="noStrike">
              <a:solidFill>
                <a:srgbClr val="000000"/>
              </a:solidFill>
              <a:latin typeface="Arial"/>
            </a:endParaRPr>
          </a:p>
        </p:txBody>
      </p:sp>
      <p:cxnSp>
        <p:nvCxnSpPr>
          <p:cNvPr id="418" name="paso1_linea"/>
          <p:cNvCxnSpPr/>
          <p:nvPr/>
        </p:nvCxnSpPr>
        <p:spPr>
          <a:xfrm>
            <a:off x="548640" y="3063240"/>
            <a:ext cx="3201120" cy="1080"/>
          </a:xfrm>
          <a:prstGeom prst="straightConnector1">
            <a:avLst/>
          </a:prstGeom>
          <a:ln w="15875">
            <a:solidFill>
              <a:srgbClr val="b9bcbd"/>
            </a:solidFill>
            <a:round/>
          </a:ln>
        </p:spPr>
      </p:cxnSp>
      <p:sp>
        <p:nvSpPr>
          <p:cNvPr id="419" name="paso1_cab"/>
          <p:cNvSpPr/>
          <p:nvPr/>
        </p:nvSpPr>
        <p:spPr>
          <a:xfrm>
            <a:off x="548640" y="3246120"/>
            <a:ext cx="3290760" cy="3348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2200" spc="-1" strike="noStrike">
                <a:solidFill>
                  <a:srgbClr val="00095b"/>
                </a:solidFill>
                <a:latin typeface="Avenir Next LT Pro"/>
              </a:rPr>
              <a:t>Se pierde el service</a:t>
            </a:r>
            <a:endParaRPr b="0" lang="es-AR" sz="2200" spc="-1" strike="noStrike">
              <a:solidFill>
                <a:srgbClr val="000000"/>
              </a:solidFill>
              <a:latin typeface="Arial"/>
            </a:endParaRPr>
          </a:p>
        </p:txBody>
      </p:sp>
      <p:sp>
        <p:nvSpPr>
          <p:cNvPr id="420" name="paso1_cuerpo"/>
          <p:cNvSpPr/>
          <p:nvPr/>
        </p:nvSpPr>
        <p:spPr>
          <a:xfrm>
            <a:off x="548640" y="4114800"/>
            <a:ext cx="3107880" cy="7308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600" spc="-1" strike="noStrike">
                <a:solidFill>
                  <a:srgbClr val="7f7f7f"/>
                </a:solidFill>
                <a:latin typeface="Avenir Next LT Pro"/>
              </a:rPr>
              <a:t>El trabajo de taller, los repuestos, el margen de la visita.</a:t>
            </a:r>
            <a:endParaRPr b="0" lang="es-AR" sz="1600" spc="-1" strike="noStrike">
              <a:solidFill>
                <a:srgbClr val="000000"/>
              </a:solidFill>
              <a:latin typeface="Arial"/>
            </a:endParaRPr>
          </a:p>
        </p:txBody>
      </p:sp>
      <p:sp>
        <p:nvSpPr>
          <p:cNvPr id="421" name="flecha1"/>
          <p:cNvSpPr/>
          <p:nvPr/>
        </p:nvSpPr>
        <p:spPr>
          <a:xfrm>
            <a:off x="3950280" y="2395800"/>
            <a:ext cx="273240" cy="383040"/>
          </a:xfrm>
          <a:prstGeom prst="chevron">
            <a:avLst>
              <a:gd name="adj" fmla="val 50000"/>
            </a:avLst>
          </a:prstGeom>
          <a:solidFill>
            <a:srgbClr val="b9bcbd"/>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422" name="paso2_num"/>
          <p:cNvSpPr/>
          <p:nvPr/>
        </p:nvSpPr>
        <p:spPr>
          <a:xfrm>
            <a:off x="4343400" y="2057400"/>
            <a:ext cx="3290760" cy="8226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5400" spc="-1" strike="noStrike">
                <a:solidFill>
                  <a:srgbClr val="1700f3"/>
                </a:solidFill>
                <a:latin typeface="Avenir Next LT Pro"/>
              </a:rPr>
              <a:t>02</a:t>
            </a:r>
            <a:endParaRPr b="0" lang="es-AR" sz="5400" spc="-1" strike="noStrike">
              <a:solidFill>
                <a:srgbClr val="000000"/>
              </a:solidFill>
              <a:latin typeface="Arial"/>
            </a:endParaRPr>
          </a:p>
        </p:txBody>
      </p:sp>
      <p:cxnSp>
        <p:nvCxnSpPr>
          <p:cNvPr id="423" name="paso2_linea"/>
          <p:cNvCxnSpPr/>
          <p:nvPr/>
        </p:nvCxnSpPr>
        <p:spPr>
          <a:xfrm>
            <a:off x="4343400" y="3063240"/>
            <a:ext cx="3201480" cy="1080"/>
          </a:xfrm>
          <a:prstGeom prst="straightConnector1">
            <a:avLst/>
          </a:prstGeom>
          <a:ln w="15875">
            <a:solidFill>
              <a:srgbClr val="b9bcbd"/>
            </a:solidFill>
            <a:round/>
          </a:ln>
        </p:spPr>
      </p:cxnSp>
      <p:sp>
        <p:nvSpPr>
          <p:cNvPr id="424" name="paso2_cab"/>
          <p:cNvSpPr/>
          <p:nvPr/>
        </p:nvSpPr>
        <p:spPr>
          <a:xfrm>
            <a:off x="4343400" y="3246120"/>
            <a:ext cx="3290760" cy="3348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2200" spc="-1" strike="noStrike">
                <a:solidFill>
                  <a:srgbClr val="00095b"/>
                </a:solidFill>
                <a:latin typeface="Avenir Next LT Pro"/>
              </a:rPr>
              <a:t>Se corta la relación</a:t>
            </a:r>
            <a:endParaRPr b="0" lang="es-AR" sz="2200" spc="-1" strike="noStrike">
              <a:solidFill>
                <a:srgbClr val="000000"/>
              </a:solidFill>
              <a:latin typeface="Arial"/>
            </a:endParaRPr>
          </a:p>
        </p:txBody>
      </p:sp>
      <p:sp>
        <p:nvSpPr>
          <p:cNvPr id="425" name="paso2_cuerpo"/>
          <p:cNvSpPr/>
          <p:nvPr/>
        </p:nvSpPr>
        <p:spPr>
          <a:xfrm>
            <a:off x="4343400" y="4114800"/>
            <a:ext cx="3107880" cy="7308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600" spc="-1" strike="noStrike">
                <a:solidFill>
                  <a:srgbClr val="7f7f7f"/>
                </a:solidFill>
                <a:latin typeface="Avenir Next LT Pro"/>
              </a:rPr>
              <a:t>El cliente deja de venir y de hablar con su concesionario: Ford deja de estar presente.</a:t>
            </a:r>
            <a:endParaRPr b="0" lang="es-AR" sz="1600" spc="-1" strike="noStrike">
              <a:solidFill>
                <a:srgbClr val="000000"/>
              </a:solidFill>
              <a:latin typeface="Arial"/>
            </a:endParaRPr>
          </a:p>
        </p:txBody>
      </p:sp>
      <p:sp>
        <p:nvSpPr>
          <p:cNvPr id="426" name="flecha2"/>
          <p:cNvSpPr/>
          <p:nvPr/>
        </p:nvSpPr>
        <p:spPr>
          <a:xfrm>
            <a:off x="7745040" y="2395800"/>
            <a:ext cx="273240" cy="383040"/>
          </a:xfrm>
          <a:prstGeom prst="chevron">
            <a:avLst>
              <a:gd name="adj" fmla="val 50000"/>
            </a:avLst>
          </a:prstGeom>
          <a:solidFill>
            <a:srgbClr val="b9bcbd"/>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427" name="paso3_num"/>
          <p:cNvSpPr/>
          <p:nvPr/>
        </p:nvSpPr>
        <p:spPr>
          <a:xfrm>
            <a:off x="8138160" y="2057400"/>
            <a:ext cx="3290760" cy="8226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5400" spc="-1" strike="noStrike">
                <a:solidFill>
                  <a:srgbClr val="1700f3"/>
                </a:solidFill>
                <a:latin typeface="Avenir Next LT Pro"/>
              </a:rPr>
              <a:t>03</a:t>
            </a:r>
            <a:endParaRPr b="0" lang="es-AR" sz="5400" spc="-1" strike="noStrike">
              <a:solidFill>
                <a:srgbClr val="000000"/>
              </a:solidFill>
              <a:latin typeface="Arial"/>
            </a:endParaRPr>
          </a:p>
        </p:txBody>
      </p:sp>
      <p:cxnSp>
        <p:nvCxnSpPr>
          <p:cNvPr id="428" name="paso3_linea"/>
          <p:cNvCxnSpPr/>
          <p:nvPr/>
        </p:nvCxnSpPr>
        <p:spPr>
          <a:xfrm>
            <a:off x="8138160" y="3063240"/>
            <a:ext cx="3201480" cy="1080"/>
          </a:xfrm>
          <a:prstGeom prst="straightConnector1">
            <a:avLst/>
          </a:prstGeom>
          <a:ln w="15875">
            <a:solidFill>
              <a:srgbClr val="00095b"/>
            </a:solidFill>
            <a:round/>
          </a:ln>
        </p:spPr>
      </p:cxnSp>
      <p:sp>
        <p:nvSpPr>
          <p:cNvPr id="429" name="paso3_cab"/>
          <p:cNvSpPr/>
          <p:nvPr/>
        </p:nvSpPr>
        <p:spPr>
          <a:xfrm>
            <a:off x="8138160" y="3246120"/>
            <a:ext cx="3290760" cy="6699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2200" spc="-1" strike="noStrike">
                <a:solidFill>
                  <a:srgbClr val="00095b"/>
                </a:solidFill>
                <a:latin typeface="Avenir Next LT Pro"/>
              </a:rPr>
              <a:t>Se pierde la próxima Ford</a:t>
            </a:r>
            <a:endParaRPr b="0" lang="es-AR" sz="2200" spc="-1" strike="noStrike">
              <a:solidFill>
                <a:srgbClr val="000000"/>
              </a:solidFill>
              <a:latin typeface="Arial"/>
            </a:endParaRPr>
          </a:p>
        </p:txBody>
      </p:sp>
      <p:sp>
        <p:nvSpPr>
          <p:cNvPr id="430" name="paso3_cuerpo"/>
          <p:cNvSpPr/>
          <p:nvPr/>
        </p:nvSpPr>
        <p:spPr>
          <a:xfrm>
            <a:off x="8138160" y="4114800"/>
            <a:ext cx="3107880" cy="4870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600" spc="-1" strike="noStrike">
                <a:solidFill>
                  <a:srgbClr val="7f7f7f"/>
                </a:solidFill>
                <a:latin typeface="Avenir Next LT Pro"/>
              </a:rPr>
              <a:t>Cuando cambie la camioneta, va a decidir sin nosotros.</a:t>
            </a:r>
            <a:endParaRPr b="0" lang="es-AR" sz="1600" spc="-1" strike="noStrike">
              <a:solidFill>
                <a:srgbClr val="000000"/>
              </a:solidFill>
              <a:latin typeface="Arial"/>
            </a:endParaRPr>
          </a:p>
        </p:txBody>
      </p:sp>
      <p:sp>
        <p:nvSpPr>
          <p:cNvPr id="431" name="bumper"/>
          <p:cNvSpPr/>
          <p:nvPr/>
        </p:nvSpPr>
        <p:spPr>
          <a:xfrm>
            <a:off x="182880" y="5440680"/>
            <a:ext cx="11822040" cy="776160"/>
          </a:xfrm>
          <a:prstGeom prst="rect">
            <a:avLst/>
          </a:prstGeom>
          <a:solidFill>
            <a:srgbClr val="00095b"/>
          </a:solidFill>
          <a:ln>
            <a:noFill/>
          </a:ln>
        </p:spPr>
        <p:style>
          <a:lnRef idx="1">
            <a:schemeClr val="accent1"/>
          </a:lnRef>
          <a:fillRef idx="3">
            <a:schemeClr val="accent1"/>
          </a:fillRef>
          <a:effectRef idx="2">
            <a:schemeClr val="accent1"/>
          </a:effectRef>
          <a:fontRef idx="minor"/>
        </p:style>
        <p:txBody>
          <a:bodyPr lIns="73080" rIns="73080" tIns="27360" bIns="27360" anchor="ctr">
            <a:noAutofit/>
          </a:bodyPr>
          <a:p>
            <a:pPr algn="ctr" defTabSz="914400">
              <a:lnSpc>
                <a:spcPct val="100000"/>
              </a:lnSpc>
            </a:pPr>
            <a:r>
              <a:rPr b="0" lang="en-US" sz="2400" spc="-1" strike="noStrike">
                <a:solidFill>
                  <a:srgbClr val="ffffff"/>
                </a:solidFill>
                <a:latin typeface="Avenir Next LT Pro"/>
              </a:rPr>
              <a:t>La próxima venta no se gana en el salón: </a:t>
            </a:r>
            <a:r>
              <a:rPr b="1" lang="en-US" sz="2400" spc="-1" strike="noStrike">
                <a:solidFill>
                  <a:srgbClr val="ffffff"/>
                </a:solidFill>
                <a:latin typeface="Avenir Next LT Pro"/>
              </a:rPr>
              <a:t>se gana en el taller.</a:t>
            </a:r>
            <a:endParaRPr b="0" lang="es-AR" sz="2400" spc="-1" strike="noStrike">
              <a:solidFill>
                <a:srgbClr val="ffffff"/>
              </a:solidFill>
              <a:latin typeface="Arial"/>
            </a:endParaRPr>
          </a:p>
        </p:txBody>
      </p:sp>
      <p:sp>
        <p:nvSpPr>
          <p:cNvPr id="432" name="orador"/>
          <p:cNvSpPr/>
          <p:nvPr/>
        </p:nvSpPr>
        <p:spPr>
          <a:xfrm>
            <a:off x="394920" y="6540120"/>
            <a:ext cx="4998960" cy="2790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pPr>
            <a:r>
              <a:rPr b="0" lang="en-US" sz="1000" spc="-1" strike="noStrike">
                <a:solidFill>
                  <a:srgbClr val="7f7f7f"/>
                </a:solidFill>
                <a:latin typeface="Avenir Next LT Pro"/>
              </a:rPr>
              <a:t>María Florencia Iuzzolino</a:t>
            </a:r>
            <a:endParaRPr b="0" lang="es-AR" sz="1000" spc="-1" strike="noStrike">
              <a:solidFill>
                <a:srgbClr val="000000"/>
              </a:solidFill>
              <a:latin typeface="Arial"/>
            </a:endParaRPr>
          </a:p>
        </p:txBody>
      </p:sp>
    </p:spTree>
  </p:cSld>
  <mc:AlternateContent>
    <mc:Choice Requires="p14">
      <p:transition spd="med" p14:dur="600">
        <p:fade/>
      </p:transition>
    </mc:Choice>
    <mc:Fallback>
      <p:transition spd="med">
        <p:fade/>
      </p:transition>
    </mc:Fallback>
  </mc:AlternateContent>
  <p:timing>
    <p:tnLst>
      <p:par>
        <p:cTn id="38" dur="indefinite" restart="never" nodeType="tmRoot">
          <p:childTnLst>
            <p:seq>
              <p:cTn id="39" dur="indefinite" nodeType="mainSeq">
                <p:childTnLst>
                  <p:par>
                    <p:cTn id="40" fill="hold">
                      <p:stCondLst>
                        <p:cond delay="indefinite"/>
                      </p:stCondLst>
                      <p:childTnLst>
                        <p:par>
                          <p:cTn id="41" fill="hold">
                            <p:stCondLst>
                              <p:cond delay="0"/>
                            </p:stCondLst>
                            <p:childTnLst>
                              <p:par>
                                <p:cTn id="42" nodeType="clickEffect" fill="hold" presetClass="entr" presetID="10">
                                  <p:stCondLst>
                                    <p:cond delay="0"/>
                                  </p:stCondLst>
                                  <p:childTnLst>
                                    <p:set>
                                      <p:cBhvr>
                                        <p:cTn id="43" dur="1" fill="hold">
                                          <p:stCondLst>
                                            <p:cond delay="0"/>
                                          </p:stCondLst>
                                        </p:cTn>
                                        <p:tgtEl>
                                          <p:spTgt spid="417"/>
                                        </p:tgtEl>
                                        <p:attrNameLst>
                                          <p:attrName>style.visibility</p:attrName>
                                        </p:attrNameLst>
                                      </p:cBhvr>
                                      <p:to>
                                        <p:strVal val="visible"/>
                                      </p:to>
                                    </p:set>
                                    <p:animEffect filter="fade" transition="in">
                                      <p:cBhvr additive="repl">
                                        <p:cTn id="44" dur="500"/>
                                        <p:tgtEl>
                                          <p:spTgt spid="417"/>
                                        </p:tgtEl>
                                      </p:cBhvr>
                                    </p:animEffect>
                                  </p:childTnLst>
                                </p:cTn>
                              </p:par>
                              <p:par>
                                <p:cTn id="45" nodeType="withEffect" fill="hold" presetClass="entr" presetID="10">
                                  <p:stCondLst>
                                    <p:cond delay="0"/>
                                  </p:stCondLst>
                                  <p:childTnLst>
                                    <p:set>
                                      <p:cBhvr>
                                        <p:cTn id="46" dur="1" fill="hold">
                                          <p:stCondLst>
                                            <p:cond delay="0"/>
                                          </p:stCondLst>
                                        </p:cTn>
                                        <p:tgtEl>
                                          <p:spTgt spid="418"/>
                                        </p:tgtEl>
                                        <p:attrNameLst>
                                          <p:attrName>style.visibility</p:attrName>
                                        </p:attrNameLst>
                                      </p:cBhvr>
                                      <p:to>
                                        <p:strVal val="visible"/>
                                      </p:to>
                                    </p:set>
                                    <p:animEffect filter="fade" transition="in">
                                      <p:cBhvr additive="repl">
                                        <p:cTn id="47" dur="500"/>
                                        <p:tgtEl>
                                          <p:spTgt spid="418"/>
                                        </p:tgtEl>
                                      </p:cBhvr>
                                    </p:animEffect>
                                  </p:childTnLst>
                                </p:cTn>
                              </p:par>
                              <p:par>
                                <p:cTn id="48" nodeType="withEffect" fill="hold" presetClass="entr" presetID="10">
                                  <p:stCondLst>
                                    <p:cond delay="0"/>
                                  </p:stCondLst>
                                  <p:childTnLst>
                                    <p:set>
                                      <p:cBhvr>
                                        <p:cTn id="49" dur="1" fill="hold">
                                          <p:stCondLst>
                                            <p:cond delay="0"/>
                                          </p:stCondLst>
                                        </p:cTn>
                                        <p:tgtEl>
                                          <p:spTgt spid="419"/>
                                        </p:tgtEl>
                                        <p:attrNameLst>
                                          <p:attrName>style.visibility</p:attrName>
                                        </p:attrNameLst>
                                      </p:cBhvr>
                                      <p:to>
                                        <p:strVal val="visible"/>
                                      </p:to>
                                    </p:set>
                                    <p:animEffect filter="fade" transition="in">
                                      <p:cBhvr additive="repl">
                                        <p:cTn id="50" dur="500"/>
                                        <p:tgtEl>
                                          <p:spTgt spid="419"/>
                                        </p:tgtEl>
                                      </p:cBhvr>
                                    </p:animEffect>
                                  </p:childTnLst>
                                </p:cTn>
                              </p:par>
                              <p:par>
                                <p:cTn id="51" nodeType="withEffect" fill="hold" presetClass="entr" presetID="10">
                                  <p:stCondLst>
                                    <p:cond delay="0"/>
                                  </p:stCondLst>
                                  <p:childTnLst>
                                    <p:set>
                                      <p:cBhvr>
                                        <p:cTn id="52" dur="1" fill="hold">
                                          <p:stCondLst>
                                            <p:cond delay="0"/>
                                          </p:stCondLst>
                                        </p:cTn>
                                        <p:tgtEl>
                                          <p:spTgt spid="420"/>
                                        </p:tgtEl>
                                        <p:attrNameLst>
                                          <p:attrName>style.visibility</p:attrName>
                                        </p:attrNameLst>
                                      </p:cBhvr>
                                      <p:to>
                                        <p:strVal val="visible"/>
                                      </p:to>
                                    </p:set>
                                    <p:animEffect filter="fade" transition="in">
                                      <p:cBhvr additive="repl">
                                        <p:cTn id="53" dur="500"/>
                                        <p:tgtEl>
                                          <p:spTgt spid="420"/>
                                        </p:tgtEl>
                                      </p:cBhvr>
                                    </p:animEffect>
                                  </p:childTnLst>
                                </p:cTn>
                              </p:par>
                            </p:childTnLst>
                          </p:cTn>
                        </p:par>
                      </p:childTnLst>
                    </p:cTn>
                  </p:par>
                  <p:par>
                    <p:cTn id="54" fill="hold">
                      <p:stCondLst>
                        <p:cond delay="indefinite"/>
                      </p:stCondLst>
                      <p:childTnLst>
                        <p:par>
                          <p:cTn id="55" fill="hold">
                            <p:stCondLst>
                              <p:cond delay="0"/>
                            </p:stCondLst>
                            <p:childTnLst>
                              <p:par>
                                <p:cTn id="56" nodeType="clickEffect" fill="hold" presetClass="entr" presetID="10">
                                  <p:stCondLst>
                                    <p:cond delay="0"/>
                                  </p:stCondLst>
                                  <p:childTnLst>
                                    <p:set>
                                      <p:cBhvr>
                                        <p:cTn id="57" dur="1" fill="hold">
                                          <p:stCondLst>
                                            <p:cond delay="0"/>
                                          </p:stCondLst>
                                        </p:cTn>
                                        <p:tgtEl>
                                          <p:spTgt spid="421"/>
                                        </p:tgtEl>
                                        <p:attrNameLst>
                                          <p:attrName>style.visibility</p:attrName>
                                        </p:attrNameLst>
                                      </p:cBhvr>
                                      <p:to>
                                        <p:strVal val="visible"/>
                                      </p:to>
                                    </p:set>
                                    <p:animEffect filter="fade" transition="in">
                                      <p:cBhvr additive="repl">
                                        <p:cTn id="58" dur="500"/>
                                        <p:tgtEl>
                                          <p:spTgt spid="421"/>
                                        </p:tgtEl>
                                      </p:cBhvr>
                                    </p:animEffect>
                                  </p:childTnLst>
                                </p:cTn>
                              </p:par>
                              <p:par>
                                <p:cTn id="59" nodeType="withEffect" fill="hold" presetClass="entr" presetID="10">
                                  <p:stCondLst>
                                    <p:cond delay="0"/>
                                  </p:stCondLst>
                                  <p:childTnLst>
                                    <p:set>
                                      <p:cBhvr>
                                        <p:cTn id="60" dur="1" fill="hold">
                                          <p:stCondLst>
                                            <p:cond delay="0"/>
                                          </p:stCondLst>
                                        </p:cTn>
                                        <p:tgtEl>
                                          <p:spTgt spid="422"/>
                                        </p:tgtEl>
                                        <p:attrNameLst>
                                          <p:attrName>style.visibility</p:attrName>
                                        </p:attrNameLst>
                                      </p:cBhvr>
                                      <p:to>
                                        <p:strVal val="visible"/>
                                      </p:to>
                                    </p:set>
                                    <p:animEffect filter="fade" transition="in">
                                      <p:cBhvr additive="repl">
                                        <p:cTn id="61" dur="500"/>
                                        <p:tgtEl>
                                          <p:spTgt spid="422"/>
                                        </p:tgtEl>
                                      </p:cBhvr>
                                    </p:animEffect>
                                  </p:childTnLst>
                                </p:cTn>
                              </p:par>
                              <p:par>
                                <p:cTn id="62" nodeType="withEffect" fill="hold" presetClass="entr" presetID="10">
                                  <p:stCondLst>
                                    <p:cond delay="0"/>
                                  </p:stCondLst>
                                  <p:childTnLst>
                                    <p:set>
                                      <p:cBhvr>
                                        <p:cTn id="63" dur="1" fill="hold">
                                          <p:stCondLst>
                                            <p:cond delay="0"/>
                                          </p:stCondLst>
                                        </p:cTn>
                                        <p:tgtEl>
                                          <p:spTgt spid="423"/>
                                        </p:tgtEl>
                                        <p:attrNameLst>
                                          <p:attrName>style.visibility</p:attrName>
                                        </p:attrNameLst>
                                      </p:cBhvr>
                                      <p:to>
                                        <p:strVal val="visible"/>
                                      </p:to>
                                    </p:set>
                                    <p:animEffect filter="fade" transition="in">
                                      <p:cBhvr additive="repl">
                                        <p:cTn id="64" dur="500"/>
                                        <p:tgtEl>
                                          <p:spTgt spid="423"/>
                                        </p:tgtEl>
                                      </p:cBhvr>
                                    </p:animEffect>
                                  </p:childTnLst>
                                </p:cTn>
                              </p:par>
                              <p:par>
                                <p:cTn id="65" nodeType="withEffect" fill="hold" presetClass="entr" presetID="10">
                                  <p:stCondLst>
                                    <p:cond delay="0"/>
                                  </p:stCondLst>
                                  <p:childTnLst>
                                    <p:set>
                                      <p:cBhvr>
                                        <p:cTn id="66" dur="1" fill="hold">
                                          <p:stCondLst>
                                            <p:cond delay="0"/>
                                          </p:stCondLst>
                                        </p:cTn>
                                        <p:tgtEl>
                                          <p:spTgt spid="424"/>
                                        </p:tgtEl>
                                        <p:attrNameLst>
                                          <p:attrName>style.visibility</p:attrName>
                                        </p:attrNameLst>
                                      </p:cBhvr>
                                      <p:to>
                                        <p:strVal val="visible"/>
                                      </p:to>
                                    </p:set>
                                    <p:animEffect filter="fade" transition="in">
                                      <p:cBhvr additive="repl">
                                        <p:cTn id="67" dur="500"/>
                                        <p:tgtEl>
                                          <p:spTgt spid="424"/>
                                        </p:tgtEl>
                                      </p:cBhvr>
                                    </p:animEffect>
                                  </p:childTnLst>
                                </p:cTn>
                              </p:par>
                              <p:par>
                                <p:cTn id="68" nodeType="withEffect" fill="hold" presetClass="entr" presetID="10">
                                  <p:stCondLst>
                                    <p:cond delay="0"/>
                                  </p:stCondLst>
                                  <p:childTnLst>
                                    <p:set>
                                      <p:cBhvr>
                                        <p:cTn id="69" dur="1" fill="hold">
                                          <p:stCondLst>
                                            <p:cond delay="0"/>
                                          </p:stCondLst>
                                        </p:cTn>
                                        <p:tgtEl>
                                          <p:spTgt spid="425"/>
                                        </p:tgtEl>
                                        <p:attrNameLst>
                                          <p:attrName>style.visibility</p:attrName>
                                        </p:attrNameLst>
                                      </p:cBhvr>
                                      <p:to>
                                        <p:strVal val="visible"/>
                                      </p:to>
                                    </p:set>
                                    <p:animEffect filter="fade" transition="in">
                                      <p:cBhvr additive="repl">
                                        <p:cTn id="70" dur="500"/>
                                        <p:tgtEl>
                                          <p:spTgt spid="425"/>
                                        </p:tgtEl>
                                      </p:cBhvr>
                                    </p:animEffect>
                                  </p:childTnLst>
                                </p:cTn>
                              </p:par>
                            </p:childTnLst>
                          </p:cTn>
                        </p:par>
                      </p:childTnLst>
                    </p:cTn>
                  </p:par>
                  <p:par>
                    <p:cTn id="71" fill="hold">
                      <p:stCondLst>
                        <p:cond delay="indefinite"/>
                      </p:stCondLst>
                      <p:childTnLst>
                        <p:par>
                          <p:cTn id="72" fill="hold">
                            <p:stCondLst>
                              <p:cond delay="0"/>
                            </p:stCondLst>
                            <p:childTnLst>
                              <p:par>
                                <p:cTn id="73" nodeType="clickEffect" fill="hold" presetClass="entr" presetID="10">
                                  <p:stCondLst>
                                    <p:cond delay="0"/>
                                  </p:stCondLst>
                                  <p:childTnLst>
                                    <p:set>
                                      <p:cBhvr>
                                        <p:cTn id="74" dur="1" fill="hold">
                                          <p:stCondLst>
                                            <p:cond delay="0"/>
                                          </p:stCondLst>
                                        </p:cTn>
                                        <p:tgtEl>
                                          <p:spTgt spid="426"/>
                                        </p:tgtEl>
                                        <p:attrNameLst>
                                          <p:attrName>style.visibility</p:attrName>
                                        </p:attrNameLst>
                                      </p:cBhvr>
                                      <p:to>
                                        <p:strVal val="visible"/>
                                      </p:to>
                                    </p:set>
                                    <p:animEffect filter="fade" transition="in">
                                      <p:cBhvr additive="repl">
                                        <p:cTn id="75" dur="500"/>
                                        <p:tgtEl>
                                          <p:spTgt spid="426"/>
                                        </p:tgtEl>
                                      </p:cBhvr>
                                    </p:animEffect>
                                  </p:childTnLst>
                                </p:cTn>
                              </p:par>
                              <p:par>
                                <p:cTn id="76" nodeType="withEffect" fill="hold" presetClass="entr" presetID="10">
                                  <p:stCondLst>
                                    <p:cond delay="0"/>
                                  </p:stCondLst>
                                  <p:childTnLst>
                                    <p:set>
                                      <p:cBhvr>
                                        <p:cTn id="77" dur="1" fill="hold">
                                          <p:stCondLst>
                                            <p:cond delay="0"/>
                                          </p:stCondLst>
                                        </p:cTn>
                                        <p:tgtEl>
                                          <p:spTgt spid="427"/>
                                        </p:tgtEl>
                                        <p:attrNameLst>
                                          <p:attrName>style.visibility</p:attrName>
                                        </p:attrNameLst>
                                      </p:cBhvr>
                                      <p:to>
                                        <p:strVal val="visible"/>
                                      </p:to>
                                    </p:set>
                                    <p:animEffect filter="fade" transition="in">
                                      <p:cBhvr additive="repl">
                                        <p:cTn id="78" dur="500"/>
                                        <p:tgtEl>
                                          <p:spTgt spid="427"/>
                                        </p:tgtEl>
                                      </p:cBhvr>
                                    </p:animEffect>
                                  </p:childTnLst>
                                </p:cTn>
                              </p:par>
                              <p:par>
                                <p:cTn id="79" nodeType="withEffect" fill="hold" presetClass="entr" presetID="10">
                                  <p:stCondLst>
                                    <p:cond delay="0"/>
                                  </p:stCondLst>
                                  <p:childTnLst>
                                    <p:set>
                                      <p:cBhvr>
                                        <p:cTn id="80" dur="1" fill="hold">
                                          <p:stCondLst>
                                            <p:cond delay="0"/>
                                          </p:stCondLst>
                                        </p:cTn>
                                        <p:tgtEl>
                                          <p:spTgt spid="428"/>
                                        </p:tgtEl>
                                        <p:attrNameLst>
                                          <p:attrName>style.visibility</p:attrName>
                                        </p:attrNameLst>
                                      </p:cBhvr>
                                      <p:to>
                                        <p:strVal val="visible"/>
                                      </p:to>
                                    </p:set>
                                    <p:animEffect filter="fade" transition="in">
                                      <p:cBhvr additive="repl">
                                        <p:cTn id="81" dur="500"/>
                                        <p:tgtEl>
                                          <p:spTgt spid="428"/>
                                        </p:tgtEl>
                                      </p:cBhvr>
                                    </p:animEffect>
                                  </p:childTnLst>
                                </p:cTn>
                              </p:par>
                              <p:par>
                                <p:cTn id="82" nodeType="withEffect" fill="hold" presetClass="entr" presetID="10">
                                  <p:stCondLst>
                                    <p:cond delay="0"/>
                                  </p:stCondLst>
                                  <p:childTnLst>
                                    <p:set>
                                      <p:cBhvr>
                                        <p:cTn id="83" dur="1" fill="hold">
                                          <p:stCondLst>
                                            <p:cond delay="0"/>
                                          </p:stCondLst>
                                        </p:cTn>
                                        <p:tgtEl>
                                          <p:spTgt spid="429"/>
                                        </p:tgtEl>
                                        <p:attrNameLst>
                                          <p:attrName>style.visibility</p:attrName>
                                        </p:attrNameLst>
                                      </p:cBhvr>
                                      <p:to>
                                        <p:strVal val="visible"/>
                                      </p:to>
                                    </p:set>
                                    <p:animEffect filter="fade" transition="in">
                                      <p:cBhvr additive="repl">
                                        <p:cTn id="84" dur="500"/>
                                        <p:tgtEl>
                                          <p:spTgt spid="429"/>
                                        </p:tgtEl>
                                      </p:cBhvr>
                                    </p:animEffect>
                                  </p:childTnLst>
                                </p:cTn>
                              </p:par>
                              <p:par>
                                <p:cTn id="85" nodeType="withEffect" fill="hold" presetClass="entr" presetID="10">
                                  <p:stCondLst>
                                    <p:cond delay="0"/>
                                  </p:stCondLst>
                                  <p:childTnLst>
                                    <p:set>
                                      <p:cBhvr>
                                        <p:cTn id="86" dur="1" fill="hold">
                                          <p:stCondLst>
                                            <p:cond delay="0"/>
                                          </p:stCondLst>
                                        </p:cTn>
                                        <p:tgtEl>
                                          <p:spTgt spid="430"/>
                                        </p:tgtEl>
                                        <p:attrNameLst>
                                          <p:attrName>style.visibility</p:attrName>
                                        </p:attrNameLst>
                                      </p:cBhvr>
                                      <p:to>
                                        <p:strVal val="visible"/>
                                      </p:to>
                                    </p:set>
                                    <p:animEffect filter="fade" transition="in">
                                      <p:cBhvr additive="repl">
                                        <p:cTn id="87" dur="500"/>
                                        <p:tgtEl>
                                          <p:spTgt spid="430"/>
                                        </p:tgtEl>
                                      </p:cBhvr>
                                    </p:animEffect>
                                  </p:childTnLst>
                                </p:cTn>
                              </p:par>
                            </p:childTnLst>
                          </p:cTn>
                        </p:par>
                      </p:childTnLst>
                    </p:cTn>
                  </p:par>
                  <p:par>
                    <p:cTn id="88" fill="hold">
                      <p:stCondLst>
                        <p:cond delay="indefinite"/>
                      </p:stCondLst>
                      <p:childTnLst>
                        <p:par>
                          <p:cTn id="89" fill="hold">
                            <p:stCondLst>
                              <p:cond delay="0"/>
                            </p:stCondLst>
                            <p:childTnLst>
                              <p:par>
                                <p:cTn id="90" nodeType="clickEffect" fill="hold" presetClass="entr" presetID="22" presetSubtype="8">
                                  <p:stCondLst>
                                    <p:cond delay="0"/>
                                  </p:stCondLst>
                                  <p:childTnLst>
                                    <p:set>
                                      <p:cBhvr>
                                        <p:cTn id="91" dur="1" fill="hold">
                                          <p:stCondLst>
                                            <p:cond delay="0"/>
                                          </p:stCondLst>
                                        </p:cTn>
                                        <p:tgtEl>
                                          <p:spTgt spid="431"/>
                                        </p:tgtEl>
                                        <p:attrNameLst>
                                          <p:attrName>style.visibility</p:attrName>
                                        </p:attrNameLst>
                                      </p:cBhvr>
                                      <p:to>
                                        <p:strVal val="visible"/>
                                      </p:to>
                                    </p:set>
                                    <p:animEffect filter="wipe(left)" transition="in">
                                      <p:cBhvr additive="repl">
                                        <p:cTn id="92" dur="700"/>
                                        <p:tgtEl>
                                          <p:spTgt spid="431"/>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3" name="PlaceHolder 1"/>
          <p:cNvSpPr>
            <a:spLocks noGrp="1"/>
          </p:cNvSpPr>
          <p:nvPr>
            <p:ph/>
          </p:nvPr>
        </p:nvSpPr>
        <p:spPr>
          <a:xfrm>
            <a:off x="394920" y="286920"/>
            <a:ext cx="5334120" cy="214920"/>
          </a:xfrm>
          <a:prstGeom prst="rect">
            <a:avLst/>
          </a:prstGeom>
          <a:noFill/>
          <a:ln w="0">
            <a:noFill/>
          </a:ln>
        </p:spPr>
        <p:txBody>
          <a:bodyPr lIns="0" rIns="91440" tIns="45720" bIns="45720" anchor="t">
            <a:noAutofit/>
          </a:bodyPr>
          <a:p>
            <a:pPr indent="0" defTabSz="914400">
              <a:lnSpc>
                <a:spcPct val="90000"/>
              </a:lnSpc>
              <a:spcBef>
                <a:spcPts val="1001"/>
              </a:spcBef>
              <a:buNone/>
              <a:tabLst>
                <a:tab algn="l" pos="0"/>
              </a:tabLst>
            </a:pPr>
            <a:r>
              <a:rPr b="0" lang="en-US" sz="900" spc="293" strike="noStrike" cap="all">
                <a:solidFill>
                  <a:schemeClr val="accent1"/>
                </a:solidFill>
                <a:latin typeface="Avenir Next LT Pro"/>
                <a:ea typeface="Avenir Next"/>
              </a:rPr>
              <a:t>01 · Descripción del desafío</a:t>
            </a:r>
            <a:endParaRPr b="0" lang="es-AR" sz="900" spc="-1" strike="noStrike">
              <a:solidFill>
                <a:srgbClr val="000000"/>
              </a:solidFill>
              <a:latin typeface="Arial"/>
            </a:endParaRPr>
          </a:p>
        </p:txBody>
      </p:sp>
      <p:sp>
        <p:nvSpPr>
          <p:cNvPr id="434" name="PlaceHolder 2"/>
          <p:cNvSpPr>
            <a:spLocks noGrp="1"/>
          </p:cNvSpPr>
          <p:nvPr>
            <p:ph type="title"/>
          </p:nvPr>
        </p:nvSpPr>
        <p:spPr>
          <a:xfrm>
            <a:off x="374760" y="502920"/>
            <a:ext cx="5334120" cy="1058040"/>
          </a:xfrm>
          <a:prstGeom prst="rect">
            <a:avLst/>
          </a:prstGeom>
          <a:noFill/>
          <a:ln w="0">
            <a:noFill/>
          </a:ln>
        </p:spPr>
        <p:txBody>
          <a:bodyPr lIns="0" rIns="91440" tIns="45720" bIns="45720" anchor="t">
            <a:noAutofit/>
          </a:bodyPr>
          <a:p>
            <a:pPr indent="0" defTabSz="914400">
              <a:lnSpc>
                <a:spcPct val="90000"/>
              </a:lnSpc>
              <a:buNone/>
              <a:tabLst>
                <a:tab algn="l" pos="0"/>
              </a:tabLst>
            </a:pPr>
            <a:r>
              <a:rPr b="0" lang="en-US" sz="2400" spc="63" strike="noStrike">
                <a:solidFill>
                  <a:schemeClr val="dk1"/>
                </a:solidFill>
                <a:latin typeface="Avenir Next LT Pro"/>
                <a:ea typeface="Avenir Next"/>
              </a:rPr>
              <a:t>Hoy, Ford le habla igual a todos</a:t>
            </a:r>
            <a:endParaRPr b="0" lang="es-AR" sz="2400" spc="-1" strike="noStrike">
              <a:solidFill>
                <a:srgbClr val="000000"/>
              </a:solidFill>
              <a:latin typeface="Arial"/>
            </a:endParaRPr>
          </a:p>
        </p:txBody>
      </p:sp>
      <p:sp>
        <p:nvSpPr>
          <p:cNvPr id="435" name="PlaceHolder 3"/>
          <p:cNvSpPr>
            <a:spLocks noGrp="1"/>
          </p:cNvSpPr>
          <p:nvPr>
            <p:ph type="sldNum" idx="59"/>
          </p:nvPr>
        </p:nvSpPr>
        <p:spPr>
          <a:xfrm>
            <a:off x="11521440" y="6486120"/>
            <a:ext cx="319680" cy="36396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205F7790-A566-4E90-BE41-E853619EB91F}"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
        <p:nvSpPr>
          <p:cNvPr id="436" name="datos_existen"/>
          <p:cNvSpPr/>
          <p:nvPr/>
        </p:nvSpPr>
        <p:spPr>
          <a:xfrm>
            <a:off x="374760" y="2331720"/>
            <a:ext cx="4936680" cy="6091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4000" spc="-1" strike="noStrike">
                <a:solidFill>
                  <a:srgbClr val="1700f3"/>
                </a:solidFill>
                <a:latin typeface="Avenir Next LT Pro"/>
              </a:rPr>
              <a:t>Los datos existen.</a:t>
            </a:r>
            <a:endParaRPr b="0" lang="es-AR" sz="4000" spc="-1" strike="noStrike">
              <a:solidFill>
                <a:srgbClr val="000000"/>
              </a:solidFill>
              <a:latin typeface="Arial"/>
            </a:endParaRPr>
          </a:p>
        </p:txBody>
      </p:sp>
      <p:sp>
        <p:nvSpPr>
          <p:cNvPr id="437" name="no_se_aprovechan"/>
          <p:cNvSpPr/>
          <p:nvPr/>
        </p:nvSpPr>
        <p:spPr>
          <a:xfrm>
            <a:off x="374760" y="3246120"/>
            <a:ext cx="4845240" cy="13716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2000" spc="-1" strike="noStrike">
                <a:solidFill>
                  <a:srgbClr val="00095b"/>
                </a:solidFill>
                <a:latin typeface="Avenir Next LT Pro"/>
              </a:rPr>
              <a:t>Pero no se terminan de aprovechar.</a:t>
            </a:r>
            <a:endParaRPr b="0" lang="es-AR" sz="2000" spc="-1" strike="noStrike">
              <a:solidFill>
                <a:srgbClr val="000000"/>
              </a:solidFill>
              <a:latin typeface="Arial"/>
            </a:endParaRPr>
          </a:p>
          <a:p>
            <a:pPr defTabSz="914400">
              <a:lnSpc>
                <a:spcPct val="100000"/>
              </a:lnSpc>
              <a:spcBef>
                <a:spcPts val="1199"/>
              </a:spcBef>
            </a:pPr>
            <a:r>
              <a:rPr b="0" lang="en-US" sz="2000" spc="-1" strike="noStrike">
                <a:solidFill>
                  <a:srgbClr val="00095b"/>
                </a:solidFill>
                <a:latin typeface="Avenir Next LT Pro"/>
              </a:rPr>
              <a:t>Todos reciben el mismo mensaje, en el mismo orden, y el cliente que se va se detecta cuando ya es tarde.</a:t>
            </a:r>
            <a:endParaRPr b="0" lang="es-AR" sz="2000" spc="-1" strike="noStrike">
              <a:solidFill>
                <a:srgbClr val="000000"/>
              </a:solidFill>
              <a:latin typeface="Arial"/>
            </a:endParaRPr>
          </a:p>
        </p:txBody>
      </p:sp>
      <p:sp>
        <p:nvSpPr>
          <p:cNvPr id="438" name="contacto_1"/>
          <p:cNvSpPr/>
          <p:nvPr/>
        </p:nvSpPr>
        <p:spPr>
          <a:xfrm>
            <a:off x="6556320" y="2514600"/>
            <a:ext cx="383040" cy="383040"/>
          </a:xfrm>
          <a:prstGeom prst="ellipse">
            <a:avLst/>
          </a:prstGeom>
          <a:solidFill>
            <a:srgbClr val="0009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439" name="contacto_2"/>
          <p:cNvSpPr/>
          <p:nvPr/>
        </p:nvSpPr>
        <p:spPr>
          <a:xfrm>
            <a:off x="7031880" y="2514600"/>
            <a:ext cx="383040" cy="383040"/>
          </a:xfrm>
          <a:prstGeom prst="ellipse">
            <a:avLst/>
          </a:prstGeom>
          <a:solidFill>
            <a:srgbClr val="b9bcbd"/>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440" name="contacto_3"/>
          <p:cNvSpPr/>
          <p:nvPr/>
        </p:nvSpPr>
        <p:spPr>
          <a:xfrm>
            <a:off x="7507080" y="2514600"/>
            <a:ext cx="383040" cy="383040"/>
          </a:xfrm>
          <a:prstGeom prst="ellipse">
            <a:avLst/>
          </a:prstGeom>
          <a:solidFill>
            <a:srgbClr val="b9bcbd"/>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441" name="contacto_4"/>
          <p:cNvSpPr/>
          <p:nvPr/>
        </p:nvSpPr>
        <p:spPr>
          <a:xfrm>
            <a:off x="7982640" y="2514600"/>
            <a:ext cx="383040" cy="383040"/>
          </a:xfrm>
          <a:prstGeom prst="ellipse">
            <a:avLst/>
          </a:prstGeom>
          <a:solidFill>
            <a:srgbClr val="0009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442" name="contacto_5"/>
          <p:cNvSpPr/>
          <p:nvPr/>
        </p:nvSpPr>
        <p:spPr>
          <a:xfrm>
            <a:off x="8458200" y="2514600"/>
            <a:ext cx="383040" cy="383040"/>
          </a:xfrm>
          <a:prstGeom prst="ellipse">
            <a:avLst/>
          </a:prstGeom>
          <a:solidFill>
            <a:srgbClr val="b9bcbd"/>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443" name="contacto_6"/>
          <p:cNvSpPr/>
          <p:nvPr/>
        </p:nvSpPr>
        <p:spPr>
          <a:xfrm>
            <a:off x="8933760" y="2514600"/>
            <a:ext cx="383040" cy="383040"/>
          </a:xfrm>
          <a:prstGeom prst="ellipse">
            <a:avLst/>
          </a:prstGeom>
          <a:solidFill>
            <a:srgbClr val="0009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444" name="contacto_7"/>
          <p:cNvSpPr/>
          <p:nvPr/>
        </p:nvSpPr>
        <p:spPr>
          <a:xfrm>
            <a:off x="9409320" y="2514600"/>
            <a:ext cx="383040" cy="383040"/>
          </a:xfrm>
          <a:prstGeom prst="ellipse">
            <a:avLst/>
          </a:prstGeom>
          <a:solidFill>
            <a:srgbClr val="b9bcbd"/>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445" name="contacto_8"/>
          <p:cNvSpPr/>
          <p:nvPr/>
        </p:nvSpPr>
        <p:spPr>
          <a:xfrm>
            <a:off x="9884520" y="2514600"/>
            <a:ext cx="383040" cy="383040"/>
          </a:xfrm>
          <a:prstGeom prst="ellipse">
            <a:avLst/>
          </a:prstGeom>
          <a:solidFill>
            <a:srgbClr val="b9bcbd"/>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446" name="contacto_9"/>
          <p:cNvSpPr/>
          <p:nvPr/>
        </p:nvSpPr>
        <p:spPr>
          <a:xfrm>
            <a:off x="10360080" y="2514600"/>
            <a:ext cx="383040" cy="383040"/>
          </a:xfrm>
          <a:prstGeom prst="ellipse">
            <a:avLst/>
          </a:prstGeom>
          <a:solidFill>
            <a:srgbClr val="0009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447" name="contacto_10"/>
          <p:cNvSpPr/>
          <p:nvPr/>
        </p:nvSpPr>
        <p:spPr>
          <a:xfrm>
            <a:off x="10835640" y="2514600"/>
            <a:ext cx="383040" cy="383040"/>
          </a:xfrm>
          <a:prstGeom prst="ellipse">
            <a:avLst/>
          </a:prstGeom>
          <a:solidFill>
            <a:srgbClr val="b9bcbd"/>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448" name="res_texto"/>
          <p:cNvSpPr/>
          <p:nvPr/>
        </p:nvSpPr>
        <p:spPr>
          <a:xfrm>
            <a:off x="6556320" y="3200400"/>
            <a:ext cx="4845240" cy="10969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2400" spc="-1" strike="noStrike">
                <a:solidFill>
                  <a:srgbClr val="00095b"/>
                </a:solidFill>
                <a:latin typeface="Avenir Next LT Pro"/>
              </a:rPr>
              <a:t>De cada 10 contactos, </a:t>
            </a:r>
            <a:r>
              <a:rPr b="1" lang="en-US" sz="2400" spc="-1" strike="noStrike">
                <a:solidFill>
                  <a:srgbClr val="00095b"/>
                </a:solidFill>
                <a:latin typeface="Avenir Next LT Pro"/>
              </a:rPr>
              <a:t>6</a:t>
            </a:r>
            <a:r>
              <a:rPr b="0" lang="en-US" sz="2400" spc="-1" strike="noStrike">
                <a:solidFill>
                  <a:srgbClr val="00095b"/>
                </a:solidFill>
                <a:latin typeface="Avenir Next LT Pro"/>
              </a:rPr>
              <a:t> van a clientes fidelizados que volverían a elegir Ford igual.</a:t>
            </a:r>
            <a:endParaRPr b="0" lang="es-AR" sz="2400" spc="-1" strike="noStrike">
              <a:solidFill>
                <a:srgbClr val="000000"/>
              </a:solidFill>
              <a:latin typeface="Arial"/>
            </a:endParaRPr>
          </a:p>
        </p:txBody>
      </p:sp>
      <p:sp>
        <p:nvSpPr>
          <p:cNvPr id="449" name="leyenda"/>
          <p:cNvSpPr/>
          <p:nvPr/>
        </p:nvSpPr>
        <p:spPr>
          <a:xfrm>
            <a:off x="6556320" y="4754880"/>
            <a:ext cx="4845240" cy="1825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200" spc="-1" strike="noStrike">
                <a:solidFill>
                  <a:srgbClr val="00095b"/>
                </a:solidFill>
                <a:latin typeface="Avenir Next LT Pro"/>
              </a:rPr>
              <a:t>●</a:t>
            </a:r>
            <a:r>
              <a:rPr b="0" lang="en-US" sz="1200" spc="-1" strike="noStrike">
                <a:solidFill>
                  <a:srgbClr val="7f7f7f"/>
                </a:solidFill>
                <a:latin typeface="Avenir Next LT Pro"/>
              </a:rPr>
              <a:t>  </a:t>
            </a:r>
            <a:r>
              <a:rPr b="0" lang="en-US" sz="1200" spc="-1" strike="noStrike">
                <a:solidFill>
                  <a:srgbClr val="7f7f7f"/>
                </a:solidFill>
                <a:latin typeface="Avenir Next LT Pro"/>
              </a:rPr>
              <a:t>está dejando Ford     </a:t>
            </a:r>
            <a:r>
              <a:rPr b="0" lang="en-US" sz="1200" spc="-1" strike="noStrike">
                <a:solidFill>
                  <a:srgbClr val="b9bcbd"/>
                </a:solidFill>
                <a:latin typeface="Avenir Next LT Pro"/>
              </a:rPr>
              <a:t>●</a:t>
            </a:r>
            <a:r>
              <a:rPr b="0" lang="en-US" sz="1200" spc="-1" strike="noStrike">
                <a:solidFill>
                  <a:srgbClr val="7f7f7f"/>
                </a:solidFill>
                <a:latin typeface="Avenir Next LT Pro"/>
              </a:rPr>
              <a:t>  vuelve igual</a:t>
            </a:r>
            <a:endParaRPr b="0" lang="es-AR" sz="1200" spc="-1" strike="noStrike">
              <a:solidFill>
                <a:srgbClr val="000000"/>
              </a:solidFill>
              <a:latin typeface="Arial"/>
            </a:endParaRPr>
          </a:p>
        </p:txBody>
      </p:sp>
      <p:sp>
        <p:nvSpPr>
          <p:cNvPr id="450" name="orador"/>
          <p:cNvSpPr/>
          <p:nvPr/>
        </p:nvSpPr>
        <p:spPr>
          <a:xfrm>
            <a:off x="394920" y="6540120"/>
            <a:ext cx="4998960" cy="2790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pPr>
            <a:r>
              <a:rPr b="0" lang="en-US" sz="1000" spc="-1" strike="noStrike">
                <a:solidFill>
                  <a:srgbClr val="7f7f7f"/>
                </a:solidFill>
                <a:latin typeface="Avenir Next LT Pro"/>
              </a:rPr>
              <a:t>María Florencia Iuzzolino</a:t>
            </a:r>
            <a:endParaRPr b="0" lang="es-AR" sz="1000" spc="-1" strike="noStrike">
              <a:solidFill>
                <a:srgbClr val="000000"/>
              </a:solidFill>
              <a:latin typeface="Arial"/>
            </a:endParaRPr>
          </a:p>
        </p:txBody>
      </p:sp>
    </p:spTree>
  </p:cSld>
  <mc:AlternateContent>
    <mc:Choice Requires="p14">
      <p:transition spd="med" p14:dur="600">
        <p:fade/>
      </p:transition>
    </mc:Choice>
    <mc:Fallback>
      <p:transition spd="med">
        <p:fade/>
      </p:transition>
    </mc:Fallback>
  </mc:AlternateContent>
  <p:timing>
    <p:tnLst>
      <p:par>
        <p:cTn id="93" dur="indefinite" restart="never" nodeType="tmRoot">
          <p:childTnLst>
            <p:seq>
              <p:cTn id="94" dur="indefinite" nodeType="mainSeq">
                <p:childTnLst>
                  <p:par>
                    <p:cTn id="95" fill="hold">
                      <p:stCondLst>
                        <p:cond delay="indefinite"/>
                      </p:stCondLst>
                      <p:childTnLst>
                        <p:par>
                          <p:cTn id="96" fill="hold">
                            <p:stCondLst>
                              <p:cond delay="0"/>
                            </p:stCondLst>
                            <p:childTnLst>
                              <p:par>
                                <p:cTn id="97" nodeType="clickEffect" fill="hold" presetClass="entr" presetID="10">
                                  <p:stCondLst>
                                    <p:cond delay="0"/>
                                  </p:stCondLst>
                                  <p:childTnLst>
                                    <p:set>
                                      <p:cBhvr>
                                        <p:cTn id="98" dur="1" fill="hold">
                                          <p:stCondLst>
                                            <p:cond delay="0"/>
                                          </p:stCondLst>
                                        </p:cTn>
                                        <p:tgtEl>
                                          <p:spTgt spid="436"/>
                                        </p:tgtEl>
                                        <p:attrNameLst>
                                          <p:attrName>style.visibility</p:attrName>
                                        </p:attrNameLst>
                                      </p:cBhvr>
                                      <p:to>
                                        <p:strVal val="visible"/>
                                      </p:to>
                                    </p:set>
                                    <p:animEffect filter="fade" transition="in">
                                      <p:cBhvr additive="repl">
                                        <p:cTn id="99" dur="500"/>
                                        <p:tgtEl>
                                          <p:spTgt spid="436"/>
                                        </p:tgtEl>
                                      </p:cBhvr>
                                    </p:animEffect>
                                  </p:childTnLst>
                                </p:cTn>
                              </p:par>
                              <p:par>
                                <p:cTn id="100" nodeType="withEffect" fill="hold" presetClass="entr" presetID="10">
                                  <p:stCondLst>
                                    <p:cond delay="0"/>
                                  </p:stCondLst>
                                  <p:childTnLst>
                                    <p:set>
                                      <p:cBhvr>
                                        <p:cTn id="101" dur="1" fill="hold">
                                          <p:stCondLst>
                                            <p:cond delay="0"/>
                                          </p:stCondLst>
                                        </p:cTn>
                                        <p:tgtEl>
                                          <p:spTgt spid="437"/>
                                        </p:tgtEl>
                                        <p:attrNameLst>
                                          <p:attrName>style.visibility</p:attrName>
                                        </p:attrNameLst>
                                      </p:cBhvr>
                                      <p:to>
                                        <p:strVal val="visible"/>
                                      </p:to>
                                    </p:set>
                                    <p:animEffect filter="fade" transition="in">
                                      <p:cBhvr additive="repl">
                                        <p:cTn id="102" dur="500"/>
                                        <p:tgtEl>
                                          <p:spTgt spid="437"/>
                                        </p:tgtEl>
                                      </p:cBhvr>
                                    </p:animEffect>
                                  </p:childTnLst>
                                </p:cTn>
                              </p:par>
                            </p:childTnLst>
                          </p:cTn>
                        </p:par>
                      </p:childTnLst>
                    </p:cTn>
                  </p:par>
                  <p:par>
                    <p:cTn id="103" fill="hold">
                      <p:stCondLst>
                        <p:cond delay="indefinite"/>
                      </p:stCondLst>
                      <p:childTnLst>
                        <p:par>
                          <p:cTn id="104" fill="hold">
                            <p:stCondLst>
                              <p:cond delay="0"/>
                            </p:stCondLst>
                            <p:childTnLst>
                              <p:par>
                                <p:cTn id="105" nodeType="clickEffect" fill="hold" presetClass="entr" presetID="10">
                                  <p:stCondLst>
                                    <p:cond delay="0"/>
                                  </p:stCondLst>
                                  <p:childTnLst>
                                    <p:set>
                                      <p:cBhvr>
                                        <p:cTn id="106" dur="1" fill="hold">
                                          <p:stCondLst>
                                            <p:cond delay="0"/>
                                          </p:stCondLst>
                                        </p:cTn>
                                        <p:tgtEl>
                                          <p:spTgt spid="438"/>
                                        </p:tgtEl>
                                        <p:attrNameLst>
                                          <p:attrName>style.visibility</p:attrName>
                                        </p:attrNameLst>
                                      </p:cBhvr>
                                      <p:to>
                                        <p:strVal val="visible"/>
                                      </p:to>
                                    </p:set>
                                    <p:animEffect filter="fade" transition="in">
                                      <p:cBhvr additive="repl">
                                        <p:cTn id="107" dur="500"/>
                                        <p:tgtEl>
                                          <p:spTgt spid="438"/>
                                        </p:tgtEl>
                                      </p:cBhvr>
                                    </p:animEffect>
                                  </p:childTnLst>
                                </p:cTn>
                              </p:par>
                              <p:par>
                                <p:cTn id="108" nodeType="withEffect" fill="hold" presetClass="entr" presetID="10">
                                  <p:stCondLst>
                                    <p:cond delay="0"/>
                                  </p:stCondLst>
                                  <p:childTnLst>
                                    <p:set>
                                      <p:cBhvr>
                                        <p:cTn id="109" dur="1" fill="hold">
                                          <p:stCondLst>
                                            <p:cond delay="0"/>
                                          </p:stCondLst>
                                        </p:cTn>
                                        <p:tgtEl>
                                          <p:spTgt spid="439"/>
                                        </p:tgtEl>
                                        <p:attrNameLst>
                                          <p:attrName>style.visibility</p:attrName>
                                        </p:attrNameLst>
                                      </p:cBhvr>
                                      <p:to>
                                        <p:strVal val="visible"/>
                                      </p:to>
                                    </p:set>
                                    <p:animEffect filter="fade" transition="in">
                                      <p:cBhvr additive="repl">
                                        <p:cTn id="110" dur="500"/>
                                        <p:tgtEl>
                                          <p:spTgt spid="439"/>
                                        </p:tgtEl>
                                      </p:cBhvr>
                                    </p:animEffect>
                                  </p:childTnLst>
                                </p:cTn>
                              </p:par>
                              <p:par>
                                <p:cTn id="111" nodeType="withEffect" fill="hold" presetClass="entr" presetID="10">
                                  <p:stCondLst>
                                    <p:cond delay="0"/>
                                  </p:stCondLst>
                                  <p:childTnLst>
                                    <p:set>
                                      <p:cBhvr>
                                        <p:cTn id="112" dur="1" fill="hold">
                                          <p:stCondLst>
                                            <p:cond delay="0"/>
                                          </p:stCondLst>
                                        </p:cTn>
                                        <p:tgtEl>
                                          <p:spTgt spid="440"/>
                                        </p:tgtEl>
                                        <p:attrNameLst>
                                          <p:attrName>style.visibility</p:attrName>
                                        </p:attrNameLst>
                                      </p:cBhvr>
                                      <p:to>
                                        <p:strVal val="visible"/>
                                      </p:to>
                                    </p:set>
                                    <p:animEffect filter="fade" transition="in">
                                      <p:cBhvr additive="repl">
                                        <p:cTn id="113" dur="500"/>
                                        <p:tgtEl>
                                          <p:spTgt spid="440"/>
                                        </p:tgtEl>
                                      </p:cBhvr>
                                    </p:animEffect>
                                  </p:childTnLst>
                                </p:cTn>
                              </p:par>
                              <p:par>
                                <p:cTn id="114" nodeType="withEffect" fill="hold" presetClass="entr" presetID="10">
                                  <p:stCondLst>
                                    <p:cond delay="0"/>
                                  </p:stCondLst>
                                  <p:childTnLst>
                                    <p:set>
                                      <p:cBhvr>
                                        <p:cTn id="115" dur="1" fill="hold">
                                          <p:stCondLst>
                                            <p:cond delay="0"/>
                                          </p:stCondLst>
                                        </p:cTn>
                                        <p:tgtEl>
                                          <p:spTgt spid="441"/>
                                        </p:tgtEl>
                                        <p:attrNameLst>
                                          <p:attrName>style.visibility</p:attrName>
                                        </p:attrNameLst>
                                      </p:cBhvr>
                                      <p:to>
                                        <p:strVal val="visible"/>
                                      </p:to>
                                    </p:set>
                                    <p:animEffect filter="fade" transition="in">
                                      <p:cBhvr additive="repl">
                                        <p:cTn id="116" dur="500"/>
                                        <p:tgtEl>
                                          <p:spTgt spid="441"/>
                                        </p:tgtEl>
                                      </p:cBhvr>
                                    </p:animEffect>
                                  </p:childTnLst>
                                </p:cTn>
                              </p:par>
                              <p:par>
                                <p:cTn id="117" nodeType="withEffect" fill="hold" presetClass="entr" presetID="10">
                                  <p:stCondLst>
                                    <p:cond delay="0"/>
                                  </p:stCondLst>
                                  <p:childTnLst>
                                    <p:set>
                                      <p:cBhvr>
                                        <p:cTn id="118" dur="1" fill="hold">
                                          <p:stCondLst>
                                            <p:cond delay="0"/>
                                          </p:stCondLst>
                                        </p:cTn>
                                        <p:tgtEl>
                                          <p:spTgt spid="442"/>
                                        </p:tgtEl>
                                        <p:attrNameLst>
                                          <p:attrName>style.visibility</p:attrName>
                                        </p:attrNameLst>
                                      </p:cBhvr>
                                      <p:to>
                                        <p:strVal val="visible"/>
                                      </p:to>
                                    </p:set>
                                    <p:animEffect filter="fade" transition="in">
                                      <p:cBhvr additive="repl">
                                        <p:cTn id="119" dur="500"/>
                                        <p:tgtEl>
                                          <p:spTgt spid="442"/>
                                        </p:tgtEl>
                                      </p:cBhvr>
                                    </p:animEffect>
                                  </p:childTnLst>
                                </p:cTn>
                              </p:par>
                              <p:par>
                                <p:cTn id="120" nodeType="withEffect" fill="hold" presetClass="entr" presetID="10">
                                  <p:stCondLst>
                                    <p:cond delay="0"/>
                                  </p:stCondLst>
                                  <p:childTnLst>
                                    <p:set>
                                      <p:cBhvr>
                                        <p:cTn id="121" dur="1" fill="hold">
                                          <p:stCondLst>
                                            <p:cond delay="0"/>
                                          </p:stCondLst>
                                        </p:cTn>
                                        <p:tgtEl>
                                          <p:spTgt spid="443"/>
                                        </p:tgtEl>
                                        <p:attrNameLst>
                                          <p:attrName>style.visibility</p:attrName>
                                        </p:attrNameLst>
                                      </p:cBhvr>
                                      <p:to>
                                        <p:strVal val="visible"/>
                                      </p:to>
                                    </p:set>
                                    <p:animEffect filter="fade" transition="in">
                                      <p:cBhvr additive="repl">
                                        <p:cTn id="122" dur="500"/>
                                        <p:tgtEl>
                                          <p:spTgt spid="443"/>
                                        </p:tgtEl>
                                      </p:cBhvr>
                                    </p:animEffect>
                                  </p:childTnLst>
                                </p:cTn>
                              </p:par>
                              <p:par>
                                <p:cTn id="123" nodeType="withEffect" fill="hold" presetClass="entr" presetID="10">
                                  <p:stCondLst>
                                    <p:cond delay="0"/>
                                  </p:stCondLst>
                                  <p:childTnLst>
                                    <p:set>
                                      <p:cBhvr>
                                        <p:cTn id="124" dur="1" fill="hold">
                                          <p:stCondLst>
                                            <p:cond delay="0"/>
                                          </p:stCondLst>
                                        </p:cTn>
                                        <p:tgtEl>
                                          <p:spTgt spid="444"/>
                                        </p:tgtEl>
                                        <p:attrNameLst>
                                          <p:attrName>style.visibility</p:attrName>
                                        </p:attrNameLst>
                                      </p:cBhvr>
                                      <p:to>
                                        <p:strVal val="visible"/>
                                      </p:to>
                                    </p:set>
                                    <p:animEffect filter="fade" transition="in">
                                      <p:cBhvr additive="repl">
                                        <p:cTn id="125" dur="500"/>
                                        <p:tgtEl>
                                          <p:spTgt spid="444"/>
                                        </p:tgtEl>
                                      </p:cBhvr>
                                    </p:animEffect>
                                  </p:childTnLst>
                                </p:cTn>
                              </p:par>
                              <p:par>
                                <p:cTn id="126" nodeType="withEffect" fill="hold" presetClass="entr" presetID="10">
                                  <p:stCondLst>
                                    <p:cond delay="0"/>
                                  </p:stCondLst>
                                  <p:childTnLst>
                                    <p:set>
                                      <p:cBhvr>
                                        <p:cTn id="127" dur="1" fill="hold">
                                          <p:stCondLst>
                                            <p:cond delay="0"/>
                                          </p:stCondLst>
                                        </p:cTn>
                                        <p:tgtEl>
                                          <p:spTgt spid="445"/>
                                        </p:tgtEl>
                                        <p:attrNameLst>
                                          <p:attrName>style.visibility</p:attrName>
                                        </p:attrNameLst>
                                      </p:cBhvr>
                                      <p:to>
                                        <p:strVal val="visible"/>
                                      </p:to>
                                    </p:set>
                                    <p:animEffect filter="fade" transition="in">
                                      <p:cBhvr additive="repl">
                                        <p:cTn id="128" dur="500"/>
                                        <p:tgtEl>
                                          <p:spTgt spid="445"/>
                                        </p:tgtEl>
                                      </p:cBhvr>
                                    </p:animEffect>
                                  </p:childTnLst>
                                </p:cTn>
                              </p:par>
                              <p:par>
                                <p:cTn id="129" nodeType="withEffect" fill="hold" presetClass="entr" presetID="10">
                                  <p:stCondLst>
                                    <p:cond delay="0"/>
                                  </p:stCondLst>
                                  <p:childTnLst>
                                    <p:set>
                                      <p:cBhvr>
                                        <p:cTn id="130" dur="1" fill="hold">
                                          <p:stCondLst>
                                            <p:cond delay="0"/>
                                          </p:stCondLst>
                                        </p:cTn>
                                        <p:tgtEl>
                                          <p:spTgt spid="446"/>
                                        </p:tgtEl>
                                        <p:attrNameLst>
                                          <p:attrName>style.visibility</p:attrName>
                                        </p:attrNameLst>
                                      </p:cBhvr>
                                      <p:to>
                                        <p:strVal val="visible"/>
                                      </p:to>
                                    </p:set>
                                    <p:animEffect filter="fade" transition="in">
                                      <p:cBhvr additive="repl">
                                        <p:cTn id="131" dur="500"/>
                                        <p:tgtEl>
                                          <p:spTgt spid="446"/>
                                        </p:tgtEl>
                                      </p:cBhvr>
                                    </p:animEffect>
                                  </p:childTnLst>
                                </p:cTn>
                              </p:par>
                              <p:par>
                                <p:cTn id="132" nodeType="withEffect" fill="hold" presetClass="entr" presetID="10">
                                  <p:stCondLst>
                                    <p:cond delay="0"/>
                                  </p:stCondLst>
                                  <p:childTnLst>
                                    <p:set>
                                      <p:cBhvr>
                                        <p:cTn id="133" dur="1" fill="hold">
                                          <p:stCondLst>
                                            <p:cond delay="0"/>
                                          </p:stCondLst>
                                        </p:cTn>
                                        <p:tgtEl>
                                          <p:spTgt spid="447"/>
                                        </p:tgtEl>
                                        <p:attrNameLst>
                                          <p:attrName>style.visibility</p:attrName>
                                        </p:attrNameLst>
                                      </p:cBhvr>
                                      <p:to>
                                        <p:strVal val="visible"/>
                                      </p:to>
                                    </p:set>
                                    <p:animEffect filter="fade" transition="in">
                                      <p:cBhvr additive="repl">
                                        <p:cTn id="134" dur="500"/>
                                        <p:tgtEl>
                                          <p:spTgt spid="447"/>
                                        </p:tgtEl>
                                      </p:cBhvr>
                                    </p:animEffect>
                                  </p:childTnLst>
                                </p:cTn>
                              </p:par>
                              <p:par>
                                <p:cTn id="135" nodeType="withEffect" fill="hold" presetClass="entr" presetID="10">
                                  <p:stCondLst>
                                    <p:cond delay="0"/>
                                  </p:stCondLst>
                                  <p:childTnLst>
                                    <p:set>
                                      <p:cBhvr>
                                        <p:cTn id="136" dur="1" fill="hold">
                                          <p:stCondLst>
                                            <p:cond delay="0"/>
                                          </p:stCondLst>
                                        </p:cTn>
                                        <p:tgtEl>
                                          <p:spTgt spid="448"/>
                                        </p:tgtEl>
                                        <p:attrNameLst>
                                          <p:attrName>style.visibility</p:attrName>
                                        </p:attrNameLst>
                                      </p:cBhvr>
                                      <p:to>
                                        <p:strVal val="visible"/>
                                      </p:to>
                                    </p:set>
                                    <p:animEffect filter="fade" transition="in">
                                      <p:cBhvr additive="repl">
                                        <p:cTn id="137" dur="500"/>
                                        <p:tgtEl>
                                          <p:spTgt spid="448"/>
                                        </p:tgtEl>
                                      </p:cBhvr>
                                    </p:animEffect>
                                  </p:childTnLst>
                                </p:cTn>
                              </p:par>
                              <p:par>
                                <p:cTn id="138" nodeType="withEffect" fill="hold" presetClass="entr" presetID="10">
                                  <p:stCondLst>
                                    <p:cond delay="0"/>
                                  </p:stCondLst>
                                  <p:childTnLst>
                                    <p:set>
                                      <p:cBhvr>
                                        <p:cTn id="139" dur="1" fill="hold">
                                          <p:stCondLst>
                                            <p:cond delay="0"/>
                                          </p:stCondLst>
                                        </p:cTn>
                                        <p:tgtEl>
                                          <p:spTgt spid="449"/>
                                        </p:tgtEl>
                                        <p:attrNameLst>
                                          <p:attrName>style.visibility</p:attrName>
                                        </p:attrNameLst>
                                      </p:cBhvr>
                                      <p:to>
                                        <p:strVal val="visible"/>
                                      </p:to>
                                    </p:set>
                                    <p:animEffect filter="fade" transition="in">
                                      <p:cBhvr additive="repl">
                                        <p:cTn id="140" dur="500"/>
                                        <p:tgtEl>
                                          <p:spTgt spid="449"/>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1" name="PlaceHolder 1"/>
          <p:cNvSpPr>
            <a:spLocks noGrp="1"/>
          </p:cNvSpPr>
          <p:nvPr>
            <p:ph type="title"/>
          </p:nvPr>
        </p:nvSpPr>
        <p:spPr>
          <a:xfrm>
            <a:off x="996840" y="3033000"/>
            <a:ext cx="10523880" cy="394920"/>
          </a:xfrm>
          <a:prstGeom prst="rect">
            <a:avLst/>
          </a:prstGeom>
          <a:noFill/>
          <a:ln w="0">
            <a:noFill/>
          </a:ln>
        </p:spPr>
        <p:txBody>
          <a:bodyPr lIns="0" rIns="91440" tIns="45720" bIns="45720" anchor="t">
            <a:noAutofit/>
          </a:bodyPr>
          <a:p>
            <a:pPr indent="0" defTabSz="914400">
              <a:lnSpc>
                <a:spcPct val="100000"/>
              </a:lnSpc>
              <a:buNone/>
              <a:tabLst>
                <a:tab algn="l" pos="0"/>
              </a:tabLst>
            </a:pPr>
            <a:r>
              <a:rPr b="0" lang="en-US" sz="2400" spc="32" strike="noStrike">
                <a:solidFill>
                  <a:schemeClr val="dk1"/>
                </a:solidFill>
                <a:latin typeface="Avenir Next LT Pro"/>
                <a:ea typeface="Avenir Next"/>
              </a:rPr>
              <a:t>Descripción de la solución</a:t>
            </a:r>
            <a:endParaRPr b="0" lang="es-AR" sz="2400" spc="-1" strike="noStrike">
              <a:solidFill>
                <a:srgbClr val="000000"/>
              </a:solidFill>
              <a:latin typeface="Arial"/>
            </a:endParaRPr>
          </a:p>
        </p:txBody>
      </p:sp>
      <p:sp>
        <p:nvSpPr>
          <p:cNvPr id="452" name="PlaceHolder 2"/>
          <p:cNvSpPr>
            <a:spLocks noGrp="1"/>
          </p:cNvSpPr>
          <p:nvPr>
            <p:ph/>
          </p:nvPr>
        </p:nvSpPr>
        <p:spPr>
          <a:xfrm>
            <a:off x="996840" y="3584520"/>
            <a:ext cx="10514520" cy="438480"/>
          </a:xfrm>
          <a:prstGeom prst="rect">
            <a:avLst/>
          </a:prstGeom>
          <a:noFill/>
          <a:ln w="0">
            <a:noFill/>
          </a:ln>
        </p:spPr>
        <p:txBody>
          <a:bodyPr lIns="0" rIns="91440" tIns="45720" bIns="45720" anchor="t">
            <a:noAutofit/>
          </a:bodyPr>
          <a:p>
            <a:pPr indent="0" defTabSz="914400">
              <a:lnSpc>
                <a:spcPct val="90000"/>
              </a:lnSpc>
              <a:spcBef>
                <a:spcPts val="1001"/>
              </a:spcBef>
              <a:buNone/>
              <a:tabLst>
                <a:tab algn="l" pos="0"/>
              </a:tabLst>
            </a:pPr>
            <a:r>
              <a:rPr b="0" lang="en-US" sz="1200" spc="52" strike="noStrike">
                <a:solidFill>
                  <a:schemeClr val="dk1"/>
                </a:solidFill>
                <a:latin typeface="Avenir Next LT Pro"/>
                <a:ea typeface="Avenir Next"/>
              </a:rPr>
              <a:t>Primero entendimos cómo vuelve, y cómo se va, un cliente</a:t>
            </a:r>
            <a:endParaRPr b="0" lang="es-AR" sz="1200" spc="-1" strike="noStrike">
              <a:solidFill>
                <a:srgbClr val="000000"/>
              </a:solidFill>
              <a:latin typeface="Arial"/>
            </a:endParaRPr>
          </a:p>
        </p:txBody>
      </p:sp>
      <p:sp>
        <p:nvSpPr>
          <p:cNvPr id="453" name="PlaceHolder 3"/>
          <p:cNvSpPr>
            <a:spLocks noGrp="1"/>
          </p:cNvSpPr>
          <p:nvPr>
            <p:ph/>
          </p:nvPr>
        </p:nvSpPr>
        <p:spPr>
          <a:xfrm>
            <a:off x="996840" y="1550520"/>
            <a:ext cx="1470600" cy="1102320"/>
          </a:xfrm>
          <a:prstGeom prst="rect">
            <a:avLst/>
          </a:prstGeom>
          <a:noFill/>
          <a:ln w="0">
            <a:noFill/>
          </a:ln>
        </p:spPr>
        <p:txBody>
          <a:bodyPr lIns="0" rIns="91440" tIns="45720" bIns="0" anchor="b">
            <a:noAutofit/>
          </a:bodyPr>
          <a:p>
            <a:pPr indent="0" defTabSz="914400">
              <a:lnSpc>
                <a:spcPct val="90000"/>
              </a:lnSpc>
              <a:spcBef>
                <a:spcPts val="1001"/>
              </a:spcBef>
              <a:buNone/>
              <a:tabLst>
                <a:tab algn="l" pos="0"/>
              </a:tabLst>
            </a:pPr>
            <a:r>
              <a:rPr b="0" lang="en-US" sz="3200" spc="43" strike="noStrike">
                <a:solidFill>
                  <a:schemeClr val="accent1"/>
                </a:solidFill>
                <a:latin typeface="Avenir Next LT Pro"/>
                <a:ea typeface="Avenir Next"/>
              </a:rPr>
              <a:t>02</a:t>
            </a:r>
            <a:endParaRPr b="0" lang="es-AR" sz="3200" spc="-1" strike="noStrike">
              <a:solidFill>
                <a:srgbClr val="000000"/>
              </a:solidFill>
              <a:latin typeface="Arial"/>
            </a:endParaRPr>
          </a:p>
        </p:txBody>
      </p:sp>
      <p:sp>
        <p:nvSpPr>
          <p:cNvPr id="454" name="orador"/>
          <p:cNvSpPr/>
          <p:nvPr/>
        </p:nvSpPr>
        <p:spPr>
          <a:xfrm>
            <a:off x="394920" y="6540120"/>
            <a:ext cx="4998960" cy="2790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pPr>
            <a:r>
              <a:rPr b="0" lang="en-US" sz="1000" spc="-1" strike="noStrike">
                <a:solidFill>
                  <a:srgbClr val="7f7f7f"/>
                </a:solidFill>
                <a:latin typeface="Avenir Next LT Pro"/>
              </a:rPr>
              <a:t>María Florencia Iuzzolino</a:t>
            </a:r>
            <a:endParaRPr b="0" lang="es-AR" sz="1000" spc="-1" strike="noStrike">
              <a:solidFill>
                <a:srgbClr val="000000"/>
              </a:solidFill>
              <a:latin typeface="Arial"/>
            </a:endParaRPr>
          </a:p>
        </p:txBody>
      </p:sp>
      <p:sp>
        <p:nvSpPr>
          <p:cNvPr id="5" name="PlaceHolder 4"/>
          <p:cNvSpPr>
            <a:spLocks noGrp="1"/>
          </p:cNvSpPr>
          <p:nvPr>
            <p:ph type="sldNum" idx="12"/>
          </p:nvPr>
        </p:nvSpPr>
        <p:spPr/>
        <p:txBody>
          <a:bodyPr/>
          <a:p>
            <a:fld id="{AF034E73-AE35-4EC0-84CE-3B4FC032C4E5}" type="slidenum">
              <a:t>7</a:t>
            </a:fld>
          </a:p>
        </p:txBody>
      </p:sp>
    </p:spTree>
  </p:cSld>
  <mc:AlternateContent>
    <mc:Choice Requires="p14">
      <p:transition spd="med" p14:dur="600">
        <p:fade/>
      </p:transition>
    </mc:Choice>
    <mc:Fallback>
      <p:transition spd="med">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5" name="PlaceHolder 1"/>
          <p:cNvSpPr>
            <a:spLocks noGrp="1"/>
          </p:cNvSpPr>
          <p:nvPr>
            <p:ph type="title"/>
          </p:nvPr>
        </p:nvSpPr>
        <p:spPr>
          <a:xfrm>
            <a:off x="374760" y="502920"/>
            <a:ext cx="7701120" cy="1026000"/>
          </a:xfrm>
          <a:prstGeom prst="rect">
            <a:avLst/>
          </a:prstGeom>
          <a:noFill/>
          <a:ln w="0">
            <a:noFill/>
          </a:ln>
        </p:spPr>
        <p:txBody>
          <a:bodyPr lIns="0" rIns="91440" tIns="45720" bIns="45720" anchor="t">
            <a:noAutofit/>
          </a:bodyPr>
          <a:p>
            <a:pPr indent="0" defTabSz="914400">
              <a:lnSpc>
                <a:spcPct val="90000"/>
              </a:lnSpc>
              <a:buNone/>
              <a:tabLst>
                <a:tab algn="l" pos="0"/>
              </a:tabLst>
            </a:pPr>
            <a:r>
              <a:rPr b="0" lang="en-US" sz="2400" spc="63" strike="noStrike">
                <a:solidFill>
                  <a:schemeClr val="dk1"/>
                </a:solidFill>
                <a:latin typeface="Avenir Next LT Pro"/>
                <a:ea typeface="Avenir Next"/>
              </a:rPr>
              <a:t>Los datos ya avisan quién se va</a:t>
            </a:r>
            <a:endParaRPr b="0" lang="es-AR" sz="2400" spc="-1" strike="noStrike">
              <a:solidFill>
                <a:srgbClr val="000000"/>
              </a:solidFill>
              <a:latin typeface="Arial"/>
            </a:endParaRPr>
          </a:p>
        </p:txBody>
      </p:sp>
      <p:sp>
        <p:nvSpPr>
          <p:cNvPr id="456" name="PlaceHolder 2"/>
          <p:cNvSpPr>
            <a:spLocks noGrp="1"/>
          </p:cNvSpPr>
          <p:nvPr>
            <p:ph/>
          </p:nvPr>
        </p:nvSpPr>
        <p:spPr>
          <a:xfrm>
            <a:off x="394920" y="286920"/>
            <a:ext cx="5638320" cy="197640"/>
          </a:xfrm>
          <a:prstGeom prst="rect">
            <a:avLst/>
          </a:prstGeom>
          <a:noFill/>
          <a:ln w="0">
            <a:noFill/>
          </a:ln>
        </p:spPr>
        <p:txBody>
          <a:bodyPr lIns="0" rIns="91440" tIns="45720" bIns="45720" anchor="t">
            <a:noAutofit/>
          </a:bodyPr>
          <a:p>
            <a:pPr indent="0" defTabSz="914400">
              <a:lnSpc>
                <a:spcPct val="90000"/>
              </a:lnSpc>
              <a:spcBef>
                <a:spcPts val="1001"/>
              </a:spcBef>
              <a:buNone/>
              <a:tabLst>
                <a:tab algn="l" pos="0"/>
              </a:tabLst>
            </a:pPr>
            <a:r>
              <a:rPr b="0" lang="en-US" sz="900" spc="293" strike="noStrike" cap="all">
                <a:solidFill>
                  <a:schemeClr val="accent1"/>
                </a:solidFill>
                <a:latin typeface="Avenir Next LT Pro"/>
                <a:ea typeface="Avenir Next"/>
              </a:rPr>
              <a:t>02 · Descripción de la solución</a:t>
            </a:r>
            <a:endParaRPr b="0" lang="es-AR" sz="900" spc="-1" strike="noStrike">
              <a:solidFill>
                <a:srgbClr val="000000"/>
              </a:solidFill>
              <a:latin typeface="Arial"/>
            </a:endParaRPr>
          </a:p>
        </p:txBody>
      </p:sp>
      <p:sp>
        <p:nvSpPr>
          <p:cNvPr id="457" name="PlaceHolder 3"/>
          <p:cNvSpPr>
            <a:spLocks noGrp="1"/>
          </p:cNvSpPr>
          <p:nvPr>
            <p:ph type="sldNum" idx="60"/>
          </p:nvPr>
        </p:nvSpPr>
        <p:spPr>
          <a:xfrm>
            <a:off x="11521440" y="6486120"/>
            <a:ext cx="319680" cy="36396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A4F77F4F-93E3-4E19-848D-D55C5D3C384A}"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
        <p:nvSpPr>
          <p:cNvPr id="458" name="dato1_num"/>
          <p:cNvSpPr/>
          <p:nvPr/>
        </p:nvSpPr>
        <p:spPr>
          <a:xfrm>
            <a:off x="374760" y="1691640"/>
            <a:ext cx="3016440" cy="6091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4000" spc="-1" strike="noStrike">
                <a:solidFill>
                  <a:srgbClr val="1700f3"/>
                </a:solidFill>
                <a:latin typeface="Avenir Next LT Pro"/>
              </a:rPr>
              <a:t>6 a 8 meses</a:t>
            </a:r>
            <a:endParaRPr b="0" lang="es-AR" sz="4000" spc="-1" strike="noStrike">
              <a:solidFill>
                <a:srgbClr val="000000"/>
              </a:solidFill>
              <a:latin typeface="Arial"/>
            </a:endParaRPr>
          </a:p>
        </p:txBody>
      </p:sp>
      <p:sp>
        <p:nvSpPr>
          <p:cNvPr id="459" name="dato1_cab"/>
          <p:cNvSpPr/>
          <p:nvPr/>
        </p:nvSpPr>
        <p:spPr>
          <a:xfrm>
            <a:off x="374760" y="2606040"/>
            <a:ext cx="2970720" cy="7772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700" spc="-1" strike="noStrike">
                <a:solidFill>
                  <a:srgbClr val="00095b"/>
                </a:solidFill>
                <a:latin typeface="Avenir Next LT Pro"/>
              </a:rPr>
              <a:t>El service va por kilómetros, no por calendario</a:t>
            </a:r>
            <a:endParaRPr b="0" lang="es-AR" sz="1700" spc="-1" strike="noStrike">
              <a:solidFill>
                <a:srgbClr val="000000"/>
              </a:solidFill>
              <a:latin typeface="Arial"/>
            </a:endParaRPr>
          </a:p>
        </p:txBody>
      </p:sp>
      <p:sp>
        <p:nvSpPr>
          <p:cNvPr id="460" name="dato1_cuerpo"/>
          <p:cNvSpPr/>
          <p:nvPr/>
        </p:nvSpPr>
        <p:spPr>
          <a:xfrm>
            <a:off x="374760" y="3611880"/>
            <a:ext cx="2833560" cy="7930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300" spc="-1" strike="noStrike">
                <a:solidFill>
                  <a:srgbClr val="7f7f7f"/>
                </a:solidFill>
                <a:latin typeface="Avenir Next LT Pro"/>
              </a:rPr>
              <a:t>Una Ranger hace unos 22.000 km por año. Si se espera “al año”, se llega tarde: el 86 % ya lo había hecho.</a:t>
            </a:r>
            <a:endParaRPr b="0" lang="es-AR" sz="1300" spc="-1" strike="noStrike">
              <a:solidFill>
                <a:srgbClr val="000000"/>
              </a:solidFill>
              <a:latin typeface="Arial"/>
            </a:endParaRPr>
          </a:p>
        </p:txBody>
      </p:sp>
      <p:sp>
        <p:nvSpPr>
          <p:cNvPr id="461" name="dato2_num"/>
          <p:cNvSpPr/>
          <p:nvPr/>
        </p:nvSpPr>
        <p:spPr>
          <a:xfrm>
            <a:off x="4581000" y="1691640"/>
            <a:ext cx="3016440" cy="6091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4000" spc="-1" strike="noStrike">
                <a:solidFill>
                  <a:srgbClr val="1700f3"/>
                </a:solidFill>
                <a:latin typeface="Avenir Next LT Pro"/>
              </a:rPr>
              <a:t>1 de cada 3</a:t>
            </a:r>
            <a:endParaRPr b="0" lang="es-AR" sz="4000" spc="-1" strike="noStrike">
              <a:solidFill>
                <a:srgbClr val="000000"/>
              </a:solidFill>
              <a:latin typeface="Arial"/>
            </a:endParaRPr>
          </a:p>
        </p:txBody>
      </p:sp>
      <p:sp>
        <p:nvSpPr>
          <p:cNvPr id="462" name="dato2_cab"/>
          <p:cNvSpPr/>
          <p:nvPr/>
        </p:nvSpPr>
        <p:spPr>
          <a:xfrm>
            <a:off x="4581000" y="2606040"/>
            <a:ext cx="2970720" cy="5180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700" spc="-1" strike="noStrike">
                <a:solidFill>
                  <a:srgbClr val="00095b"/>
                </a:solidFill>
                <a:latin typeface="Avenir Next LT Pro"/>
              </a:rPr>
              <a:t>El primer service es el momento crítico</a:t>
            </a:r>
            <a:endParaRPr b="0" lang="es-AR" sz="1700" spc="-1" strike="noStrike">
              <a:solidFill>
                <a:srgbClr val="000000"/>
              </a:solidFill>
              <a:latin typeface="Arial"/>
            </a:endParaRPr>
          </a:p>
        </p:txBody>
      </p:sp>
      <p:sp>
        <p:nvSpPr>
          <p:cNvPr id="463" name="dato2_cuerpo"/>
          <p:cNvSpPr/>
          <p:nvPr/>
        </p:nvSpPr>
        <p:spPr>
          <a:xfrm>
            <a:off x="4581000" y="3611880"/>
            <a:ext cx="2833560" cy="7930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300" spc="-1" strike="noStrike">
                <a:solidFill>
                  <a:srgbClr val="7f7f7f"/>
                </a:solidFill>
                <a:latin typeface="Avenir Next LT Pro"/>
              </a:rPr>
              <a:t>Más de un tercio no hace el primero en un concesionario oficial. En el segundo, baja a 1 de cada 4: el que vuelve una vez, se queda.</a:t>
            </a:r>
            <a:endParaRPr b="0" lang="es-AR" sz="1300" spc="-1" strike="noStrike">
              <a:solidFill>
                <a:srgbClr val="000000"/>
              </a:solidFill>
              <a:latin typeface="Arial"/>
            </a:endParaRPr>
          </a:p>
        </p:txBody>
      </p:sp>
      <p:sp>
        <p:nvSpPr>
          <p:cNvPr id="464" name="dato3_num"/>
          <p:cNvSpPr/>
          <p:nvPr/>
        </p:nvSpPr>
        <p:spPr>
          <a:xfrm>
            <a:off x="8732520" y="1691640"/>
            <a:ext cx="3016440" cy="6091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4000" spc="-1" strike="noStrike">
                <a:solidFill>
                  <a:srgbClr val="1700f3"/>
                </a:solidFill>
                <a:latin typeface="Avenir Next LT Pro"/>
              </a:rPr>
              <a:t>Se ve venir</a:t>
            </a:r>
            <a:endParaRPr b="0" lang="es-AR" sz="4000" spc="-1" strike="noStrike">
              <a:solidFill>
                <a:srgbClr val="000000"/>
              </a:solidFill>
              <a:latin typeface="Arial"/>
            </a:endParaRPr>
          </a:p>
        </p:txBody>
      </p:sp>
      <p:sp>
        <p:nvSpPr>
          <p:cNvPr id="465" name="dato3_cab"/>
          <p:cNvSpPr/>
          <p:nvPr/>
        </p:nvSpPr>
        <p:spPr>
          <a:xfrm>
            <a:off x="8732520" y="2606040"/>
            <a:ext cx="2970720" cy="258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700" spc="-1" strike="noStrike">
                <a:solidFill>
                  <a:srgbClr val="00095b"/>
                </a:solidFill>
                <a:latin typeface="Avenir Next LT Pro"/>
              </a:rPr>
              <a:t>El que se va deja señales</a:t>
            </a:r>
            <a:endParaRPr b="0" lang="es-AR" sz="1700" spc="-1" strike="noStrike">
              <a:solidFill>
                <a:srgbClr val="000000"/>
              </a:solidFill>
              <a:latin typeface="Arial"/>
            </a:endParaRPr>
          </a:p>
        </p:txBody>
      </p:sp>
      <p:sp>
        <p:nvSpPr>
          <p:cNvPr id="466" name="dato3_cuerpo"/>
          <p:cNvSpPr/>
          <p:nvPr/>
        </p:nvSpPr>
        <p:spPr>
          <a:xfrm>
            <a:off x="8732520" y="3611880"/>
            <a:ext cx="2833560" cy="7930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300" spc="-1" strike="noStrike">
                <a:solidFill>
                  <a:srgbClr val="7f7f7f"/>
                </a:solidFill>
                <a:latin typeface="Avenir Next LT Pro"/>
              </a:rPr>
              <a:t>Llega tarde respecto del plan, viene poco, es una flota, depende del concesionario. La encuesta de satisfacción no anticipa nada.</a:t>
            </a:r>
            <a:endParaRPr b="0" lang="es-AR" sz="1300" spc="-1" strike="noStrike">
              <a:solidFill>
                <a:srgbClr val="000000"/>
              </a:solidFill>
              <a:latin typeface="Arial"/>
            </a:endParaRPr>
          </a:p>
        </p:txBody>
      </p:sp>
      <p:sp>
        <p:nvSpPr>
          <p:cNvPr id="467" name="orador"/>
          <p:cNvSpPr/>
          <p:nvPr/>
        </p:nvSpPr>
        <p:spPr>
          <a:xfrm>
            <a:off x="394920" y="6540120"/>
            <a:ext cx="4998960" cy="2790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pPr>
            <a:r>
              <a:rPr b="0" lang="en-US" sz="1000" spc="-1" strike="noStrike">
                <a:solidFill>
                  <a:srgbClr val="7f7f7f"/>
                </a:solidFill>
                <a:latin typeface="Avenir Next LT Pro"/>
              </a:rPr>
              <a:t>María Florencia Iuzzolino</a:t>
            </a:r>
            <a:endParaRPr b="0" lang="es-AR" sz="1000" spc="-1" strike="noStrike">
              <a:solidFill>
                <a:srgbClr val="000000"/>
              </a:solidFill>
              <a:latin typeface="Arial"/>
            </a:endParaRPr>
          </a:p>
        </p:txBody>
      </p:sp>
    </p:spTree>
  </p:cSld>
  <mc:AlternateContent>
    <mc:Choice Requires="p14">
      <p:transition spd="med" p14:dur="600">
        <p:fade/>
      </p:transition>
    </mc:Choice>
    <mc:Fallback>
      <p:transition spd="med">
        <p:fade/>
      </p:transition>
    </mc:Fallback>
  </mc:AlternateContent>
  <p:timing>
    <p:tnLst>
      <p:par>
        <p:cTn id="141" dur="indefinite" restart="never" nodeType="tmRoot">
          <p:childTnLst>
            <p:seq>
              <p:cTn id="142" dur="indefinite" nodeType="mainSeq">
                <p:childTnLst>
                  <p:par>
                    <p:cTn id="143" fill="hold">
                      <p:stCondLst>
                        <p:cond delay="indefinite"/>
                      </p:stCondLst>
                      <p:childTnLst>
                        <p:par>
                          <p:cTn id="144" fill="hold">
                            <p:stCondLst>
                              <p:cond delay="0"/>
                            </p:stCondLst>
                            <p:childTnLst>
                              <p:par>
                                <p:cTn id="145" nodeType="clickEffect" fill="hold" presetClass="entr" presetID="10">
                                  <p:stCondLst>
                                    <p:cond delay="0"/>
                                  </p:stCondLst>
                                  <p:childTnLst>
                                    <p:set>
                                      <p:cBhvr>
                                        <p:cTn id="146" dur="1" fill="hold">
                                          <p:stCondLst>
                                            <p:cond delay="0"/>
                                          </p:stCondLst>
                                        </p:cTn>
                                        <p:tgtEl>
                                          <p:spTgt spid="458"/>
                                        </p:tgtEl>
                                        <p:attrNameLst>
                                          <p:attrName>style.visibility</p:attrName>
                                        </p:attrNameLst>
                                      </p:cBhvr>
                                      <p:to>
                                        <p:strVal val="visible"/>
                                      </p:to>
                                    </p:set>
                                    <p:animEffect filter="fade" transition="in">
                                      <p:cBhvr additive="repl">
                                        <p:cTn id="147" dur="500"/>
                                        <p:tgtEl>
                                          <p:spTgt spid="458"/>
                                        </p:tgtEl>
                                      </p:cBhvr>
                                    </p:animEffect>
                                  </p:childTnLst>
                                </p:cTn>
                              </p:par>
                              <p:par>
                                <p:cTn id="148" nodeType="withEffect" fill="hold" presetClass="entr" presetID="10">
                                  <p:stCondLst>
                                    <p:cond delay="0"/>
                                  </p:stCondLst>
                                  <p:childTnLst>
                                    <p:set>
                                      <p:cBhvr>
                                        <p:cTn id="149" dur="1" fill="hold">
                                          <p:stCondLst>
                                            <p:cond delay="0"/>
                                          </p:stCondLst>
                                        </p:cTn>
                                        <p:tgtEl>
                                          <p:spTgt spid="459"/>
                                        </p:tgtEl>
                                        <p:attrNameLst>
                                          <p:attrName>style.visibility</p:attrName>
                                        </p:attrNameLst>
                                      </p:cBhvr>
                                      <p:to>
                                        <p:strVal val="visible"/>
                                      </p:to>
                                    </p:set>
                                    <p:animEffect filter="fade" transition="in">
                                      <p:cBhvr additive="repl">
                                        <p:cTn id="150" dur="500"/>
                                        <p:tgtEl>
                                          <p:spTgt spid="459"/>
                                        </p:tgtEl>
                                      </p:cBhvr>
                                    </p:animEffect>
                                  </p:childTnLst>
                                </p:cTn>
                              </p:par>
                              <p:par>
                                <p:cTn id="151" nodeType="withEffect" fill="hold" presetClass="entr" presetID="10">
                                  <p:stCondLst>
                                    <p:cond delay="0"/>
                                  </p:stCondLst>
                                  <p:childTnLst>
                                    <p:set>
                                      <p:cBhvr>
                                        <p:cTn id="152" dur="1" fill="hold">
                                          <p:stCondLst>
                                            <p:cond delay="0"/>
                                          </p:stCondLst>
                                        </p:cTn>
                                        <p:tgtEl>
                                          <p:spTgt spid="460"/>
                                        </p:tgtEl>
                                        <p:attrNameLst>
                                          <p:attrName>style.visibility</p:attrName>
                                        </p:attrNameLst>
                                      </p:cBhvr>
                                      <p:to>
                                        <p:strVal val="visible"/>
                                      </p:to>
                                    </p:set>
                                    <p:animEffect filter="fade" transition="in">
                                      <p:cBhvr additive="repl">
                                        <p:cTn id="153" dur="500"/>
                                        <p:tgtEl>
                                          <p:spTgt spid="460"/>
                                        </p:tgtEl>
                                      </p:cBhvr>
                                    </p:animEffect>
                                  </p:childTnLst>
                                </p:cTn>
                              </p:par>
                            </p:childTnLst>
                          </p:cTn>
                        </p:par>
                      </p:childTnLst>
                    </p:cTn>
                  </p:par>
                  <p:par>
                    <p:cTn id="154" fill="hold">
                      <p:stCondLst>
                        <p:cond delay="indefinite"/>
                      </p:stCondLst>
                      <p:childTnLst>
                        <p:par>
                          <p:cTn id="155" fill="hold">
                            <p:stCondLst>
                              <p:cond delay="0"/>
                            </p:stCondLst>
                            <p:childTnLst>
                              <p:par>
                                <p:cTn id="156" nodeType="clickEffect" fill="hold" presetClass="entr" presetID="10">
                                  <p:stCondLst>
                                    <p:cond delay="0"/>
                                  </p:stCondLst>
                                  <p:childTnLst>
                                    <p:set>
                                      <p:cBhvr>
                                        <p:cTn id="157" dur="1" fill="hold">
                                          <p:stCondLst>
                                            <p:cond delay="0"/>
                                          </p:stCondLst>
                                        </p:cTn>
                                        <p:tgtEl>
                                          <p:spTgt spid="461"/>
                                        </p:tgtEl>
                                        <p:attrNameLst>
                                          <p:attrName>style.visibility</p:attrName>
                                        </p:attrNameLst>
                                      </p:cBhvr>
                                      <p:to>
                                        <p:strVal val="visible"/>
                                      </p:to>
                                    </p:set>
                                    <p:animEffect filter="fade" transition="in">
                                      <p:cBhvr additive="repl">
                                        <p:cTn id="158" dur="500"/>
                                        <p:tgtEl>
                                          <p:spTgt spid="461"/>
                                        </p:tgtEl>
                                      </p:cBhvr>
                                    </p:animEffect>
                                  </p:childTnLst>
                                </p:cTn>
                              </p:par>
                              <p:par>
                                <p:cTn id="159" nodeType="withEffect" fill="hold" presetClass="entr" presetID="10">
                                  <p:stCondLst>
                                    <p:cond delay="0"/>
                                  </p:stCondLst>
                                  <p:childTnLst>
                                    <p:set>
                                      <p:cBhvr>
                                        <p:cTn id="160" dur="1" fill="hold">
                                          <p:stCondLst>
                                            <p:cond delay="0"/>
                                          </p:stCondLst>
                                        </p:cTn>
                                        <p:tgtEl>
                                          <p:spTgt spid="462"/>
                                        </p:tgtEl>
                                        <p:attrNameLst>
                                          <p:attrName>style.visibility</p:attrName>
                                        </p:attrNameLst>
                                      </p:cBhvr>
                                      <p:to>
                                        <p:strVal val="visible"/>
                                      </p:to>
                                    </p:set>
                                    <p:animEffect filter="fade" transition="in">
                                      <p:cBhvr additive="repl">
                                        <p:cTn id="161" dur="500"/>
                                        <p:tgtEl>
                                          <p:spTgt spid="462"/>
                                        </p:tgtEl>
                                      </p:cBhvr>
                                    </p:animEffect>
                                  </p:childTnLst>
                                </p:cTn>
                              </p:par>
                              <p:par>
                                <p:cTn id="162" nodeType="withEffect" fill="hold" presetClass="entr" presetID="10">
                                  <p:stCondLst>
                                    <p:cond delay="0"/>
                                  </p:stCondLst>
                                  <p:childTnLst>
                                    <p:set>
                                      <p:cBhvr>
                                        <p:cTn id="163" dur="1" fill="hold">
                                          <p:stCondLst>
                                            <p:cond delay="0"/>
                                          </p:stCondLst>
                                        </p:cTn>
                                        <p:tgtEl>
                                          <p:spTgt spid="463"/>
                                        </p:tgtEl>
                                        <p:attrNameLst>
                                          <p:attrName>style.visibility</p:attrName>
                                        </p:attrNameLst>
                                      </p:cBhvr>
                                      <p:to>
                                        <p:strVal val="visible"/>
                                      </p:to>
                                    </p:set>
                                    <p:animEffect filter="fade" transition="in">
                                      <p:cBhvr additive="repl">
                                        <p:cTn id="164" dur="500"/>
                                        <p:tgtEl>
                                          <p:spTgt spid="463"/>
                                        </p:tgtEl>
                                      </p:cBhvr>
                                    </p:animEffect>
                                  </p:childTnLst>
                                </p:cTn>
                              </p:par>
                            </p:childTnLst>
                          </p:cTn>
                        </p:par>
                      </p:childTnLst>
                    </p:cTn>
                  </p:par>
                  <p:par>
                    <p:cTn id="165" fill="hold">
                      <p:stCondLst>
                        <p:cond delay="indefinite"/>
                      </p:stCondLst>
                      <p:childTnLst>
                        <p:par>
                          <p:cTn id="166" fill="hold">
                            <p:stCondLst>
                              <p:cond delay="0"/>
                            </p:stCondLst>
                            <p:childTnLst>
                              <p:par>
                                <p:cTn id="167" nodeType="clickEffect" fill="hold" presetClass="entr" presetID="10">
                                  <p:stCondLst>
                                    <p:cond delay="0"/>
                                  </p:stCondLst>
                                  <p:childTnLst>
                                    <p:set>
                                      <p:cBhvr>
                                        <p:cTn id="168" dur="1" fill="hold">
                                          <p:stCondLst>
                                            <p:cond delay="0"/>
                                          </p:stCondLst>
                                        </p:cTn>
                                        <p:tgtEl>
                                          <p:spTgt spid="464"/>
                                        </p:tgtEl>
                                        <p:attrNameLst>
                                          <p:attrName>style.visibility</p:attrName>
                                        </p:attrNameLst>
                                      </p:cBhvr>
                                      <p:to>
                                        <p:strVal val="visible"/>
                                      </p:to>
                                    </p:set>
                                    <p:animEffect filter="fade" transition="in">
                                      <p:cBhvr additive="repl">
                                        <p:cTn id="169" dur="500"/>
                                        <p:tgtEl>
                                          <p:spTgt spid="464"/>
                                        </p:tgtEl>
                                      </p:cBhvr>
                                    </p:animEffect>
                                  </p:childTnLst>
                                </p:cTn>
                              </p:par>
                              <p:par>
                                <p:cTn id="170" nodeType="withEffect" fill="hold" presetClass="entr" presetID="10">
                                  <p:stCondLst>
                                    <p:cond delay="0"/>
                                  </p:stCondLst>
                                  <p:childTnLst>
                                    <p:set>
                                      <p:cBhvr>
                                        <p:cTn id="171" dur="1" fill="hold">
                                          <p:stCondLst>
                                            <p:cond delay="0"/>
                                          </p:stCondLst>
                                        </p:cTn>
                                        <p:tgtEl>
                                          <p:spTgt spid="465"/>
                                        </p:tgtEl>
                                        <p:attrNameLst>
                                          <p:attrName>style.visibility</p:attrName>
                                        </p:attrNameLst>
                                      </p:cBhvr>
                                      <p:to>
                                        <p:strVal val="visible"/>
                                      </p:to>
                                    </p:set>
                                    <p:animEffect filter="fade" transition="in">
                                      <p:cBhvr additive="repl">
                                        <p:cTn id="172" dur="500"/>
                                        <p:tgtEl>
                                          <p:spTgt spid="465"/>
                                        </p:tgtEl>
                                      </p:cBhvr>
                                    </p:animEffect>
                                  </p:childTnLst>
                                </p:cTn>
                              </p:par>
                              <p:par>
                                <p:cTn id="173" nodeType="withEffect" fill="hold" presetClass="entr" presetID="10">
                                  <p:stCondLst>
                                    <p:cond delay="0"/>
                                  </p:stCondLst>
                                  <p:childTnLst>
                                    <p:set>
                                      <p:cBhvr>
                                        <p:cTn id="174" dur="1" fill="hold">
                                          <p:stCondLst>
                                            <p:cond delay="0"/>
                                          </p:stCondLst>
                                        </p:cTn>
                                        <p:tgtEl>
                                          <p:spTgt spid="466"/>
                                        </p:tgtEl>
                                        <p:attrNameLst>
                                          <p:attrName>style.visibility</p:attrName>
                                        </p:attrNameLst>
                                      </p:cBhvr>
                                      <p:to>
                                        <p:strVal val="visible"/>
                                      </p:to>
                                    </p:set>
                                    <p:animEffect filter="fade" transition="in">
                                      <p:cBhvr additive="repl">
                                        <p:cTn id="175" dur="500"/>
                                        <p:tgtEl>
                                          <p:spTgt spid="46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8" name="PlaceHolder 1"/>
          <p:cNvSpPr>
            <a:spLocks noGrp="1"/>
          </p:cNvSpPr>
          <p:nvPr>
            <p:ph type="title"/>
          </p:nvPr>
        </p:nvSpPr>
        <p:spPr>
          <a:xfrm>
            <a:off x="374760" y="502920"/>
            <a:ext cx="10514520" cy="1026000"/>
          </a:xfrm>
          <a:prstGeom prst="rect">
            <a:avLst/>
          </a:prstGeom>
          <a:noFill/>
          <a:ln w="0">
            <a:noFill/>
          </a:ln>
        </p:spPr>
        <p:txBody>
          <a:bodyPr lIns="0" rIns="91440" tIns="45720" bIns="45720" anchor="t">
            <a:noAutofit/>
          </a:bodyPr>
          <a:p>
            <a:pPr indent="0" defTabSz="914400">
              <a:lnSpc>
                <a:spcPct val="90000"/>
              </a:lnSpc>
              <a:buNone/>
              <a:tabLst>
                <a:tab algn="l" pos="0"/>
              </a:tabLst>
            </a:pPr>
            <a:r>
              <a:rPr b="0" lang="en-US" sz="2400" spc="63" strike="noStrike">
                <a:solidFill>
                  <a:schemeClr val="dk1"/>
                </a:solidFill>
                <a:latin typeface="Avenir Next LT Pro"/>
                <a:ea typeface="Avenir Next"/>
              </a:rPr>
              <a:t>Una sola pieza nueva, en el proceso de siempre</a:t>
            </a:r>
            <a:endParaRPr b="0" lang="es-AR" sz="2400" spc="-1" strike="noStrike">
              <a:solidFill>
                <a:srgbClr val="000000"/>
              </a:solidFill>
              <a:latin typeface="Arial"/>
            </a:endParaRPr>
          </a:p>
        </p:txBody>
      </p:sp>
      <p:sp>
        <p:nvSpPr>
          <p:cNvPr id="469" name="PlaceHolder 2"/>
          <p:cNvSpPr>
            <a:spLocks noGrp="1"/>
          </p:cNvSpPr>
          <p:nvPr>
            <p:ph/>
          </p:nvPr>
        </p:nvSpPr>
        <p:spPr>
          <a:xfrm>
            <a:off x="394920" y="286920"/>
            <a:ext cx="3901320" cy="214920"/>
          </a:xfrm>
          <a:prstGeom prst="rect">
            <a:avLst/>
          </a:prstGeom>
          <a:noFill/>
          <a:ln w="0">
            <a:noFill/>
          </a:ln>
        </p:spPr>
        <p:txBody>
          <a:bodyPr lIns="0" rIns="91440" tIns="45720" bIns="45720" anchor="t">
            <a:noAutofit/>
          </a:bodyPr>
          <a:p>
            <a:pPr indent="0" defTabSz="914400">
              <a:lnSpc>
                <a:spcPct val="90000"/>
              </a:lnSpc>
              <a:spcBef>
                <a:spcPts val="1001"/>
              </a:spcBef>
              <a:buNone/>
              <a:tabLst>
                <a:tab algn="l" pos="0"/>
              </a:tabLst>
            </a:pPr>
            <a:r>
              <a:rPr b="0" lang="en-US" sz="900" spc="293" strike="noStrike" cap="all">
                <a:solidFill>
                  <a:schemeClr val="accent1"/>
                </a:solidFill>
                <a:latin typeface="Avenir Next LT Pro"/>
                <a:ea typeface="Avenir Next"/>
              </a:rPr>
              <a:t>02 · Descripción de la solución</a:t>
            </a:r>
            <a:endParaRPr b="0" lang="es-AR" sz="900" spc="-1" strike="noStrike">
              <a:solidFill>
                <a:srgbClr val="000000"/>
              </a:solidFill>
              <a:latin typeface="Arial"/>
            </a:endParaRPr>
          </a:p>
        </p:txBody>
      </p:sp>
      <p:sp>
        <p:nvSpPr>
          <p:cNvPr id="470" name="PlaceHolder 3"/>
          <p:cNvSpPr>
            <a:spLocks noGrp="1"/>
          </p:cNvSpPr>
          <p:nvPr>
            <p:ph type="sldNum" idx="61"/>
          </p:nvPr>
        </p:nvSpPr>
        <p:spPr>
          <a:xfrm>
            <a:off x="11521440" y="6486120"/>
            <a:ext cx="319680" cy="36396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07ADEF7C-9F67-435C-B971-E5F27119F9ED}"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
        <p:nvSpPr>
          <p:cNvPr id="471" name="paso1_caja"/>
          <p:cNvSpPr/>
          <p:nvPr/>
        </p:nvSpPr>
        <p:spPr>
          <a:xfrm>
            <a:off x="545400" y="2011680"/>
            <a:ext cx="2486160" cy="2833560"/>
          </a:xfrm>
          <a:prstGeom prst="rect">
            <a:avLst/>
          </a:prstGeom>
          <a:solidFill>
            <a:srgbClr val="f3f3f3"/>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pic>
        <p:nvPicPr>
          <p:cNvPr id="472" name="paso1_icono" descr="image19.png"/>
          <p:cNvPicPr/>
          <p:nvPr/>
        </p:nvPicPr>
        <p:blipFill>
          <a:blip r:embed="rId1"/>
          <a:stretch/>
        </p:blipFill>
        <p:spPr>
          <a:xfrm>
            <a:off x="1286280" y="2286000"/>
            <a:ext cx="1004760" cy="1004760"/>
          </a:xfrm>
          <a:prstGeom prst="rect">
            <a:avLst/>
          </a:prstGeom>
          <a:ln w="0">
            <a:noFill/>
          </a:ln>
        </p:spPr>
      </p:pic>
      <p:sp>
        <p:nvSpPr>
          <p:cNvPr id="473" name="paso1_cab"/>
          <p:cNvSpPr/>
          <p:nvPr/>
        </p:nvSpPr>
        <p:spPr>
          <a:xfrm>
            <a:off x="728280" y="3429000"/>
            <a:ext cx="2120400" cy="73080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1" lang="en-US" sz="1600" spc="-1" strike="noStrike">
                <a:solidFill>
                  <a:srgbClr val="00095b"/>
                </a:solidFill>
                <a:latin typeface="Avenir Next LT Pro"/>
              </a:rPr>
              <a:t>La Ranger entra en su ventana de service</a:t>
            </a:r>
            <a:endParaRPr b="0" lang="es-AR" sz="1600" spc="-1" strike="noStrike">
              <a:solidFill>
                <a:srgbClr val="000000"/>
              </a:solidFill>
              <a:latin typeface="Arial"/>
            </a:endParaRPr>
          </a:p>
        </p:txBody>
      </p:sp>
      <p:sp>
        <p:nvSpPr>
          <p:cNvPr id="474" name="paso1_sub"/>
          <p:cNvSpPr/>
          <p:nvPr/>
        </p:nvSpPr>
        <p:spPr>
          <a:xfrm>
            <a:off x="728280" y="4389120"/>
            <a:ext cx="2120400" cy="15228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1000" spc="194" strike="noStrike">
                <a:solidFill>
                  <a:srgbClr val="1700f3"/>
                </a:solidFill>
                <a:latin typeface="Avenir Next LT Pro"/>
              </a:rPr>
              <a:t>COMO HOY</a:t>
            </a:r>
            <a:endParaRPr b="0" lang="es-AR" sz="1000" spc="-1" strike="noStrike">
              <a:solidFill>
                <a:srgbClr val="000000"/>
              </a:solidFill>
              <a:latin typeface="Arial"/>
            </a:endParaRPr>
          </a:p>
        </p:txBody>
      </p:sp>
      <p:sp>
        <p:nvSpPr>
          <p:cNvPr id="475" name="flecha1"/>
          <p:cNvSpPr/>
          <p:nvPr/>
        </p:nvSpPr>
        <p:spPr>
          <a:xfrm>
            <a:off x="3124080" y="3246120"/>
            <a:ext cx="200160" cy="309960"/>
          </a:xfrm>
          <a:prstGeom prst="chevron">
            <a:avLst>
              <a:gd name="adj" fmla="val 50000"/>
            </a:avLst>
          </a:prstGeom>
          <a:solidFill>
            <a:srgbClr val="b9bcbd"/>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476" name="paso2_caja"/>
          <p:cNvSpPr/>
          <p:nvPr/>
        </p:nvSpPr>
        <p:spPr>
          <a:xfrm>
            <a:off x="3416760" y="2011680"/>
            <a:ext cx="2486160" cy="2833560"/>
          </a:xfrm>
          <a:prstGeom prst="rect">
            <a:avLst/>
          </a:prstGeom>
          <a:solidFill>
            <a:srgbClr val="0009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pic>
        <p:nvPicPr>
          <p:cNvPr id="477" name="paso2_icono" descr="image17_blanco.png"/>
          <p:cNvPicPr/>
          <p:nvPr/>
        </p:nvPicPr>
        <p:blipFill>
          <a:blip r:embed="rId2"/>
          <a:stretch/>
        </p:blipFill>
        <p:spPr>
          <a:xfrm>
            <a:off x="4157280" y="2286000"/>
            <a:ext cx="1004760" cy="1004760"/>
          </a:xfrm>
          <a:prstGeom prst="rect">
            <a:avLst/>
          </a:prstGeom>
          <a:ln w="0">
            <a:noFill/>
          </a:ln>
        </p:spPr>
      </p:pic>
      <p:sp>
        <p:nvSpPr>
          <p:cNvPr id="478" name="paso2_cab"/>
          <p:cNvSpPr/>
          <p:nvPr/>
        </p:nvSpPr>
        <p:spPr>
          <a:xfrm>
            <a:off x="3599640" y="3429000"/>
            <a:ext cx="2120400" cy="73080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1" lang="en-US" sz="1600" spc="-1" strike="noStrike">
                <a:solidFill>
                  <a:srgbClr val="ffffff"/>
                </a:solidFill>
                <a:latin typeface="Avenir Next LT Pro"/>
              </a:rPr>
              <a:t>Nuestra solución la ordena por riesgo y explica por qué</a:t>
            </a:r>
            <a:endParaRPr b="0" lang="es-AR" sz="1600" spc="-1" strike="noStrike">
              <a:solidFill>
                <a:srgbClr val="000000"/>
              </a:solidFill>
              <a:latin typeface="Arial"/>
            </a:endParaRPr>
          </a:p>
        </p:txBody>
      </p:sp>
      <p:sp>
        <p:nvSpPr>
          <p:cNvPr id="479" name="paso2_sub"/>
          <p:cNvSpPr/>
          <p:nvPr/>
        </p:nvSpPr>
        <p:spPr>
          <a:xfrm>
            <a:off x="3599640" y="4389120"/>
            <a:ext cx="2120400" cy="15228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1000" spc="194" strike="noStrike">
                <a:solidFill>
                  <a:srgbClr val="ffffff"/>
                </a:solidFill>
                <a:latin typeface="Avenir Next LT Pro"/>
              </a:rPr>
              <a:t>LO NUEVO</a:t>
            </a:r>
            <a:endParaRPr b="0" lang="es-AR" sz="1000" spc="-1" strike="noStrike">
              <a:solidFill>
                <a:srgbClr val="000000"/>
              </a:solidFill>
              <a:latin typeface="Arial"/>
            </a:endParaRPr>
          </a:p>
        </p:txBody>
      </p:sp>
      <p:sp>
        <p:nvSpPr>
          <p:cNvPr id="480" name="flecha2"/>
          <p:cNvSpPr/>
          <p:nvPr/>
        </p:nvSpPr>
        <p:spPr>
          <a:xfrm>
            <a:off x="5995440" y="3246120"/>
            <a:ext cx="200160" cy="309960"/>
          </a:xfrm>
          <a:prstGeom prst="chevron">
            <a:avLst>
              <a:gd name="adj" fmla="val 50000"/>
            </a:avLst>
          </a:prstGeom>
          <a:solidFill>
            <a:srgbClr val="b9bcbd"/>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481" name="paso3_caja"/>
          <p:cNvSpPr/>
          <p:nvPr/>
        </p:nvSpPr>
        <p:spPr>
          <a:xfrm>
            <a:off x="6287760" y="2011680"/>
            <a:ext cx="2486160" cy="2833560"/>
          </a:xfrm>
          <a:prstGeom prst="rect">
            <a:avLst/>
          </a:prstGeom>
          <a:solidFill>
            <a:srgbClr val="f3f3f3"/>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pic>
        <p:nvPicPr>
          <p:cNvPr id="482" name="paso3_icono" descr="image14.png"/>
          <p:cNvPicPr/>
          <p:nvPr/>
        </p:nvPicPr>
        <p:blipFill>
          <a:blip r:embed="rId3"/>
          <a:stretch/>
        </p:blipFill>
        <p:spPr>
          <a:xfrm>
            <a:off x="7028640" y="2286000"/>
            <a:ext cx="1004760" cy="1004760"/>
          </a:xfrm>
          <a:prstGeom prst="rect">
            <a:avLst/>
          </a:prstGeom>
          <a:ln w="0">
            <a:noFill/>
          </a:ln>
        </p:spPr>
      </p:pic>
      <p:sp>
        <p:nvSpPr>
          <p:cNvPr id="483" name="paso3_cab"/>
          <p:cNvSpPr/>
          <p:nvPr/>
        </p:nvSpPr>
        <p:spPr>
          <a:xfrm>
            <a:off x="6470640" y="3429000"/>
            <a:ext cx="2120400" cy="73080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1" lang="en-US" sz="1600" spc="-1" strike="noStrike">
                <a:solidFill>
                  <a:srgbClr val="00095b"/>
                </a:solidFill>
                <a:latin typeface="Avenir Next LT Pro"/>
              </a:rPr>
              <a:t>El concesionario la contacta, o FordPass le recuerda</a:t>
            </a:r>
            <a:endParaRPr b="0" lang="es-AR" sz="1600" spc="-1" strike="noStrike">
              <a:solidFill>
                <a:srgbClr val="000000"/>
              </a:solidFill>
              <a:latin typeface="Arial"/>
            </a:endParaRPr>
          </a:p>
        </p:txBody>
      </p:sp>
      <p:sp>
        <p:nvSpPr>
          <p:cNvPr id="484" name="paso3_sub"/>
          <p:cNvSpPr/>
          <p:nvPr/>
        </p:nvSpPr>
        <p:spPr>
          <a:xfrm>
            <a:off x="6470640" y="4389120"/>
            <a:ext cx="2120400" cy="15228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1000" spc="194" strike="noStrike">
                <a:solidFill>
                  <a:srgbClr val="1700f3"/>
                </a:solidFill>
                <a:latin typeface="Avenir Next LT Pro"/>
              </a:rPr>
              <a:t>SEGÚN EL RIESGO</a:t>
            </a:r>
            <a:endParaRPr b="0" lang="es-AR" sz="1000" spc="-1" strike="noStrike">
              <a:solidFill>
                <a:srgbClr val="000000"/>
              </a:solidFill>
              <a:latin typeface="Arial"/>
            </a:endParaRPr>
          </a:p>
        </p:txBody>
      </p:sp>
      <p:sp>
        <p:nvSpPr>
          <p:cNvPr id="485" name="flecha3"/>
          <p:cNvSpPr/>
          <p:nvPr/>
        </p:nvSpPr>
        <p:spPr>
          <a:xfrm>
            <a:off x="8866440" y="3246120"/>
            <a:ext cx="200160" cy="309960"/>
          </a:xfrm>
          <a:prstGeom prst="chevron">
            <a:avLst>
              <a:gd name="adj" fmla="val 50000"/>
            </a:avLst>
          </a:prstGeom>
          <a:solidFill>
            <a:srgbClr val="b9bcbd"/>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486" name="paso4_caja"/>
          <p:cNvSpPr/>
          <p:nvPr/>
        </p:nvSpPr>
        <p:spPr>
          <a:xfrm>
            <a:off x="9159120" y="2011680"/>
            <a:ext cx="2486160" cy="2833560"/>
          </a:xfrm>
          <a:prstGeom prst="rect">
            <a:avLst/>
          </a:prstGeom>
          <a:solidFill>
            <a:srgbClr val="f3f3f3"/>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pic>
        <p:nvPicPr>
          <p:cNvPr id="487" name="paso4_icono" descr="image18.png"/>
          <p:cNvPicPr/>
          <p:nvPr/>
        </p:nvPicPr>
        <p:blipFill>
          <a:blip r:embed="rId4"/>
          <a:stretch/>
        </p:blipFill>
        <p:spPr>
          <a:xfrm>
            <a:off x="9899640" y="2286000"/>
            <a:ext cx="1004760" cy="1004760"/>
          </a:xfrm>
          <a:prstGeom prst="rect">
            <a:avLst/>
          </a:prstGeom>
          <a:ln w="0">
            <a:noFill/>
          </a:ln>
        </p:spPr>
      </p:pic>
      <p:sp>
        <p:nvSpPr>
          <p:cNvPr id="488" name="paso4_cab"/>
          <p:cNvSpPr/>
          <p:nvPr/>
        </p:nvSpPr>
        <p:spPr>
          <a:xfrm>
            <a:off x="9342000" y="3429000"/>
            <a:ext cx="2120400" cy="48708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1" lang="en-US" sz="1600" spc="-1" strike="noStrike">
                <a:solidFill>
                  <a:srgbClr val="00095b"/>
                </a:solidFill>
                <a:latin typeface="Avenir Next LT Pro"/>
              </a:rPr>
              <a:t>Turno y service en el concesionario</a:t>
            </a:r>
            <a:endParaRPr b="0" lang="es-AR" sz="1600" spc="-1" strike="noStrike">
              <a:solidFill>
                <a:srgbClr val="000000"/>
              </a:solidFill>
              <a:latin typeface="Arial"/>
            </a:endParaRPr>
          </a:p>
        </p:txBody>
      </p:sp>
      <p:sp>
        <p:nvSpPr>
          <p:cNvPr id="489" name="paso4_sub"/>
          <p:cNvSpPr/>
          <p:nvPr/>
        </p:nvSpPr>
        <p:spPr>
          <a:xfrm>
            <a:off x="9342000" y="4389120"/>
            <a:ext cx="2120400" cy="15228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1000" spc="194" strike="noStrike">
                <a:solidFill>
                  <a:srgbClr val="1700f3"/>
                </a:solidFill>
                <a:latin typeface="Avenir Next LT Pro"/>
              </a:rPr>
              <a:t>EL CLIENTE VUELVE</a:t>
            </a:r>
            <a:endParaRPr b="0" lang="es-AR" sz="1000" spc="-1" strike="noStrike">
              <a:solidFill>
                <a:srgbClr val="000000"/>
              </a:solidFill>
              <a:latin typeface="Arial"/>
            </a:endParaRPr>
          </a:p>
        </p:txBody>
      </p:sp>
      <p:sp>
        <p:nvSpPr>
          <p:cNvPr id="490" name="remate"/>
          <p:cNvSpPr/>
          <p:nvPr/>
        </p:nvSpPr>
        <p:spPr>
          <a:xfrm>
            <a:off x="374760" y="5212080"/>
            <a:ext cx="11428920" cy="45684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3000" spc="-1" strike="noStrike">
                <a:solidFill>
                  <a:srgbClr val="00095b"/>
                </a:solidFill>
                <a:latin typeface="Avenir Next LT Pro"/>
              </a:rPr>
              <a:t>Mismo proceso. Otro orden. </a:t>
            </a:r>
            <a:r>
              <a:rPr b="1" lang="en-US" sz="3000" spc="-1" strike="noStrike">
                <a:solidFill>
                  <a:srgbClr val="1700f3"/>
                </a:solidFill>
                <a:latin typeface="Avenir Next LT Pro"/>
              </a:rPr>
              <a:t>Más clientes que vuelven.</a:t>
            </a:r>
            <a:endParaRPr b="0" lang="es-AR" sz="3000" spc="-1" strike="noStrike">
              <a:solidFill>
                <a:srgbClr val="000000"/>
              </a:solidFill>
              <a:latin typeface="Arial"/>
            </a:endParaRPr>
          </a:p>
        </p:txBody>
      </p:sp>
      <p:sp>
        <p:nvSpPr>
          <p:cNvPr id="491" name="orador"/>
          <p:cNvSpPr/>
          <p:nvPr/>
        </p:nvSpPr>
        <p:spPr>
          <a:xfrm>
            <a:off x="394920" y="6540120"/>
            <a:ext cx="4998960" cy="2790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pPr>
            <a:r>
              <a:rPr b="0" lang="en-US" sz="1000" spc="-1" strike="noStrike">
                <a:solidFill>
                  <a:srgbClr val="7f7f7f"/>
                </a:solidFill>
                <a:latin typeface="Avenir Next LT Pro"/>
              </a:rPr>
              <a:t>Franco Tomás Malfetano</a:t>
            </a:r>
            <a:endParaRPr b="0" lang="es-AR" sz="1000" spc="-1" strike="noStrike">
              <a:solidFill>
                <a:srgbClr val="000000"/>
              </a:solidFill>
              <a:latin typeface="Arial"/>
            </a:endParaRPr>
          </a:p>
        </p:txBody>
      </p:sp>
    </p:spTree>
  </p:cSld>
  <mc:AlternateContent>
    <mc:Choice Requires="p14">
      <p:transition spd="med" p14:dur="600">
        <p:fade/>
      </p:transition>
    </mc:Choice>
    <mc:Fallback>
      <p:transition spd="med">
        <p:fade/>
      </p:transition>
    </mc:Fallback>
  </mc:AlternateContent>
  <p:timing>
    <p:tnLst>
      <p:par>
        <p:cTn id="176" dur="indefinite" restart="never" nodeType="tmRoot">
          <p:childTnLst>
            <p:seq>
              <p:cTn id="177" dur="indefinite" nodeType="mainSeq">
                <p:childTnLst>
                  <p:par>
                    <p:cTn id="178" fill="hold">
                      <p:stCondLst>
                        <p:cond delay="indefinite"/>
                      </p:stCondLst>
                      <p:childTnLst>
                        <p:par>
                          <p:cTn id="179" fill="hold">
                            <p:stCondLst>
                              <p:cond delay="0"/>
                            </p:stCondLst>
                            <p:childTnLst>
                              <p:par>
                                <p:cTn id="180" nodeType="clickEffect" fill="hold" presetClass="entr" presetID="22" presetSubtype="8">
                                  <p:stCondLst>
                                    <p:cond delay="0"/>
                                  </p:stCondLst>
                                  <p:childTnLst>
                                    <p:set>
                                      <p:cBhvr>
                                        <p:cTn id="181" dur="1" fill="hold">
                                          <p:stCondLst>
                                            <p:cond delay="0"/>
                                          </p:stCondLst>
                                        </p:cTn>
                                        <p:tgtEl>
                                          <p:spTgt spid="471"/>
                                        </p:tgtEl>
                                        <p:attrNameLst>
                                          <p:attrName>style.visibility</p:attrName>
                                        </p:attrNameLst>
                                      </p:cBhvr>
                                      <p:to>
                                        <p:strVal val="visible"/>
                                      </p:to>
                                    </p:set>
                                    <p:animEffect filter="wipe(left)" transition="in">
                                      <p:cBhvr additive="repl">
                                        <p:cTn id="182" dur="700"/>
                                        <p:tgtEl>
                                          <p:spTgt spid="471"/>
                                        </p:tgtEl>
                                      </p:cBhvr>
                                    </p:animEffect>
                                  </p:childTnLst>
                                </p:cTn>
                              </p:par>
                              <p:par>
                                <p:cTn id="183" nodeType="withEffect" fill="hold" presetClass="entr" presetID="10">
                                  <p:stCondLst>
                                    <p:cond delay="0"/>
                                  </p:stCondLst>
                                  <p:childTnLst>
                                    <p:set>
                                      <p:cBhvr>
                                        <p:cTn id="184" dur="1" fill="hold">
                                          <p:stCondLst>
                                            <p:cond delay="0"/>
                                          </p:stCondLst>
                                        </p:cTn>
                                        <p:tgtEl>
                                          <p:spTgt spid="472"/>
                                        </p:tgtEl>
                                        <p:attrNameLst>
                                          <p:attrName>style.visibility</p:attrName>
                                        </p:attrNameLst>
                                      </p:cBhvr>
                                      <p:to>
                                        <p:strVal val="visible"/>
                                      </p:to>
                                    </p:set>
                                    <p:animEffect filter="fade" transition="in">
                                      <p:cBhvr additive="repl">
                                        <p:cTn id="185" dur="500"/>
                                        <p:tgtEl>
                                          <p:spTgt spid="472"/>
                                        </p:tgtEl>
                                      </p:cBhvr>
                                    </p:animEffect>
                                  </p:childTnLst>
                                </p:cTn>
                              </p:par>
                              <p:par>
                                <p:cTn id="186" nodeType="withEffect" fill="hold" presetClass="entr" presetID="10">
                                  <p:stCondLst>
                                    <p:cond delay="0"/>
                                  </p:stCondLst>
                                  <p:childTnLst>
                                    <p:set>
                                      <p:cBhvr>
                                        <p:cTn id="187" dur="1" fill="hold">
                                          <p:stCondLst>
                                            <p:cond delay="0"/>
                                          </p:stCondLst>
                                        </p:cTn>
                                        <p:tgtEl>
                                          <p:spTgt spid="473"/>
                                        </p:tgtEl>
                                        <p:attrNameLst>
                                          <p:attrName>style.visibility</p:attrName>
                                        </p:attrNameLst>
                                      </p:cBhvr>
                                      <p:to>
                                        <p:strVal val="visible"/>
                                      </p:to>
                                    </p:set>
                                    <p:animEffect filter="fade" transition="in">
                                      <p:cBhvr additive="repl">
                                        <p:cTn id="188" dur="500"/>
                                        <p:tgtEl>
                                          <p:spTgt spid="473"/>
                                        </p:tgtEl>
                                      </p:cBhvr>
                                    </p:animEffect>
                                  </p:childTnLst>
                                </p:cTn>
                              </p:par>
                              <p:par>
                                <p:cTn id="189" nodeType="withEffect" fill="hold" presetClass="entr" presetID="10">
                                  <p:stCondLst>
                                    <p:cond delay="0"/>
                                  </p:stCondLst>
                                  <p:childTnLst>
                                    <p:set>
                                      <p:cBhvr>
                                        <p:cTn id="190" dur="1" fill="hold">
                                          <p:stCondLst>
                                            <p:cond delay="0"/>
                                          </p:stCondLst>
                                        </p:cTn>
                                        <p:tgtEl>
                                          <p:spTgt spid="474"/>
                                        </p:tgtEl>
                                        <p:attrNameLst>
                                          <p:attrName>style.visibility</p:attrName>
                                        </p:attrNameLst>
                                      </p:cBhvr>
                                      <p:to>
                                        <p:strVal val="visible"/>
                                      </p:to>
                                    </p:set>
                                    <p:animEffect filter="fade" transition="in">
                                      <p:cBhvr additive="repl">
                                        <p:cTn id="191" dur="500"/>
                                        <p:tgtEl>
                                          <p:spTgt spid="474"/>
                                        </p:tgtEl>
                                      </p:cBhvr>
                                    </p:animEffect>
                                  </p:childTnLst>
                                </p:cTn>
                              </p:par>
                            </p:childTnLst>
                          </p:cTn>
                        </p:par>
                      </p:childTnLst>
                    </p:cTn>
                  </p:par>
                  <p:par>
                    <p:cTn id="192" fill="hold">
                      <p:stCondLst>
                        <p:cond delay="indefinite"/>
                      </p:stCondLst>
                      <p:childTnLst>
                        <p:par>
                          <p:cTn id="193" fill="hold">
                            <p:stCondLst>
                              <p:cond delay="0"/>
                            </p:stCondLst>
                            <p:childTnLst>
                              <p:par>
                                <p:cTn id="194" nodeType="clickEffect" fill="hold" presetClass="entr" presetID="10">
                                  <p:stCondLst>
                                    <p:cond delay="0"/>
                                  </p:stCondLst>
                                  <p:childTnLst>
                                    <p:set>
                                      <p:cBhvr>
                                        <p:cTn id="195" dur="1" fill="hold">
                                          <p:stCondLst>
                                            <p:cond delay="0"/>
                                          </p:stCondLst>
                                        </p:cTn>
                                        <p:tgtEl>
                                          <p:spTgt spid="475"/>
                                        </p:tgtEl>
                                        <p:attrNameLst>
                                          <p:attrName>style.visibility</p:attrName>
                                        </p:attrNameLst>
                                      </p:cBhvr>
                                      <p:to>
                                        <p:strVal val="visible"/>
                                      </p:to>
                                    </p:set>
                                    <p:animEffect filter="fade" transition="in">
                                      <p:cBhvr additive="repl">
                                        <p:cTn id="196" dur="500"/>
                                        <p:tgtEl>
                                          <p:spTgt spid="475"/>
                                        </p:tgtEl>
                                      </p:cBhvr>
                                    </p:animEffect>
                                  </p:childTnLst>
                                </p:cTn>
                              </p:par>
                              <p:par>
                                <p:cTn id="197" nodeType="withEffect" fill="hold" presetClass="entr" presetID="22" presetSubtype="8">
                                  <p:stCondLst>
                                    <p:cond delay="0"/>
                                  </p:stCondLst>
                                  <p:childTnLst>
                                    <p:set>
                                      <p:cBhvr>
                                        <p:cTn id="198" dur="1" fill="hold">
                                          <p:stCondLst>
                                            <p:cond delay="0"/>
                                          </p:stCondLst>
                                        </p:cTn>
                                        <p:tgtEl>
                                          <p:spTgt spid="476"/>
                                        </p:tgtEl>
                                        <p:attrNameLst>
                                          <p:attrName>style.visibility</p:attrName>
                                        </p:attrNameLst>
                                      </p:cBhvr>
                                      <p:to>
                                        <p:strVal val="visible"/>
                                      </p:to>
                                    </p:set>
                                    <p:animEffect filter="wipe(left)" transition="in">
                                      <p:cBhvr additive="repl">
                                        <p:cTn id="199" dur="700"/>
                                        <p:tgtEl>
                                          <p:spTgt spid="476"/>
                                        </p:tgtEl>
                                      </p:cBhvr>
                                    </p:animEffect>
                                  </p:childTnLst>
                                </p:cTn>
                              </p:par>
                              <p:par>
                                <p:cTn id="200" nodeType="withEffect" fill="hold" presetClass="entr" presetID="10">
                                  <p:stCondLst>
                                    <p:cond delay="0"/>
                                  </p:stCondLst>
                                  <p:childTnLst>
                                    <p:set>
                                      <p:cBhvr>
                                        <p:cTn id="201" dur="1" fill="hold">
                                          <p:stCondLst>
                                            <p:cond delay="0"/>
                                          </p:stCondLst>
                                        </p:cTn>
                                        <p:tgtEl>
                                          <p:spTgt spid="477"/>
                                        </p:tgtEl>
                                        <p:attrNameLst>
                                          <p:attrName>style.visibility</p:attrName>
                                        </p:attrNameLst>
                                      </p:cBhvr>
                                      <p:to>
                                        <p:strVal val="visible"/>
                                      </p:to>
                                    </p:set>
                                    <p:animEffect filter="fade" transition="in">
                                      <p:cBhvr additive="repl">
                                        <p:cTn id="202" dur="500"/>
                                        <p:tgtEl>
                                          <p:spTgt spid="477"/>
                                        </p:tgtEl>
                                      </p:cBhvr>
                                    </p:animEffect>
                                  </p:childTnLst>
                                </p:cTn>
                              </p:par>
                              <p:par>
                                <p:cTn id="203" nodeType="withEffect" fill="hold" presetClass="entr" presetID="10">
                                  <p:stCondLst>
                                    <p:cond delay="0"/>
                                  </p:stCondLst>
                                  <p:childTnLst>
                                    <p:set>
                                      <p:cBhvr>
                                        <p:cTn id="204" dur="1" fill="hold">
                                          <p:stCondLst>
                                            <p:cond delay="0"/>
                                          </p:stCondLst>
                                        </p:cTn>
                                        <p:tgtEl>
                                          <p:spTgt spid="478"/>
                                        </p:tgtEl>
                                        <p:attrNameLst>
                                          <p:attrName>style.visibility</p:attrName>
                                        </p:attrNameLst>
                                      </p:cBhvr>
                                      <p:to>
                                        <p:strVal val="visible"/>
                                      </p:to>
                                    </p:set>
                                    <p:animEffect filter="fade" transition="in">
                                      <p:cBhvr additive="repl">
                                        <p:cTn id="205" dur="500"/>
                                        <p:tgtEl>
                                          <p:spTgt spid="478"/>
                                        </p:tgtEl>
                                      </p:cBhvr>
                                    </p:animEffect>
                                  </p:childTnLst>
                                </p:cTn>
                              </p:par>
                              <p:par>
                                <p:cTn id="206" nodeType="withEffect" fill="hold" presetClass="entr" presetID="10">
                                  <p:stCondLst>
                                    <p:cond delay="0"/>
                                  </p:stCondLst>
                                  <p:childTnLst>
                                    <p:set>
                                      <p:cBhvr>
                                        <p:cTn id="207" dur="1" fill="hold">
                                          <p:stCondLst>
                                            <p:cond delay="0"/>
                                          </p:stCondLst>
                                        </p:cTn>
                                        <p:tgtEl>
                                          <p:spTgt spid="479"/>
                                        </p:tgtEl>
                                        <p:attrNameLst>
                                          <p:attrName>style.visibility</p:attrName>
                                        </p:attrNameLst>
                                      </p:cBhvr>
                                      <p:to>
                                        <p:strVal val="visible"/>
                                      </p:to>
                                    </p:set>
                                    <p:animEffect filter="fade" transition="in">
                                      <p:cBhvr additive="repl">
                                        <p:cTn id="208" dur="500"/>
                                        <p:tgtEl>
                                          <p:spTgt spid="479"/>
                                        </p:tgtEl>
                                      </p:cBhvr>
                                    </p:animEffect>
                                  </p:childTnLst>
                                </p:cTn>
                              </p:par>
                            </p:childTnLst>
                          </p:cTn>
                        </p:par>
                      </p:childTnLst>
                    </p:cTn>
                  </p:par>
                  <p:par>
                    <p:cTn id="209" fill="hold">
                      <p:stCondLst>
                        <p:cond delay="indefinite"/>
                      </p:stCondLst>
                      <p:childTnLst>
                        <p:par>
                          <p:cTn id="210" fill="hold">
                            <p:stCondLst>
                              <p:cond delay="0"/>
                            </p:stCondLst>
                            <p:childTnLst>
                              <p:par>
                                <p:cTn id="211" nodeType="clickEffect" fill="hold" presetClass="entr" presetID="10">
                                  <p:stCondLst>
                                    <p:cond delay="0"/>
                                  </p:stCondLst>
                                  <p:childTnLst>
                                    <p:set>
                                      <p:cBhvr>
                                        <p:cTn id="212" dur="1" fill="hold">
                                          <p:stCondLst>
                                            <p:cond delay="0"/>
                                          </p:stCondLst>
                                        </p:cTn>
                                        <p:tgtEl>
                                          <p:spTgt spid="480"/>
                                        </p:tgtEl>
                                        <p:attrNameLst>
                                          <p:attrName>style.visibility</p:attrName>
                                        </p:attrNameLst>
                                      </p:cBhvr>
                                      <p:to>
                                        <p:strVal val="visible"/>
                                      </p:to>
                                    </p:set>
                                    <p:animEffect filter="fade" transition="in">
                                      <p:cBhvr additive="repl">
                                        <p:cTn id="213" dur="500"/>
                                        <p:tgtEl>
                                          <p:spTgt spid="480"/>
                                        </p:tgtEl>
                                      </p:cBhvr>
                                    </p:animEffect>
                                  </p:childTnLst>
                                </p:cTn>
                              </p:par>
                              <p:par>
                                <p:cTn id="214" nodeType="withEffect" fill="hold" presetClass="entr" presetID="22" presetSubtype="8">
                                  <p:stCondLst>
                                    <p:cond delay="0"/>
                                  </p:stCondLst>
                                  <p:childTnLst>
                                    <p:set>
                                      <p:cBhvr>
                                        <p:cTn id="215" dur="1" fill="hold">
                                          <p:stCondLst>
                                            <p:cond delay="0"/>
                                          </p:stCondLst>
                                        </p:cTn>
                                        <p:tgtEl>
                                          <p:spTgt spid="481"/>
                                        </p:tgtEl>
                                        <p:attrNameLst>
                                          <p:attrName>style.visibility</p:attrName>
                                        </p:attrNameLst>
                                      </p:cBhvr>
                                      <p:to>
                                        <p:strVal val="visible"/>
                                      </p:to>
                                    </p:set>
                                    <p:animEffect filter="wipe(left)" transition="in">
                                      <p:cBhvr additive="repl">
                                        <p:cTn id="216" dur="700"/>
                                        <p:tgtEl>
                                          <p:spTgt spid="481"/>
                                        </p:tgtEl>
                                      </p:cBhvr>
                                    </p:animEffect>
                                  </p:childTnLst>
                                </p:cTn>
                              </p:par>
                              <p:par>
                                <p:cTn id="217" nodeType="withEffect" fill="hold" presetClass="entr" presetID="10">
                                  <p:stCondLst>
                                    <p:cond delay="0"/>
                                  </p:stCondLst>
                                  <p:childTnLst>
                                    <p:set>
                                      <p:cBhvr>
                                        <p:cTn id="218" dur="1" fill="hold">
                                          <p:stCondLst>
                                            <p:cond delay="0"/>
                                          </p:stCondLst>
                                        </p:cTn>
                                        <p:tgtEl>
                                          <p:spTgt spid="482"/>
                                        </p:tgtEl>
                                        <p:attrNameLst>
                                          <p:attrName>style.visibility</p:attrName>
                                        </p:attrNameLst>
                                      </p:cBhvr>
                                      <p:to>
                                        <p:strVal val="visible"/>
                                      </p:to>
                                    </p:set>
                                    <p:animEffect filter="fade" transition="in">
                                      <p:cBhvr additive="repl">
                                        <p:cTn id="219" dur="500"/>
                                        <p:tgtEl>
                                          <p:spTgt spid="482"/>
                                        </p:tgtEl>
                                      </p:cBhvr>
                                    </p:animEffect>
                                  </p:childTnLst>
                                </p:cTn>
                              </p:par>
                              <p:par>
                                <p:cTn id="220" nodeType="withEffect" fill="hold" presetClass="entr" presetID="10">
                                  <p:stCondLst>
                                    <p:cond delay="0"/>
                                  </p:stCondLst>
                                  <p:childTnLst>
                                    <p:set>
                                      <p:cBhvr>
                                        <p:cTn id="221" dur="1" fill="hold">
                                          <p:stCondLst>
                                            <p:cond delay="0"/>
                                          </p:stCondLst>
                                        </p:cTn>
                                        <p:tgtEl>
                                          <p:spTgt spid="483"/>
                                        </p:tgtEl>
                                        <p:attrNameLst>
                                          <p:attrName>style.visibility</p:attrName>
                                        </p:attrNameLst>
                                      </p:cBhvr>
                                      <p:to>
                                        <p:strVal val="visible"/>
                                      </p:to>
                                    </p:set>
                                    <p:animEffect filter="fade" transition="in">
                                      <p:cBhvr additive="repl">
                                        <p:cTn id="222" dur="500"/>
                                        <p:tgtEl>
                                          <p:spTgt spid="483"/>
                                        </p:tgtEl>
                                      </p:cBhvr>
                                    </p:animEffect>
                                  </p:childTnLst>
                                </p:cTn>
                              </p:par>
                              <p:par>
                                <p:cTn id="223" nodeType="withEffect" fill="hold" presetClass="entr" presetID="10">
                                  <p:stCondLst>
                                    <p:cond delay="0"/>
                                  </p:stCondLst>
                                  <p:childTnLst>
                                    <p:set>
                                      <p:cBhvr>
                                        <p:cTn id="224" dur="1" fill="hold">
                                          <p:stCondLst>
                                            <p:cond delay="0"/>
                                          </p:stCondLst>
                                        </p:cTn>
                                        <p:tgtEl>
                                          <p:spTgt spid="484"/>
                                        </p:tgtEl>
                                        <p:attrNameLst>
                                          <p:attrName>style.visibility</p:attrName>
                                        </p:attrNameLst>
                                      </p:cBhvr>
                                      <p:to>
                                        <p:strVal val="visible"/>
                                      </p:to>
                                    </p:set>
                                    <p:animEffect filter="fade" transition="in">
                                      <p:cBhvr additive="repl">
                                        <p:cTn id="225" dur="500"/>
                                        <p:tgtEl>
                                          <p:spTgt spid="484"/>
                                        </p:tgtEl>
                                      </p:cBhvr>
                                    </p:animEffect>
                                  </p:childTnLst>
                                </p:cTn>
                              </p:par>
                            </p:childTnLst>
                          </p:cTn>
                        </p:par>
                      </p:childTnLst>
                    </p:cTn>
                  </p:par>
                  <p:par>
                    <p:cTn id="226" fill="hold">
                      <p:stCondLst>
                        <p:cond delay="indefinite"/>
                      </p:stCondLst>
                      <p:childTnLst>
                        <p:par>
                          <p:cTn id="227" fill="hold">
                            <p:stCondLst>
                              <p:cond delay="0"/>
                            </p:stCondLst>
                            <p:childTnLst>
                              <p:par>
                                <p:cTn id="228" nodeType="clickEffect" fill="hold" presetClass="entr" presetID="10">
                                  <p:stCondLst>
                                    <p:cond delay="0"/>
                                  </p:stCondLst>
                                  <p:childTnLst>
                                    <p:set>
                                      <p:cBhvr>
                                        <p:cTn id="229" dur="1" fill="hold">
                                          <p:stCondLst>
                                            <p:cond delay="0"/>
                                          </p:stCondLst>
                                        </p:cTn>
                                        <p:tgtEl>
                                          <p:spTgt spid="485"/>
                                        </p:tgtEl>
                                        <p:attrNameLst>
                                          <p:attrName>style.visibility</p:attrName>
                                        </p:attrNameLst>
                                      </p:cBhvr>
                                      <p:to>
                                        <p:strVal val="visible"/>
                                      </p:to>
                                    </p:set>
                                    <p:animEffect filter="fade" transition="in">
                                      <p:cBhvr additive="repl">
                                        <p:cTn id="230" dur="500"/>
                                        <p:tgtEl>
                                          <p:spTgt spid="485"/>
                                        </p:tgtEl>
                                      </p:cBhvr>
                                    </p:animEffect>
                                  </p:childTnLst>
                                </p:cTn>
                              </p:par>
                              <p:par>
                                <p:cTn id="231" nodeType="withEffect" fill="hold" presetClass="entr" presetID="22" presetSubtype="8">
                                  <p:stCondLst>
                                    <p:cond delay="0"/>
                                  </p:stCondLst>
                                  <p:childTnLst>
                                    <p:set>
                                      <p:cBhvr>
                                        <p:cTn id="232" dur="1" fill="hold">
                                          <p:stCondLst>
                                            <p:cond delay="0"/>
                                          </p:stCondLst>
                                        </p:cTn>
                                        <p:tgtEl>
                                          <p:spTgt spid="486"/>
                                        </p:tgtEl>
                                        <p:attrNameLst>
                                          <p:attrName>style.visibility</p:attrName>
                                        </p:attrNameLst>
                                      </p:cBhvr>
                                      <p:to>
                                        <p:strVal val="visible"/>
                                      </p:to>
                                    </p:set>
                                    <p:animEffect filter="wipe(left)" transition="in">
                                      <p:cBhvr additive="repl">
                                        <p:cTn id="233" dur="700"/>
                                        <p:tgtEl>
                                          <p:spTgt spid="486"/>
                                        </p:tgtEl>
                                      </p:cBhvr>
                                    </p:animEffect>
                                  </p:childTnLst>
                                </p:cTn>
                              </p:par>
                              <p:par>
                                <p:cTn id="234" nodeType="withEffect" fill="hold" presetClass="entr" presetID="10">
                                  <p:stCondLst>
                                    <p:cond delay="0"/>
                                  </p:stCondLst>
                                  <p:childTnLst>
                                    <p:set>
                                      <p:cBhvr>
                                        <p:cTn id="235" dur="1" fill="hold">
                                          <p:stCondLst>
                                            <p:cond delay="0"/>
                                          </p:stCondLst>
                                        </p:cTn>
                                        <p:tgtEl>
                                          <p:spTgt spid="487"/>
                                        </p:tgtEl>
                                        <p:attrNameLst>
                                          <p:attrName>style.visibility</p:attrName>
                                        </p:attrNameLst>
                                      </p:cBhvr>
                                      <p:to>
                                        <p:strVal val="visible"/>
                                      </p:to>
                                    </p:set>
                                    <p:animEffect filter="fade" transition="in">
                                      <p:cBhvr additive="repl">
                                        <p:cTn id="236" dur="500"/>
                                        <p:tgtEl>
                                          <p:spTgt spid="487"/>
                                        </p:tgtEl>
                                      </p:cBhvr>
                                    </p:animEffect>
                                  </p:childTnLst>
                                </p:cTn>
                              </p:par>
                              <p:par>
                                <p:cTn id="237" nodeType="withEffect" fill="hold" presetClass="entr" presetID="10">
                                  <p:stCondLst>
                                    <p:cond delay="0"/>
                                  </p:stCondLst>
                                  <p:childTnLst>
                                    <p:set>
                                      <p:cBhvr>
                                        <p:cTn id="238" dur="1" fill="hold">
                                          <p:stCondLst>
                                            <p:cond delay="0"/>
                                          </p:stCondLst>
                                        </p:cTn>
                                        <p:tgtEl>
                                          <p:spTgt spid="488"/>
                                        </p:tgtEl>
                                        <p:attrNameLst>
                                          <p:attrName>style.visibility</p:attrName>
                                        </p:attrNameLst>
                                      </p:cBhvr>
                                      <p:to>
                                        <p:strVal val="visible"/>
                                      </p:to>
                                    </p:set>
                                    <p:animEffect filter="fade" transition="in">
                                      <p:cBhvr additive="repl">
                                        <p:cTn id="239" dur="500"/>
                                        <p:tgtEl>
                                          <p:spTgt spid="488"/>
                                        </p:tgtEl>
                                      </p:cBhvr>
                                    </p:animEffect>
                                  </p:childTnLst>
                                </p:cTn>
                              </p:par>
                              <p:par>
                                <p:cTn id="240" nodeType="withEffect" fill="hold" presetClass="entr" presetID="10">
                                  <p:stCondLst>
                                    <p:cond delay="0"/>
                                  </p:stCondLst>
                                  <p:childTnLst>
                                    <p:set>
                                      <p:cBhvr>
                                        <p:cTn id="241" dur="1" fill="hold">
                                          <p:stCondLst>
                                            <p:cond delay="0"/>
                                          </p:stCondLst>
                                        </p:cTn>
                                        <p:tgtEl>
                                          <p:spTgt spid="489"/>
                                        </p:tgtEl>
                                        <p:attrNameLst>
                                          <p:attrName>style.visibility</p:attrName>
                                        </p:attrNameLst>
                                      </p:cBhvr>
                                      <p:to>
                                        <p:strVal val="visible"/>
                                      </p:to>
                                    </p:set>
                                    <p:animEffect filter="fade" transition="in">
                                      <p:cBhvr additive="repl">
                                        <p:cTn id="242" dur="500"/>
                                        <p:tgtEl>
                                          <p:spTgt spid="489"/>
                                        </p:tgtEl>
                                      </p:cBhvr>
                                    </p:animEffect>
                                  </p:childTnLst>
                                </p:cTn>
                              </p:par>
                            </p:childTnLst>
                          </p:cTn>
                        </p:par>
                      </p:childTnLst>
                    </p:cTn>
                  </p:par>
                  <p:par>
                    <p:cTn id="243" fill="hold">
                      <p:stCondLst>
                        <p:cond delay="indefinite"/>
                      </p:stCondLst>
                      <p:childTnLst>
                        <p:par>
                          <p:cTn id="244" fill="hold">
                            <p:stCondLst>
                              <p:cond delay="0"/>
                            </p:stCondLst>
                            <p:childTnLst>
                              <p:par>
                                <p:cTn id="245" nodeType="clickEffect" fill="hold" presetClass="entr" presetID="10">
                                  <p:stCondLst>
                                    <p:cond delay="0"/>
                                  </p:stCondLst>
                                  <p:childTnLst>
                                    <p:set>
                                      <p:cBhvr>
                                        <p:cTn id="246" dur="1" fill="hold">
                                          <p:stCondLst>
                                            <p:cond delay="0"/>
                                          </p:stCondLst>
                                        </p:cTn>
                                        <p:tgtEl>
                                          <p:spTgt spid="490"/>
                                        </p:tgtEl>
                                        <p:attrNameLst>
                                          <p:attrName>style.visibility</p:attrName>
                                        </p:attrNameLst>
                                      </p:cBhvr>
                                      <p:to>
                                        <p:strVal val="visible"/>
                                      </p:to>
                                    </p:set>
                                    <p:animEffect filter="fade" transition="in">
                                      <p:cBhvr additive="repl">
                                        <p:cTn id="247" dur="500"/>
                                        <p:tgtEl>
                                          <p:spTgt spid="490"/>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2" name="PlaceHolder 1"/>
          <p:cNvSpPr>
            <a:spLocks noGrp="1"/>
          </p:cNvSpPr>
          <p:nvPr>
            <p:ph type="title"/>
          </p:nvPr>
        </p:nvSpPr>
        <p:spPr>
          <a:xfrm>
            <a:off x="374760" y="502920"/>
            <a:ext cx="10514520" cy="1026000"/>
          </a:xfrm>
          <a:prstGeom prst="rect">
            <a:avLst/>
          </a:prstGeom>
          <a:noFill/>
          <a:ln w="0">
            <a:noFill/>
          </a:ln>
        </p:spPr>
        <p:txBody>
          <a:bodyPr lIns="0" rIns="91440" tIns="45720" bIns="45720" anchor="t">
            <a:noAutofit/>
          </a:bodyPr>
          <a:p>
            <a:pPr indent="0" defTabSz="914400">
              <a:lnSpc>
                <a:spcPct val="90000"/>
              </a:lnSpc>
              <a:buNone/>
              <a:tabLst>
                <a:tab algn="l" pos="0"/>
              </a:tabLst>
            </a:pPr>
            <a:r>
              <a:rPr b="0" lang="en-US" sz="2400" spc="63" strike="noStrike">
                <a:solidFill>
                  <a:schemeClr val="dk1"/>
                </a:solidFill>
                <a:latin typeface="Avenir Next LT Pro"/>
                <a:ea typeface="Avenir Next"/>
              </a:rPr>
              <a:t>El mismo esfuerzo, el doble de resultado</a:t>
            </a:r>
            <a:endParaRPr b="0" lang="es-AR" sz="2400" spc="-1" strike="noStrike">
              <a:solidFill>
                <a:srgbClr val="000000"/>
              </a:solidFill>
              <a:latin typeface="Arial"/>
            </a:endParaRPr>
          </a:p>
        </p:txBody>
      </p:sp>
      <p:sp>
        <p:nvSpPr>
          <p:cNvPr id="493" name="PlaceHolder 2"/>
          <p:cNvSpPr>
            <a:spLocks noGrp="1"/>
          </p:cNvSpPr>
          <p:nvPr>
            <p:ph/>
          </p:nvPr>
        </p:nvSpPr>
        <p:spPr>
          <a:xfrm>
            <a:off x="394920" y="286920"/>
            <a:ext cx="3901320" cy="214920"/>
          </a:xfrm>
          <a:prstGeom prst="rect">
            <a:avLst/>
          </a:prstGeom>
          <a:noFill/>
          <a:ln w="0">
            <a:noFill/>
          </a:ln>
        </p:spPr>
        <p:txBody>
          <a:bodyPr lIns="0" rIns="91440" tIns="45720" bIns="45720" anchor="t">
            <a:noAutofit/>
          </a:bodyPr>
          <a:p>
            <a:pPr indent="0" defTabSz="914400">
              <a:lnSpc>
                <a:spcPct val="90000"/>
              </a:lnSpc>
              <a:spcBef>
                <a:spcPts val="1001"/>
              </a:spcBef>
              <a:buNone/>
              <a:tabLst>
                <a:tab algn="l" pos="0"/>
              </a:tabLst>
            </a:pPr>
            <a:r>
              <a:rPr b="0" lang="en-US" sz="900" spc="293" strike="noStrike" cap="all">
                <a:solidFill>
                  <a:schemeClr val="accent1"/>
                </a:solidFill>
                <a:latin typeface="Avenir Next LT Pro"/>
                <a:ea typeface="Avenir Next"/>
              </a:rPr>
              <a:t>02 · Descripción de la solución</a:t>
            </a:r>
            <a:endParaRPr b="0" lang="es-AR" sz="900" spc="-1" strike="noStrike">
              <a:solidFill>
                <a:srgbClr val="000000"/>
              </a:solidFill>
              <a:latin typeface="Arial"/>
            </a:endParaRPr>
          </a:p>
        </p:txBody>
      </p:sp>
      <p:sp>
        <p:nvSpPr>
          <p:cNvPr id="494" name="PlaceHolder 3"/>
          <p:cNvSpPr>
            <a:spLocks noGrp="1"/>
          </p:cNvSpPr>
          <p:nvPr>
            <p:ph type="sldNum" idx="62"/>
          </p:nvPr>
        </p:nvSpPr>
        <p:spPr>
          <a:xfrm>
            <a:off x="11521440" y="6486120"/>
            <a:ext cx="319680" cy="36396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B202818C-D8CC-47F1-8776-657612626DB9}"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
        <p:nvSpPr>
          <p:cNvPr id="495" name="pregunta_grafico"/>
          <p:cNvSpPr/>
          <p:nvPr/>
        </p:nvSpPr>
        <p:spPr>
          <a:xfrm>
            <a:off x="374760" y="1417320"/>
            <a:ext cx="6399720" cy="2131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7f7f7f"/>
                </a:solidFill>
                <a:latin typeface="Avenir Next LT Pro"/>
              </a:rPr>
              <a:t>De cada 10 contactos, cuántos llegan a un cliente que estaba dejando Ford</a:t>
            </a:r>
            <a:endParaRPr b="0" lang="es-AR" sz="1400" spc="-1" strike="noStrike">
              <a:solidFill>
                <a:srgbClr val="000000"/>
              </a:solidFill>
              <a:latin typeface="Arial"/>
            </a:endParaRPr>
          </a:p>
        </p:txBody>
      </p:sp>
      <p:cxnSp>
        <p:nvCxnSpPr>
          <p:cNvPr id="496" name="eje"/>
          <p:cNvCxnSpPr/>
          <p:nvPr/>
        </p:nvCxnSpPr>
        <p:spPr>
          <a:xfrm>
            <a:off x="548640" y="5532120"/>
            <a:ext cx="5487480" cy="1080"/>
          </a:xfrm>
          <a:prstGeom prst="straightConnector1">
            <a:avLst/>
          </a:prstGeom>
          <a:ln w="0">
            <a:solidFill>
              <a:srgbClr val="b9bcbd"/>
            </a:solidFill>
          </a:ln>
        </p:spPr>
      </p:cxnSp>
      <p:sp>
        <p:nvSpPr>
          <p:cNvPr id="497" name="barra1"/>
          <p:cNvSpPr/>
          <p:nvPr/>
        </p:nvSpPr>
        <p:spPr>
          <a:xfrm>
            <a:off x="822960" y="4129920"/>
            <a:ext cx="1919160" cy="1401120"/>
          </a:xfrm>
          <a:prstGeom prst="rect">
            <a:avLst/>
          </a:prstGeom>
          <a:solidFill>
            <a:srgbClr val="b9bcbd"/>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498" name="barra1_valor"/>
          <p:cNvSpPr/>
          <p:nvPr/>
        </p:nvSpPr>
        <p:spPr>
          <a:xfrm>
            <a:off x="548640" y="3352680"/>
            <a:ext cx="2467800" cy="54828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3600" spc="-1" strike="noStrike">
                <a:solidFill>
                  <a:srgbClr val="00095b"/>
                </a:solidFill>
                <a:latin typeface="Avenir Next LT Pro"/>
              </a:rPr>
              <a:t>4 de 10</a:t>
            </a:r>
            <a:endParaRPr b="0" lang="es-AR" sz="3600" spc="-1" strike="noStrike">
              <a:solidFill>
                <a:srgbClr val="000000"/>
              </a:solidFill>
              <a:latin typeface="Arial"/>
            </a:endParaRPr>
          </a:p>
        </p:txBody>
      </p:sp>
      <p:sp>
        <p:nvSpPr>
          <p:cNvPr id="499" name="barra1_pie"/>
          <p:cNvSpPr/>
          <p:nvPr/>
        </p:nvSpPr>
        <p:spPr>
          <a:xfrm>
            <a:off x="548640" y="5623560"/>
            <a:ext cx="2467800" cy="39636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1300" spc="-1" strike="noStrike">
                <a:solidFill>
                  <a:srgbClr val="00095b"/>
                </a:solidFill>
                <a:latin typeface="Avenir Next LT Pro"/>
              </a:rPr>
              <a:t>Hoy</a:t>
            </a:r>
            <a:endParaRPr b="0" lang="es-AR" sz="1300" spc="-1" strike="noStrike">
              <a:solidFill>
                <a:srgbClr val="000000"/>
              </a:solidFill>
              <a:latin typeface="Arial"/>
            </a:endParaRPr>
          </a:p>
          <a:p>
            <a:pPr algn="ctr" defTabSz="914400">
              <a:lnSpc>
                <a:spcPct val="100000"/>
              </a:lnSpc>
            </a:pPr>
            <a:r>
              <a:rPr b="0" lang="en-US" sz="1300" spc="-1" strike="noStrike">
                <a:solidFill>
                  <a:srgbClr val="00095b"/>
                </a:solidFill>
                <a:latin typeface="Avenir Next LT Pro"/>
              </a:rPr>
              <a:t>(a todos igual)</a:t>
            </a:r>
            <a:endParaRPr b="0" lang="es-AR" sz="1300" spc="-1" strike="noStrike">
              <a:solidFill>
                <a:srgbClr val="000000"/>
              </a:solidFill>
              <a:latin typeface="Arial"/>
            </a:endParaRPr>
          </a:p>
        </p:txBody>
      </p:sp>
      <p:sp>
        <p:nvSpPr>
          <p:cNvPr id="500" name="barra2"/>
          <p:cNvSpPr/>
          <p:nvPr/>
        </p:nvSpPr>
        <p:spPr>
          <a:xfrm>
            <a:off x="3566160" y="2980800"/>
            <a:ext cx="1919160" cy="2550240"/>
          </a:xfrm>
          <a:prstGeom prst="rect">
            <a:avLst/>
          </a:prstGeom>
          <a:solidFill>
            <a:srgbClr val="1700f3"/>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501" name="barra2_valor"/>
          <p:cNvSpPr/>
          <p:nvPr/>
        </p:nvSpPr>
        <p:spPr>
          <a:xfrm>
            <a:off x="3291840" y="2203560"/>
            <a:ext cx="2467800" cy="54828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3600" spc="-1" strike="noStrike">
                <a:solidFill>
                  <a:srgbClr val="1700f3"/>
                </a:solidFill>
                <a:latin typeface="Avenir Next LT Pro"/>
              </a:rPr>
              <a:t>8 de 10</a:t>
            </a:r>
            <a:endParaRPr b="0" lang="es-AR" sz="3600" spc="-1" strike="noStrike">
              <a:solidFill>
                <a:srgbClr val="000000"/>
              </a:solidFill>
              <a:latin typeface="Arial"/>
            </a:endParaRPr>
          </a:p>
        </p:txBody>
      </p:sp>
      <p:sp>
        <p:nvSpPr>
          <p:cNvPr id="502" name="barra2_pie"/>
          <p:cNvSpPr/>
          <p:nvPr/>
        </p:nvSpPr>
        <p:spPr>
          <a:xfrm>
            <a:off x="3291840" y="5623560"/>
            <a:ext cx="2467800" cy="39636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1300" spc="-1" strike="noStrike">
                <a:solidFill>
                  <a:srgbClr val="00095b"/>
                </a:solidFill>
                <a:latin typeface="Avenir Next LT Pro"/>
              </a:rPr>
              <a:t>Con nuestra solución</a:t>
            </a:r>
            <a:endParaRPr b="0" lang="es-AR" sz="1300" spc="-1" strike="noStrike">
              <a:solidFill>
                <a:srgbClr val="000000"/>
              </a:solidFill>
              <a:latin typeface="Arial"/>
            </a:endParaRPr>
          </a:p>
          <a:p>
            <a:pPr algn="ctr" defTabSz="914400">
              <a:lnSpc>
                <a:spcPct val="100000"/>
              </a:lnSpc>
            </a:pPr>
            <a:r>
              <a:rPr b="0" lang="en-US" sz="1300" spc="-1" strike="noStrike">
                <a:solidFill>
                  <a:srgbClr val="00095b"/>
                </a:solidFill>
                <a:latin typeface="Avenir Next LT Pro"/>
              </a:rPr>
              <a:t>(el primer 20 %)</a:t>
            </a:r>
            <a:endParaRPr b="0" lang="es-AR" sz="1300" spc="-1" strike="noStrike">
              <a:solidFill>
                <a:srgbClr val="000000"/>
              </a:solidFill>
              <a:latin typeface="Arial"/>
            </a:endParaRPr>
          </a:p>
        </p:txBody>
      </p:sp>
      <p:sp>
        <p:nvSpPr>
          <p:cNvPr id="503" name="divisor"/>
          <p:cNvSpPr/>
          <p:nvPr/>
        </p:nvSpPr>
        <p:spPr>
          <a:xfrm>
            <a:off x="6949440" y="1417320"/>
            <a:ext cx="26280" cy="4205160"/>
          </a:xfrm>
          <a:prstGeom prst="rect">
            <a:avLst/>
          </a:prstGeom>
          <a:solidFill>
            <a:srgbClr val="b9bcbd"/>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504" name="dato_top"/>
          <p:cNvSpPr/>
          <p:nvPr/>
        </p:nvSpPr>
        <p:spPr>
          <a:xfrm>
            <a:off x="7315200" y="1600200"/>
            <a:ext cx="4479480" cy="6091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4000" spc="-1" strike="noStrike">
                <a:solidFill>
                  <a:srgbClr val="1700f3"/>
                </a:solidFill>
                <a:latin typeface="Avenir Next LT Pro"/>
              </a:rPr>
              <a:t>9 de cada 10</a:t>
            </a:r>
            <a:endParaRPr b="0" lang="es-AR" sz="4000" spc="-1" strike="noStrike">
              <a:solidFill>
                <a:srgbClr val="000000"/>
              </a:solidFill>
              <a:latin typeface="Arial"/>
            </a:endParaRPr>
          </a:p>
        </p:txBody>
      </p:sp>
      <p:sp>
        <p:nvSpPr>
          <p:cNvPr id="505" name="dato_top_txt"/>
          <p:cNvSpPr/>
          <p:nvPr/>
        </p:nvSpPr>
        <p:spPr>
          <a:xfrm>
            <a:off x="7315200" y="2468880"/>
            <a:ext cx="4388040" cy="4870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s-AR" sz="1600" spc="-1" strike="noStrike">
                <a:solidFill>
                  <a:srgbClr val="00095b"/>
                </a:solidFill>
                <a:latin typeface="Avenir Next LT Pro"/>
              </a:rPr>
              <a:t>D</a:t>
            </a:r>
            <a:r>
              <a:rPr b="0" lang="en-US" sz="1600" spc="-1" strike="noStrike">
                <a:solidFill>
                  <a:srgbClr val="00095b"/>
                </a:solidFill>
                <a:latin typeface="Avenir Next LT Pro"/>
              </a:rPr>
              <a:t>e los clientes que nuestra solución pone primeros estaban dejando Ford.</a:t>
            </a:r>
            <a:endParaRPr b="0" lang="es-AR" sz="1600" spc="-1" strike="noStrike">
              <a:solidFill>
                <a:srgbClr val="000000"/>
              </a:solidFill>
              <a:latin typeface="Arial"/>
            </a:endParaRPr>
          </a:p>
        </p:txBody>
      </p:sp>
      <p:sp>
        <p:nvSpPr>
          <p:cNvPr id="506" name="dato_cap"/>
          <p:cNvSpPr/>
          <p:nvPr/>
        </p:nvSpPr>
        <p:spPr>
          <a:xfrm>
            <a:off x="7315200" y="3520440"/>
            <a:ext cx="4479480" cy="6091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4000" spc="-1" strike="noStrike">
                <a:solidFill>
                  <a:srgbClr val="1700f3"/>
                </a:solidFill>
                <a:latin typeface="Avenir Next LT Pro"/>
              </a:rPr>
              <a:t>2 de cada 3</a:t>
            </a:r>
            <a:endParaRPr b="0" lang="es-AR" sz="4000" spc="-1" strike="noStrike">
              <a:solidFill>
                <a:srgbClr val="000000"/>
              </a:solidFill>
              <a:latin typeface="Arial"/>
            </a:endParaRPr>
          </a:p>
        </p:txBody>
      </p:sp>
      <p:sp>
        <p:nvSpPr>
          <p:cNvPr id="507" name="dato_cap_txt"/>
          <p:cNvSpPr/>
          <p:nvPr/>
        </p:nvSpPr>
        <p:spPr>
          <a:xfrm>
            <a:off x="7315200" y="4389120"/>
            <a:ext cx="4388040" cy="7308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s-AR" sz="1600" spc="-1" strike="noStrike">
                <a:solidFill>
                  <a:srgbClr val="00095b"/>
                </a:solidFill>
                <a:latin typeface="Avenir Next LT Pro"/>
              </a:rPr>
              <a:t>C</a:t>
            </a:r>
            <a:r>
              <a:rPr b="0" lang="en-US" sz="1600" spc="-1" strike="noStrike">
                <a:solidFill>
                  <a:srgbClr val="00095b"/>
                </a:solidFill>
                <a:latin typeface="Avenir Next LT Pro"/>
              </a:rPr>
              <a:t>lientes que están por dejar Ford reciben un contacto a tiempo, con 3.000 contactos por mes entre todos los concesionarios.</a:t>
            </a:r>
            <a:endParaRPr b="0" lang="es-AR" sz="1600" spc="-1" strike="noStrike">
              <a:solidFill>
                <a:srgbClr val="000000"/>
              </a:solidFill>
              <a:latin typeface="Arial"/>
            </a:endParaRPr>
          </a:p>
        </p:txBody>
      </p:sp>
      <p:sp>
        <p:nvSpPr>
          <p:cNvPr id="508" name="fuente"/>
          <p:cNvSpPr/>
          <p:nvPr/>
        </p:nvSpPr>
        <p:spPr>
          <a:xfrm>
            <a:off x="374760" y="6144840"/>
            <a:ext cx="11337480" cy="1371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900" spc="-1" strike="noStrike">
                <a:solidFill>
                  <a:srgbClr val="7f7f7f"/>
                </a:solidFill>
                <a:latin typeface="Avenir Next LT Pro"/>
              </a:rPr>
              <a:t>Probado en ventanas de enero a marzo de 2026, meses que el modelo nunca vio (19.709 casos). Hoy 42,6 %; primer 20 % 77,5 %; primer 10 % 88 %; 3.000 contactos/mes: 65 % de los que se van.</a:t>
            </a:r>
            <a:endParaRPr b="0" lang="es-AR" sz="900" spc="-1" strike="noStrike">
              <a:solidFill>
                <a:srgbClr val="000000"/>
              </a:solidFill>
              <a:latin typeface="Arial"/>
            </a:endParaRPr>
          </a:p>
        </p:txBody>
      </p:sp>
      <p:sp>
        <p:nvSpPr>
          <p:cNvPr id="509" name="orador"/>
          <p:cNvSpPr/>
          <p:nvPr/>
        </p:nvSpPr>
        <p:spPr>
          <a:xfrm>
            <a:off x="394920" y="6540120"/>
            <a:ext cx="4998960" cy="2790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pPr>
            <a:r>
              <a:rPr b="0" lang="en-US" sz="1000" spc="-1" strike="noStrike">
                <a:solidFill>
                  <a:srgbClr val="7f7f7f"/>
                </a:solidFill>
                <a:latin typeface="Avenir Next LT Pro"/>
              </a:rPr>
              <a:t>Franco Tomás Malfetano</a:t>
            </a:r>
            <a:endParaRPr b="0" lang="es-AR" sz="1000" spc="-1" strike="noStrike">
              <a:solidFill>
                <a:srgbClr val="000000"/>
              </a:solidFill>
              <a:latin typeface="Arial"/>
            </a:endParaRPr>
          </a:p>
        </p:txBody>
      </p:sp>
    </p:spTree>
  </p:cSld>
  <mc:AlternateContent>
    <mc:Choice Requires="p14">
      <p:transition spd="med" p14:dur="600">
        <p:fade/>
      </p:transition>
    </mc:Choice>
    <mc:Fallback>
      <p:transition spd="med">
        <p:fade/>
      </p:transition>
    </mc:Fallback>
  </mc:AlternateContent>
  <p:timing>
    <p:tnLst>
      <p:par>
        <p:cTn id="248" dur="indefinite" restart="never" nodeType="tmRoot">
          <p:childTnLst>
            <p:seq>
              <p:cTn id="249" dur="indefinite" nodeType="mainSeq">
                <p:childTnLst>
                  <p:par>
                    <p:cTn id="250" fill="hold">
                      <p:stCondLst>
                        <p:cond delay="indefinite"/>
                      </p:stCondLst>
                      <p:childTnLst>
                        <p:par>
                          <p:cTn id="251" fill="hold">
                            <p:stCondLst>
                              <p:cond delay="0"/>
                            </p:stCondLst>
                            <p:childTnLst>
                              <p:par>
                                <p:cTn id="252" nodeType="clickEffect" fill="hold" presetClass="entr" presetID="22" presetSubtype="4">
                                  <p:stCondLst>
                                    <p:cond delay="0"/>
                                  </p:stCondLst>
                                  <p:childTnLst>
                                    <p:set>
                                      <p:cBhvr>
                                        <p:cTn id="253" dur="1" fill="hold">
                                          <p:stCondLst>
                                            <p:cond delay="0"/>
                                          </p:stCondLst>
                                        </p:cTn>
                                        <p:tgtEl>
                                          <p:spTgt spid="497"/>
                                        </p:tgtEl>
                                        <p:attrNameLst>
                                          <p:attrName>style.visibility</p:attrName>
                                        </p:attrNameLst>
                                      </p:cBhvr>
                                      <p:to>
                                        <p:strVal val="visible"/>
                                      </p:to>
                                    </p:set>
                                    <p:animEffect filter="wipe(down)" transition="in">
                                      <p:cBhvr additive="repl">
                                        <p:cTn id="254" dur="700"/>
                                        <p:tgtEl>
                                          <p:spTgt spid="497"/>
                                        </p:tgtEl>
                                      </p:cBhvr>
                                    </p:animEffect>
                                  </p:childTnLst>
                                </p:cTn>
                              </p:par>
                              <p:par>
                                <p:cTn id="255" nodeType="withEffect" fill="hold" presetClass="entr" presetID="10">
                                  <p:stCondLst>
                                    <p:cond delay="0"/>
                                  </p:stCondLst>
                                  <p:childTnLst>
                                    <p:set>
                                      <p:cBhvr>
                                        <p:cTn id="256" dur="1" fill="hold">
                                          <p:stCondLst>
                                            <p:cond delay="0"/>
                                          </p:stCondLst>
                                        </p:cTn>
                                        <p:tgtEl>
                                          <p:spTgt spid="498"/>
                                        </p:tgtEl>
                                        <p:attrNameLst>
                                          <p:attrName>style.visibility</p:attrName>
                                        </p:attrNameLst>
                                      </p:cBhvr>
                                      <p:to>
                                        <p:strVal val="visible"/>
                                      </p:to>
                                    </p:set>
                                    <p:animEffect filter="fade" transition="in">
                                      <p:cBhvr additive="repl">
                                        <p:cTn id="257" dur="500"/>
                                        <p:tgtEl>
                                          <p:spTgt spid="498"/>
                                        </p:tgtEl>
                                      </p:cBhvr>
                                    </p:animEffect>
                                  </p:childTnLst>
                                </p:cTn>
                              </p:par>
                              <p:par>
                                <p:cTn id="258" nodeType="withEffect" fill="hold" presetClass="entr" presetID="10">
                                  <p:stCondLst>
                                    <p:cond delay="0"/>
                                  </p:stCondLst>
                                  <p:childTnLst>
                                    <p:set>
                                      <p:cBhvr>
                                        <p:cTn id="259" dur="1" fill="hold">
                                          <p:stCondLst>
                                            <p:cond delay="0"/>
                                          </p:stCondLst>
                                        </p:cTn>
                                        <p:tgtEl>
                                          <p:spTgt spid="499"/>
                                        </p:tgtEl>
                                        <p:attrNameLst>
                                          <p:attrName>style.visibility</p:attrName>
                                        </p:attrNameLst>
                                      </p:cBhvr>
                                      <p:to>
                                        <p:strVal val="visible"/>
                                      </p:to>
                                    </p:set>
                                    <p:animEffect filter="fade" transition="in">
                                      <p:cBhvr additive="repl">
                                        <p:cTn id="260" dur="500"/>
                                        <p:tgtEl>
                                          <p:spTgt spid="499"/>
                                        </p:tgtEl>
                                      </p:cBhvr>
                                    </p:animEffect>
                                  </p:childTnLst>
                                </p:cTn>
                              </p:par>
                              <p:par>
                                <p:cTn id="261" nodeType="withEffect" fill="hold" presetClass="entr" presetID="10">
                                  <p:stCondLst>
                                    <p:cond delay="0"/>
                                  </p:stCondLst>
                                  <p:childTnLst>
                                    <p:set>
                                      <p:cBhvr>
                                        <p:cTn id="262" dur="1" fill="hold">
                                          <p:stCondLst>
                                            <p:cond delay="0"/>
                                          </p:stCondLst>
                                        </p:cTn>
                                        <p:tgtEl>
                                          <p:spTgt spid="508"/>
                                        </p:tgtEl>
                                        <p:attrNameLst>
                                          <p:attrName>style.visibility</p:attrName>
                                        </p:attrNameLst>
                                      </p:cBhvr>
                                      <p:to>
                                        <p:strVal val="visible"/>
                                      </p:to>
                                    </p:set>
                                    <p:animEffect filter="fade" transition="in">
                                      <p:cBhvr additive="repl">
                                        <p:cTn id="263" dur="500"/>
                                        <p:tgtEl>
                                          <p:spTgt spid="508"/>
                                        </p:tgtEl>
                                      </p:cBhvr>
                                    </p:animEffect>
                                  </p:childTnLst>
                                </p:cTn>
                              </p:par>
                            </p:childTnLst>
                          </p:cTn>
                        </p:par>
                      </p:childTnLst>
                    </p:cTn>
                  </p:par>
                  <p:par>
                    <p:cTn id="264" fill="hold">
                      <p:stCondLst>
                        <p:cond delay="indefinite"/>
                      </p:stCondLst>
                      <p:childTnLst>
                        <p:par>
                          <p:cTn id="265" fill="hold">
                            <p:stCondLst>
                              <p:cond delay="0"/>
                            </p:stCondLst>
                            <p:childTnLst>
                              <p:par>
                                <p:cTn id="266" nodeType="clickEffect" fill="hold" presetClass="entr" presetID="22" presetSubtype="4">
                                  <p:stCondLst>
                                    <p:cond delay="0"/>
                                  </p:stCondLst>
                                  <p:childTnLst>
                                    <p:set>
                                      <p:cBhvr>
                                        <p:cTn id="267" dur="1" fill="hold">
                                          <p:stCondLst>
                                            <p:cond delay="0"/>
                                          </p:stCondLst>
                                        </p:cTn>
                                        <p:tgtEl>
                                          <p:spTgt spid="500"/>
                                        </p:tgtEl>
                                        <p:attrNameLst>
                                          <p:attrName>style.visibility</p:attrName>
                                        </p:attrNameLst>
                                      </p:cBhvr>
                                      <p:to>
                                        <p:strVal val="visible"/>
                                      </p:to>
                                    </p:set>
                                    <p:animEffect filter="wipe(down)" transition="in">
                                      <p:cBhvr additive="repl">
                                        <p:cTn id="268" dur="700"/>
                                        <p:tgtEl>
                                          <p:spTgt spid="500"/>
                                        </p:tgtEl>
                                      </p:cBhvr>
                                    </p:animEffect>
                                  </p:childTnLst>
                                </p:cTn>
                              </p:par>
                              <p:par>
                                <p:cTn id="269" nodeType="withEffect" fill="hold" presetClass="entr" presetID="10">
                                  <p:stCondLst>
                                    <p:cond delay="0"/>
                                  </p:stCondLst>
                                  <p:childTnLst>
                                    <p:set>
                                      <p:cBhvr>
                                        <p:cTn id="270" dur="1" fill="hold">
                                          <p:stCondLst>
                                            <p:cond delay="0"/>
                                          </p:stCondLst>
                                        </p:cTn>
                                        <p:tgtEl>
                                          <p:spTgt spid="501"/>
                                        </p:tgtEl>
                                        <p:attrNameLst>
                                          <p:attrName>style.visibility</p:attrName>
                                        </p:attrNameLst>
                                      </p:cBhvr>
                                      <p:to>
                                        <p:strVal val="visible"/>
                                      </p:to>
                                    </p:set>
                                    <p:animEffect filter="fade" transition="in">
                                      <p:cBhvr additive="repl">
                                        <p:cTn id="271" dur="500"/>
                                        <p:tgtEl>
                                          <p:spTgt spid="501"/>
                                        </p:tgtEl>
                                      </p:cBhvr>
                                    </p:animEffect>
                                  </p:childTnLst>
                                </p:cTn>
                              </p:par>
                              <p:par>
                                <p:cTn id="272" nodeType="withEffect" fill="hold" presetClass="entr" presetID="10">
                                  <p:stCondLst>
                                    <p:cond delay="0"/>
                                  </p:stCondLst>
                                  <p:childTnLst>
                                    <p:set>
                                      <p:cBhvr>
                                        <p:cTn id="273" dur="1" fill="hold">
                                          <p:stCondLst>
                                            <p:cond delay="0"/>
                                          </p:stCondLst>
                                        </p:cTn>
                                        <p:tgtEl>
                                          <p:spTgt spid="502"/>
                                        </p:tgtEl>
                                        <p:attrNameLst>
                                          <p:attrName>style.visibility</p:attrName>
                                        </p:attrNameLst>
                                      </p:cBhvr>
                                      <p:to>
                                        <p:strVal val="visible"/>
                                      </p:to>
                                    </p:set>
                                    <p:animEffect filter="fade" transition="in">
                                      <p:cBhvr additive="repl">
                                        <p:cTn id="274" dur="500"/>
                                        <p:tgtEl>
                                          <p:spTgt spid="502"/>
                                        </p:tgtEl>
                                      </p:cBhvr>
                                    </p:animEffect>
                                  </p:childTnLst>
                                </p:cTn>
                              </p:par>
                            </p:childTnLst>
                          </p:cTn>
                        </p:par>
                      </p:childTnLst>
                    </p:cTn>
                  </p:par>
                  <p:par>
                    <p:cTn id="275" fill="hold">
                      <p:stCondLst>
                        <p:cond delay="indefinite"/>
                      </p:stCondLst>
                      <p:childTnLst>
                        <p:par>
                          <p:cTn id="276" fill="hold">
                            <p:stCondLst>
                              <p:cond delay="0"/>
                            </p:stCondLst>
                            <p:childTnLst>
                              <p:par>
                                <p:cTn id="277" nodeType="clickEffect" fill="hold" presetClass="entr" presetID="10">
                                  <p:stCondLst>
                                    <p:cond delay="0"/>
                                  </p:stCondLst>
                                  <p:childTnLst>
                                    <p:set>
                                      <p:cBhvr>
                                        <p:cTn id="278" dur="1" fill="hold">
                                          <p:stCondLst>
                                            <p:cond delay="0"/>
                                          </p:stCondLst>
                                        </p:cTn>
                                        <p:tgtEl>
                                          <p:spTgt spid="504"/>
                                        </p:tgtEl>
                                        <p:attrNameLst>
                                          <p:attrName>style.visibility</p:attrName>
                                        </p:attrNameLst>
                                      </p:cBhvr>
                                      <p:to>
                                        <p:strVal val="visible"/>
                                      </p:to>
                                    </p:set>
                                    <p:animEffect filter="fade" transition="in">
                                      <p:cBhvr additive="repl">
                                        <p:cTn id="279" dur="500"/>
                                        <p:tgtEl>
                                          <p:spTgt spid="504"/>
                                        </p:tgtEl>
                                      </p:cBhvr>
                                    </p:animEffect>
                                  </p:childTnLst>
                                </p:cTn>
                              </p:par>
                              <p:par>
                                <p:cTn id="280" nodeType="withEffect" fill="hold" presetClass="entr" presetID="10">
                                  <p:stCondLst>
                                    <p:cond delay="0"/>
                                  </p:stCondLst>
                                  <p:childTnLst>
                                    <p:set>
                                      <p:cBhvr>
                                        <p:cTn id="281" dur="1" fill="hold">
                                          <p:stCondLst>
                                            <p:cond delay="0"/>
                                          </p:stCondLst>
                                        </p:cTn>
                                        <p:tgtEl>
                                          <p:spTgt spid="505"/>
                                        </p:tgtEl>
                                        <p:attrNameLst>
                                          <p:attrName>style.visibility</p:attrName>
                                        </p:attrNameLst>
                                      </p:cBhvr>
                                      <p:to>
                                        <p:strVal val="visible"/>
                                      </p:to>
                                    </p:set>
                                    <p:animEffect filter="fade" transition="in">
                                      <p:cBhvr additive="repl">
                                        <p:cTn id="282" dur="500"/>
                                        <p:tgtEl>
                                          <p:spTgt spid="505"/>
                                        </p:tgtEl>
                                      </p:cBhvr>
                                    </p:animEffect>
                                  </p:childTnLst>
                                </p:cTn>
                              </p:par>
                            </p:childTnLst>
                          </p:cTn>
                        </p:par>
                      </p:childTnLst>
                    </p:cTn>
                  </p:par>
                  <p:par>
                    <p:cTn id="283" fill="hold">
                      <p:stCondLst>
                        <p:cond delay="indefinite"/>
                      </p:stCondLst>
                      <p:childTnLst>
                        <p:par>
                          <p:cTn id="284" fill="hold">
                            <p:stCondLst>
                              <p:cond delay="0"/>
                            </p:stCondLst>
                            <p:childTnLst>
                              <p:par>
                                <p:cTn id="285" nodeType="clickEffect" fill="hold" presetClass="entr" presetID="10">
                                  <p:stCondLst>
                                    <p:cond delay="0"/>
                                  </p:stCondLst>
                                  <p:childTnLst>
                                    <p:set>
                                      <p:cBhvr>
                                        <p:cTn id="286" dur="1" fill="hold">
                                          <p:stCondLst>
                                            <p:cond delay="0"/>
                                          </p:stCondLst>
                                        </p:cTn>
                                        <p:tgtEl>
                                          <p:spTgt spid="506"/>
                                        </p:tgtEl>
                                        <p:attrNameLst>
                                          <p:attrName>style.visibility</p:attrName>
                                        </p:attrNameLst>
                                      </p:cBhvr>
                                      <p:to>
                                        <p:strVal val="visible"/>
                                      </p:to>
                                    </p:set>
                                    <p:animEffect filter="fade" transition="in">
                                      <p:cBhvr additive="repl">
                                        <p:cTn id="287" dur="500"/>
                                        <p:tgtEl>
                                          <p:spTgt spid="506"/>
                                        </p:tgtEl>
                                      </p:cBhvr>
                                    </p:animEffect>
                                  </p:childTnLst>
                                </p:cTn>
                              </p:par>
                              <p:par>
                                <p:cTn id="288" nodeType="withEffect" fill="hold" presetClass="entr" presetID="10">
                                  <p:stCondLst>
                                    <p:cond delay="0"/>
                                  </p:stCondLst>
                                  <p:childTnLst>
                                    <p:set>
                                      <p:cBhvr>
                                        <p:cTn id="289" dur="1" fill="hold">
                                          <p:stCondLst>
                                            <p:cond delay="0"/>
                                          </p:stCondLst>
                                        </p:cTn>
                                        <p:tgtEl>
                                          <p:spTgt spid="507"/>
                                        </p:tgtEl>
                                        <p:attrNameLst>
                                          <p:attrName>style.visibility</p:attrName>
                                        </p:attrNameLst>
                                      </p:cBhvr>
                                      <p:to>
                                        <p:strVal val="visible"/>
                                      </p:to>
                                    </p:set>
                                    <p:animEffect filter="fade" transition="in">
                                      <p:cBhvr additive="repl">
                                        <p:cTn id="290" dur="500"/>
                                        <p:tgtEl>
                                          <p:spTgt spid="50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0" name="PlaceHolder 1"/>
          <p:cNvSpPr>
            <a:spLocks noGrp="1"/>
          </p:cNvSpPr>
          <p:nvPr>
            <p:ph type="title"/>
          </p:nvPr>
        </p:nvSpPr>
        <p:spPr>
          <a:xfrm>
            <a:off x="374760" y="502920"/>
            <a:ext cx="10514520" cy="1026000"/>
          </a:xfrm>
          <a:prstGeom prst="rect">
            <a:avLst/>
          </a:prstGeom>
          <a:noFill/>
          <a:ln w="0">
            <a:noFill/>
          </a:ln>
        </p:spPr>
        <p:txBody>
          <a:bodyPr lIns="0" rIns="91440" tIns="45720" bIns="45720" anchor="t">
            <a:noAutofit/>
          </a:bodyPr>
          <a:p>
            <a:pPr indent="0" defTabSz="914400">
              <a:lnSpc>
                <a:spcPct val="90000"/>
              </a:lnSpc>
              <a:buNone/>
              <a:tabLst>
                <a:tab algn="l" pos="0"/>
              </a:tabLst>
            </a:pPr>
            <a:r>
              <a:rPr b="0" lang="en-US" sz="2400" spc="63" strike="noStrike">
                <a:solidFill>
                  <a:schemeClr val="dk1"/>
                </a:solidFill>
                <a:latin typeface="Avenir Next LT Pro"/>
                <a:ea typeface="Avenir Next"/>
              </a:rPr>
              <a:t>La evidencia: probado en meses que nunca vio</a:t>
            </a:r>
            <a:endParaRPr b="0" lang="es-AR" sz="2400" spc="-1" strike="noStrike">
              <a:solidFill>
                <a:srgbClr val="000000"/>
              </a:solidFill>
              <a:latin typeface="Arial"/>
            </a:endParaRPr>
          </a:p>
        </p:txBody>
      </p:sp>
      <p:sp>
        <p:nvSpPr>
          <p:cNvPr id="511" name="PlaceHolder 2"/>
          <p:cNvSpPr>
            <a:spLocks noGrp="1"/>
          </p:cNvSpPr>
          <p:nvPr>
            <p:ph/>
          </p:nvPr>
        </p:nvSpPr>
        <p:spPr>
          <a:xfrm>
            <a:off x="394920" y="286920"/>
            <a:ext cx="3901320" cy="214920"/>
          </a:xfrm>
          <a:prstGeom prst="rect">
            <a:avLst/>
          </a:prstGeom>
          <a:noFill/>
          <a:ln w="0">
            <a:noFill/>
          </a:ln>
        </p:spPr>
        <p:txBody>
          <a:bodyPr lIns="0" rIns="91440" tIns="45720" bIns="45720" anchor="t">
            <a:noAutofit/>
          </a:bodyPr>
          <a:p>
            <a:pPr indent="0" defTabSz="914400">
              <a:lnSpc>
                <a:spcPct val="90000"/>
              </a:lnSpc>
              <a:spcBef>
                <a:spcPts val="1001"/>
              </a:spcBef>
              <a:buNone/>
              <a:tabLst>
                <a:tab algn="l" pos="0"/>
              </a:tabLst>
            </a:pPr>
            <a:r>
              <a:rPr b="0" lang="en-US" sz="900" spc="293" strike="noStrike" cap="all">
                <a:solidFill>
                  <a:schemeClr val="accent1"/>
                </a:solidFill>
                <a:latin typeface="Avenir Next LT Pro"/>
                <a:ea typeface="Avenir Next"/>
              </a:rPr>
              <a:t>02 · Descripción de la solución</a:t>
            </a:r>
            <a:endParaRPr b="0" lang="es-AR" sz="900" spc="-1" strike="noStrike">
              <a:solidFill>
                <a:srgbClr val="000000"/>
              </a:solidFill>
              <a:latin typeface="Arial"/>
            </a:endParaRPr>
          </a:p>
        </p:txBody>
      </p:sp>
      <p:sp>
        <p:nvSpPr>
          <p:cNvPr id="512" name="PlaceHolder 3"/>
          <p:cNvSpPr>
            <a:spLocks noGrp="1"/>
          </p:cNvSpPr>
          <p:nvPr>
            <p:ph type="sldNum" idx="63"/>
          </p:nvPr>
        </p:nvSpPr>
        <p:spPr>
          <a:xfrm>
            <a:off x="11521440" y="6486120"/>
            <a:ext cx="319680" cy="36396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07783300-8706-455F-87EE-A08A2F682CCF}"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
        <p:nvSpPr>
          <p:cNvPr id="513" name="ganancia_titulo"/>
          <p:cNvSpPr/>
          <p:nvPr/>
        </p:nvSpPr>
        <p:spPr>
          <a:xfrm>
            <a:off x="374760" y="1371600"/>
            <a:ext cx="5485320" cy="456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500" spc="-1" strike="noStrike">
                <a:solidFill>
                  <a:srgbClr val="00095b"/>
                </a:solidFill>
                <a:latin typeface="Avenir Next LT Pro"/>
              </a:rPr>
              <a:t>¿A cuántos de los que se van llegamos, según cuántos contactamos?</a:t>
            </a:r>
            <a:endParaRPr b="0" lang="es-AR" sz="1500" spc="-1" strike="noStrike">
              <a:solidFill>
                <a:srgbClr val="000000"/>
              </a:solidFill>
              <a:latin typeface="Arial"/>
            </a:endParaRPr>
          </a:p>
        </p:txBody>
      </p:sp>
      <p:pic>
        <p:nvPicPr>
          <p:cNvPr id="514" name="ganancia" descr="ganancia.png"/>
          <p:cNvPicPr/>
          <p:nvPr/>
        </p:nvPicPr>
        <p:blipFill>
          <a:blip r:embed="rId1"/>
          <a:stretch/>
        </p:blipFill>
        <p:spPr>
          <a:xfrm>
            <a:off x="374760" y="1828800"/>
            <a:ext cx="5634360" cy="3839400"/>
          </a:xfrm>
          <a:prstGeom prst="rect">
            <a:avLst/>
          </a:prstGeom>
          <a:ln w="0">
            <a:noFill/>
          </a:ln>
        </p:spPr>
      </p:pic>
      <p:sp>
        <p:nvSpPr>
          <p:cNvPr id="515" name="calibracion_titulo"/>
          <p:cNvSpPr/>
          <p:nvPr/>
        </p:nvSpPr>
        <p:spPr>
          <a:xfrm>
            <a:off x="6400800" y="1371600"/>
            <a:ext cx="5393880" cy="2282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500" spc="-1" strike="noStrike">
                <a:solidFill>
                  <a:srgbClr val="00095b"/>
                </a:solidFill>
                <a:latin typeface="Avenir Next LT Pro"/>
              </a:rPr>
              <a:t>Cuando dice 70 %, ¿se van 7 de cada 10?</a:t>
            </a:r>
            <a:endParaRPr b="0" lang="es-AR" sz="1500" spc="-1" strike="noStrike">
              <a:solidFill>
                <a:srgbClr val="000000"/>
              </a:solidFill>
              <a:latin typeface="Arial"/>
            </a:endParaRPr>
          </a:p>
        </p:txBody>
      </p:sp>
      <p:pic>
        <p:nvPicPr>
          <p:cNvPr id="516" name="calibracion" descr="calibracion.png"/>
          <p:cNvPicPr/>
          <p:nvPr/>
        </p:nvPicPr>
        <p:blipFill>
          <a:blip r:embed="rId2"/>
          <a:stretch/>
        </p:blipFill>
        <p:spPr>
          <a:xfrm>
            <a:off x="7040880" y="1828800"/>
            <a:ext cx="3835440" cy="3839400"/>
          </a:xfrm>
          <a:prstGeom prst="rect">
            <a:avLst/>
          </a:prstGeom>
          <a:ln w="0">
            <a:noFill/>
          </a:ln>
        </p:spPr>
      </p:pic>
      <p:sp>
        <p:nvSpPr>
          <p:cNvPr id="517" name="pie"/>
          <p:cNvSpPr/>
          <p:nvPr/>
        </p:nvSpPr>
        <p:spPr>
          <a:xfrm>
            <a:off x="374760" y="5897880"/>
            <a:ext cx="11337480" cy="1674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100" spc="-1" strike="noStrike">
                <a:solidFill>
                  <a:srgbClr val="7f7f7f"/>
                </a:solidFill>
                <a:latin typeface="Avenir Next LT Pro"/>
              </a:rPr>
              <a:t>Entrenado con datos hasta septiembre de 2025 y evaluado en enero a marzo de 2026 (19.709 casos). Línea gris: contactar sin orden, como hoy.</a:t>
            </a:r>
            <a:endParaRPr b="0" lang="es-AR" sz="1100" spc="-1" strike="noStrike">
              <a:solidFill>
                <a:srgbClr val="000000"/>
              </a:solidFill>
              <a:latin typeface="Arial"/>
            </a:endParaRPr>
          </a:p>
        </p:txBody>
      </p:sp>
      <p:sp>
        <p:nvSpPr>
          <p:cNvPr id="518" name="orador"/>
          <p:cNvSpPr/>
          <p:nvPr/>
        </p:nvSpPr>
        <p:spPr>
          <a:xfrm>
            <a:off x="394920" y="6540120"/>
            <a:ext cx="4998960" cy="2790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pPr>
            <a:r>
              <a:rPr b="0" lang="en-US" sz="1000" spc="-1" strike="noStrike">
                <a:solidFill>
                  <a:srgbClr val="7f7f7f"/>
                </a:solidFill>
                <a:latin typeface="Avenir Next LT Pro"/>
              </a:rPr>
              <a:t>Teodoro Samaan Piroli</a:t>
            </a:r>
            <a:endParaRPr b="0" lang="es-AR" sz="1000" spc="-1" strike="noStrike">
              <a:solidFill>
                <a:srgbClr val="000000"/>
              </a:solidFill>
              <a:latin typeface="Arial"/>
            </a:endParaRPr>
          </a:p>
        </p:txBody>
      </p:sp>
    </p:spTree>
  </p:cSld>
  <mc:AlternateContent>
    <mc:Choice Requires="p14">
      <p:transition spd="med" p14:dur="600">
        <p:fade/>
      </p:transition>
    </mc:Choice>
    <mc:Fallback>
      <p:transition spd="med">
        <p:fade/>
      </p:transition>
    </mc:Fallback>
  </mc:AlternateContent>
  <p:timing>
    <p:tnLst>
      <p:par>
        <p:cTn id="291" dur="indefinite" restart="never" nodeType="tmRoot">
          <p:childTnLst>
            <p:seq>
              <p:cTn id="292" dur="indefinite" nodeType="mainSeq">
                <p:childTnLst>
                  <p:par>
                    <p:cTn id="293" fill="hold">
                      <p:stCondLst>
                        <p:cond delay="indefinite"/>
                      </p:stCondLst>
                      <p:childTnLst>
                        <p:par>
                          <p:cTn id="294" fill="hold">
                            <p:stCondLst>
                              <p:cond delay="0"/>
                            </p:stCondLst>
                            <p:childTnLst>
                              <p:par>
                                <p:cTn id="295" nodeType="clickEffect" fill="hold" presetClass="entr" presetID="10">
                                  <p:stCondLst>
                                    <p:cond delay="0"/>
                                  </p:stCondLst>
                                  <p:childTnLst>
                                    <p:set>
                                      <p:cBhvr>
                                        <p:cTn id="296" dur="1" fill="hold">
                                          <p:stCondLst>
                                            <p:cond delay="0"/>
                                          </p:stCondLst>
                                        </p:cTn>
                                        <p:tgtEl>
                                          <p:spTgt spid="513"/>
                                        </p:tgtEl>
                                        <p:attrNameLst>
                                          <p:attrName>style.visibility</p:attrName>
                                        </p:attrNameLst>
                                      </p:cBhvr>
                                      <p:to>
                                        <p:strVal val="visible"/>
                                      </p:to>
                                    </p:set>
                                    <p:animEffect filter="fade" transition="in">
                                      <p:cBhvr additive="repl">
                                        <p:cTn id="297" dur="500"/>
                                        <p:tgtEl>
                                          <p:spTgt spid="513"/>
                                        </p:tgtEl>
                                      </p:cBhvr>
                                    </p:animEffect>
                                  </p:childTnLst>
                                </p:cTn>
                              </p:par>
                              <p:par>
                                <p:cTn id="298" nodeType="withEffect" fill="hold" presetClass="entr" presetID="10">
                                  <p:stCondLst>
                                    <p:cond delay="0"/>
                                  </p:stCondLst>
                                  <p:childTnLst>
                                    <p:set>
                                      <p:cBhvr>
                                        <p:cTn id="299" dur="1" fill="hold">
                                          <p:stCondLst>
                                            <p:cond delay="0"/>
                                          </p:stCondLst>
                                        </p:cTn>
                                        <p:tgtEl>
                                          <p:spTgt spid="514"/>
                                        </p:tgtEl>
                                        <p:attrNameLst>
                                          <p:attrName>style.visibility</p:attrName>
                                        </p:attrNameLst>
                                      </p:cBhvr>
                                      <p:to>
                                        <p:strVal val="visible"/>
                                      </p:to>
                                    </p:set>
                                    <p:animEffect filter="fade" transition="in">
                                      <p:cBhvr additive="repl">
                                        <p:cTn id="300" dur="500"/>
                                        <p:tgtEl>
                                          <p:spTgt spid="514"/>
                                        </p:tgtEl>
                                      </p:cBhvr>
                                    </p:animEffect>
                                  </p:childTnLst>
                                </p:cTn>
                              </p:par>
                              <p:par>
                                <p:cTn id="301" nodeType="withEffect" fill="hold" presetClass="entr" presetID="10">
                                  <p:stCondLst>
                                    <p:cond delay="0"/>
                                  </p:stCondLst>
                                  <p:childTnLst>
                                    <p:set>
                                      <p:cBhvr>
                                        <p:cTn id="302" dur="1" fill="hold">
                                          <p:stCondLst>
                                            <p:cond delay="0"/>
                                          </p:stCondLst>
                                        </p:cTn>
                                        <p:tgtEl>
                                          <p:spTgt spid="517"/>
                                        </p:tgtEl>
                                        <p:attrNameLst>
                                          <p:attrName>style.visibility</p:attrName>
                                        </p:attrNameLst>
                                      </p:cBhvr>
                                      <p:to>
                                        <p:strVal val="visible"/>
                                      </p:to>
                                    </p:set>
                                    <p:animEffect filter="fade" transition="in">
                                      <p:cBhvr additive="repl">
                                        <p:cTn id="303" dur="500"/>
                                        <p:tgtEl>
                                          <p:spTgt spid="517"/>
                                        </p:tgtEl>
                                      </p:cBhvr>
                                    </p:animEffect>
                                  </p:childTnLst>
                                </p:cTn>
                              </p:par>
                            </p:childTnLst>
                          </p:cTn>
                        </p:par>
                      </p:childTnLst>
                    </p:cTn>
                  </p:par>
                  <p:par>
                    <p:cTn id="304" fill="hold">
                      <p:stCondLst>
                        <p:cond delay="indefinite"/>
                      </p:stCondLst>
                      <p:childTnLst>
                        <p:par>
                          <p:cTn id="305" fill="hold">
                            <p:stCondLst>
                              <p:cond delay="0"/>
                            </p:stCondLst>
                            <p:childTnLst>
                              <p:par>
                                <p:cTn id="306" nodeType="clickEffect" fill="hold" presetClass="entr" presetID="10">
                                  <p:stCondLst>
                                    <p:cond delay="0"/>
                                  </p:stCondLst>
                                  <p:childTnLst>
                                    <p:set>
                                      <p:cBhvr>
                                        <p:cTn id="307" dur="1" fill="hold">
                                          <p:stCondLst>
                                            <p:cond delay="0"/>
                                          </p:stCondLst>
                                        </p:cTn>
                                        <p:tgtEl>
                                          <p:spTgt spid="515"/>
                                        </p:tgtEl>
                                        <p:attrNameLst>
                                          <p:attrName>style.visibility</p:attrName>
                                        </p:attrNameLst>
                                      </p:cBhvr>
                                      <p:to>
                                        <p:strVal val="visible"/>
                                      </p:to>
                                    </p:set>
                                    <p:animEffect filter="fade" transition="in">
                                      <p:cBhvr additive="repl">
                                        <p:cTn id="308" dur="500"/>
                                        <p:tgtEl>
                                          <p:spTgt spid="515"/>
                                        </p:tgtEl>
                                      </p:cBhvr>
                                    </p:animEffect>
                                  </p:childTnLst>
                                </p:cTn>
                              </p:par>
                              <p:par>
                                <p:cTn id="309" nodeType="withEffect" fill="hold" presetClass="entr" presetID="10">
                                  <p:stCondLst>
                                    <p:cond delay="0"/>
                                  </p:stCondLst>
                                  <p:childTnLst>
                                    <p:set>
                                      <p:cBhvr>
                                        <p:cTn id="310" dur="1" fill="hold">
                                          <p:stCondLst>
                                            <p:cond delay="0"/>
                                          </p:stCondLst>
                                        </p:cTn>
                                        <p:tgtEl>
                                          <p:spTgt spid="516"/>
                                        </p:tgtEl>
                                        <p:attrNameLst>
                                          <p:attrName>style.visibility</p:attrName>
                                        </p:attrNameLst>
                                      </p:cBhvr>
                                      <p:to>
                                        <p:strVal val="visible"/>
                                      </p:to>
                                    </p:set>
                                    <p:animEffect filter="fade" transition="in">
                                      <p:cBhvr additive="repl">
                                        <p:cTn id="311" dur="500"/>
                                        <p:tgtEl>
                                          <p:spTgt spid="51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9" name="PlaceHolder 1"/>
          <p:cNvSpPr>
            <a:spLocks noGrp="1"/>
          </p:cNvSpPr>
          <p:nvPr>
            <p:ph type="title"/>
          </p:nvPr>
        </p:nvSpPr>
        <p:spPr>
          <a:xfrm>
            <a:off x="374760" y="502920"/>
            <a:ext cx="10514520" cy="1026000"/>
          </a:xfrm>
          <a:prstGeom prst="rect">
            <a:avLst/>
          </a:prstGeom>
          <a:noFill/>
          <a:ln w="0">
            <a:noFill/>
          </a:ln>
        </p:spPr>
        <p:txBody>
          <a:bodyPr lIns="0" rIns="91440" tIns="45720" bIns="45720" anchor="t">
            <a:noAutofit/>
          </a:bodyPr>
          <a:p>
            <a:pPr indent="0" defTabSz="914400">
              <a:lnSpc>
                <a:spcPct val="90000"/>
              </a:lnSpc>
              <a:buNone/>
              <a:tabLst>
                <a:tab algn="l" pos="0"/>
              </a:tabLst>
            </a:pPr>
            <a:r>
              <a:rPr b="0" lang="en-US" sz="2400" spc="63" strike="noStrike">
                <a:solidFill>
                  <a:schemeClr val="dk1"/>
                </a:solidFill>
                <a:latin typeface="Avenir Next LT Pro"/>
                <a:ea typeface="Avenir Next"/>
              </a:rPr>
              <a:t>Un resultado que se puede sostener</a:t>
            </a:r>
            <a:endParaRPr b="0" lang="es-AR" sz="2400" spc="-1" strike="noStrike">
              <a:solidFill>
                <a:srgbClr val="000000"/>
              </a:solidFill>
              <a:latin typeface="Arial"/>
            </a:endParaRPr>
          </a:p>
        </p:txBody>
      </p:sp>
      <p:sp>
        <p:nvSpPr>
          <p:cNvPr id="520" name="PlaceHolder 2"/>
          <p:cNvSpPr>
            <a:spLocks noGrp="1"/>
          </p:cNvSpPr>
          <p:nvPr>
            <p:ph/>
          </p:nvPr>
        </p:nvSpPr>
        <p:spPr>
          <a:xfrm>
            <a:off x="394920" y="286920"/>
            <a:ext cx="3901320" cy="214920"/>
          </a:xfrm>
          <a:prstGeom prst="rect">
            <a:avLst/>
          </a:prstGeom>
          <a:noFill/>
          <a:ln w="0">
            <a:noFill/>
          </a:ln>
        </p:spPr>
        <p:txBody>
          <a:bodyPr lIns="0" rIns="91440" tIns="45720" bIns="45720" anchor="t">
            <a:noAutofit/>
          </a:bodyPr>
          <a:p>
            <a:pPr indent="0" defTabSz="914400">
              <a:lnSpc>
                <a:spcPct val="90000"/>
              </a:lnSpc>
              <a:spcBef>
                <a:spcPts val="1001"/>
              </a:spcBef>
              <a:buNone/>
              <a:tabLst>
                <a:tab algn="l" pos="0"/>
              </a:tabLst>
            </a:pPr>
            <a:r>
              <a:rPr b="0" lang="en-US" sz="900" spc="293" strike="noStrike" cap="all">
                <a:solidFill>
                  <a:schemeClr val="accent1"/>
                </a:solidFill>
                <a:latin typeface="Avenir Next LT Pro"/>
                <a:ea typeface="Avenir Next"/>
              </a:rPr>
              <a:t>02 · Descripción de la solución</a:t>
            </a:r>
            <a:endParaRPr b="0" lang="es-AR" sz="900" spc="-1" strike="noStrike">
              <a:solidFill>
                <a:srgbClr val="000000"/>
              </a:solidFill>
              <a:latin typeface="Arial"/>
            </a:endParaRPr>
          </a:p>
        </p:txBody>
      </p:sp>
      <p:sp>
        <p:nvSpPr>
          <p:cNvPr id="521" name="PlaceHolder 3"/>
          <p:cNvSpPr>
            <a:spLocks noGrp="1"/>
          </p:cNvSpPr>
          <p:nvPr>
            <p:ph type="sldNum" idx="64"/>
          </p:nvPr>
        </p:nvSpPr>
        <p:spPr>
          <a:xfrm>
            <a:off x="11521440" y="6486120"/>
            <a:ext cx="319680" cy="36396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184CA6EF-6269-40C1-B1E0-46B51D41B4E2}"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
        <p:nvSpPr>
          <p:cNvPr id="522" name="escala"/>
          <p:cNvSpPr/>
          <p:nvPr/>
        </p:nvSpPr>
        <p:spPr>
          <a:xfrm>
            <a:off x="374760" y="1371600"/>
            <a:ext cx="6216840" cy="1980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300" spc="-1" strike="noStrike">
                <a:solidFill>
                  <a:srgbClr val="7f7f7f"/>
                </a:solidFill>
                <a:latin typeface="Avenir Next LT Pro"/>
              </a:rPr>
              <a:t>Calidad del orden (0,5 = al azar · 1 = perfecto)</a:t>
            </a:r>
            <a:endParaRPr b="0" lang="es-AR" sz="1300" spc="-1" strike="noStrike">
              <a:solidFill>
                <a:srgbClr val="000000"/>
              </a:solidFill>
              <a:latin typeface="Arial"/>
            </a:endParaRPr>
          </a:p>
        </p:txBody>
      </p:sp>
      <p:sp>
        <p:nvSpPr>
          <p:cNvPr id="523" name="barra1"/>
          <p:cNvSpPr/>
          <p:nvPr/>
        </p:nvSpPr>
        <p:spPr>
          <a:xfrm>
            <a:off x="1097280" y="2706120"/>
            <a:ext cx="2010600" cy="2779200"/>
          </a:xfrm>
          <a:prstGeom prst="rect">
            <a:avLst/>
          </a:prstGeom>
          <a:solidFill>
            <a:srgbClr val="b9bcbd"/>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524" name="v1"/>
          <p:cNvSpPr/>
          <p:nvPr/>
        </p:nvSpPr>
        <p:spPr>
          <a:xfrm>
            <a:off x="822960" y="1974600"/>
            <a:ext cx="2559240" cy="48744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3200" spc="-1" strike="noStrike">
                <a:solidFill>
                  <a:srgbClr val="00095b"/>
                </a:solidFill>
                <a:latin typeface="Avenir Next LT Pro"/>
              </a:rPr>
              <a:t>0,81</a:t>
            </a:r>
            <a:endParaRPr b="0" lang="es-AR" sz="3200" spc="-1" strike="noStrike">
              <a:solidFill>
                <a:srgbClr val="000000"/>
              </a:solidFill>
              <a:latin typeface="Arial"/>
            </a:endParaRPr>
          </a:p>
        </p:txBody>
      </p:sp>
      <p:sp>
        <p:nvSpPr>
          <p:cNvPr id="525" name="p1"/>
          <p:cNvSpPr/>
          <p:nvPr/>
        </p:nvSpPr>
        <p:spPr>
          <a:xfrm>
            <a:off x="640080" y="5577840"/>
            <a:ext cx="2925000" cy="36540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1200" spc="-1" strike="noStrike">
                <a:solidFill>
                  <a:srgbClr val="00095b"/>
                </a:solidFill>
                <a:latin typeface="Avenir Next LT Pro"/>
              </a:rPr>
              <a:t>Con dos datos que</a:t>
            </a:r>
            <a:endParaRPr b="0" lang="es-AR" sz="1200" spc="-1" strike="noStrike">
              <a:solidFill>
                <a:srgbClr val="000000"/>
              </a:solidFill>
              <a:latin typeface="Arial"/>
            </a:endParaRPr>
          </a:p>
          <a:p>
            <a:pPr algn="ctr" defTabSz="914400">
              <a:lnSpc>
                <a:spcPct val="100000"/>
              </a:lnSpc>
            </a:pPr>
            <a:r>
              <a:rPr b="0" lang="en-US" sz="1200" spc="-1" strike="noStrike">
                <a:solidFill>
                  <a:srgbClr val="00095b"/>
                </a:solidFill>
                <a:latin typeface="Avenir Next LT Pro"/>
              </a:rPr>
              <a:t>“</a:t>
            </a:r>
            <a:r>
              <a:rPr b="0" lang="en-US" sz="1200" spc="-1" strike="noStrike">
                <a:solidFill>
                  <a:srgbClr val="00095b"/>
                </a:solidFill>
                <a:latin typeface="Avenir Next LT Pro"/>
              </a:rPr>
              <a:t>miraban el futuro”</a:t>
            </a:r>
            <a:endParaRPr b="0" lang="es-AR" sz="1200" spc="-1" strike="noStrike">
              <a:solidFill>
                <a:srgbClr val="000000"/>
              </a:solidFill>
              <a:latin typeface="Arial"/>
            </a:endParaRPr>
          </a:p>
        </p:txBody>
      </p:sp>
      <p:sp>
        <p:nvSpPr>
          <p:cNvPr id="526" name="barra2"/>
          <p:cNvSpPr/>
          <p:nvPr/>
        </p:nvSpPr>
        <p:spPr>
          <a:xfrm>
            <a:off x="4023360" y="3354480"/>
            <a:ext cx="2010600" cy="2130840"/>
          </a:xfrm>
          <a:prstGeom prst="rect">
            <a:avLst/>
          </a:prstGeom>
          <a:solidFill>
            <a:srgbClr val="1700f3"/>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527" name="v2"/>
          <p:cNvSpPr/>
          <p:nvPr/>
        </p:nvSpPr>
        <p:spPr>
          <a:xfrm>
            <a:off x="3749040" y="2622960"/>
            <a:ext cx="2559240" cy="48744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3200" spc="-1" strike="noStrike">
                <a:solidFill>
                  <a:srgbClr val="1700f3"/>
                </a:solidFill>
                <a:latin typeface="Avenir Next LT Pro"/>
              </a:rPr>
              <a:t>0,74</a:t>
            </a:r>
            <a:endParaRPr b="0" lang="es-AR" sz="3200" spc="-1" strike="noStrike">
              <a:solidFill>
                <a:srgbClr val="000000"/>
              </a:solidFill>
              <a:latin typeface="Arial"/>
            </a:endParaRPr>
          </a:p>
        </p:txBody>
      </p:sp>
      <p:sp>
        <p:nvSpPr>
          <p:cNvPr id="528" name="p2"/>
          <p:cNvSpPr/>
          <p:nvPr/>
        </p:nvSpPr>
        <p:spPr>
          <a:xfrm>
            <a:off x="3566160" y="5577840"/>
            <a:ext cx="2925000" cy="36540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1200" spc="-1" strike="noStrike">
                <a:solidFill>
                  <a:srgbClr val="00095b"/>
                </a:solidFill>
                <a:latin typeface="Avenir Next LT Pro"/>
              </a:rPr>
              <a:t>Sin ellos: lo que se sostiene</a:t>
            </a:r>
            <a:endParaRPr b="0" lang="es-AR" sz="1200" spc="-1" strike="noStrike">
              <a:solidFill>
                <a:srgbClr val="000000"/>
              </a:solidFill>
              <a:latin typeface="Arial"/>
            </a:endParaRPr>
          </a:p>
          <a:p>
            <a:pPr algn="ctr" defTabSz="914400">
              <a:lnSpc>
                <a:spcPct val="100000"/>
              </a:lnSpc>
            </a:pPr>
            <a:r>
              <a:rPr b="0" lang="en-US" sz="1200" spc="-1" strike="noStrike">
                <a:solidFill>
                  <a:srgbClr val="00095b"/>
                </a:solidFill>
                <a:latin typeface="Avenir Next LT Pro"/>
              </a:rPr>
              <a:t>al momento de decidir</a:t>
            </a:r>
            <a:endParaRPr b="0" lang="es-AR" sz="1200" spc="-1" strike="noStrike">
              <a:solidFill>
                <a:srgbClr val="000000"/>
              </a:solidFill>
              <a:latin typeface="Arial"/>
            </a:endParaRPr>
          </a:p>
        </p:txBody>
      </p:sp>
      <p:sp>
        <p:nvSpPr>
          <p:cNvPr id="529" name="explicacion"/>
          <p:cNvSpPr/>
          <p:nvPr/>
        </p:nvSpPr>
        <p:spPr>
          <a:xfrm>
            <a:off x="6949440" y="1828800"/>
            <a:ext cx="4753800" cy="22539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600" spc="-1" strike="noStrike">
                <a:solidFill>
                  <a:srgbClr val="00095b"/>
                </a:solidFill>
                <a:latin typeface="Avenir Next LT Pro"/>
              </a:rPr>
              <a:t>Dos columnas del dataset son valores del día en que se extrajeron los datos, no de cada fecha: son fotos de hoy mezcladas con el pasado.</a:t>
            </a:r>
            <a:endParaRPr b="0" lang="es-AR" sz="1600" spc="-1" strike="noStrike">
              <a:solidFill>
                <a:srgbClr val="000000"/>
              </a:solidFill>
              <a:latin typeface="Arial"/>
            </a:endParaRPr>
          </a:p>
          <a:p>
            <a:pPr defTabSz="914400">
              <a:lnSpc>
                <a:spcPct val="100000"/>
              </a:lnSpc>
              <a:spcBef>
                <a:spcPts val="1199"/>
              </a:spcBef>
            </a:pPr>
            <a:r>
              <a:rPr b="0" lang="en-US" sz="1600" spc="-1" strike="noStrike">
                <a:solidFill>
                  <a:srgbClr val="00095b"/>
                </a:solidFill>
                <a:latin typeface="Avenir Next LT Pro"/>
              </a:rPr>
              <a:t>Con ellas el modelo parecía mejor, pero esa información no existe cuando hay que decidir a quién contactar.</a:t>
            </a:r>
            <a:endParaRPr b="0" lang="es-AR" sz="1600" spc="-1" strike="noStrike">
              <a:solidFill>
                <a:srgbClr val="000000"/>
              </a:solidFill>
              <a:latin typeface="Arial"/>
            </a:endParaRPr>
          </a:p>
          <a:p>
            <a:pPr defTabSz="914400">
              <a:lnSpc>
                <a:spcPct val="100000"/>
              </a:lnSpc>
              <a:spcBef>
                <a:spcPts val="1199"/>
              </a:spcBef>
            </a:pPr>
            <a:r>
              <a:rPr b="1" lang="en-US" sz="1600" spc="-1" strike="noStrike">
                <a:solidFill>
                  <a:srgbClr val="00095b"/>
                </a:solidFill>
                <a:latin typeface="Avenir Next LT Pro"/>
              </a:rPr>
              <a:t>Las sacamos. 0,74 es lo que se puede prometer y cumplir.</a:t>
            </a:r>
            <a:endParaRPr b="0" lang="es-AR" sz="1600" spc="-1" strike="noStrike">
              <a:solidFill>
                <a:srgbClr val="000000"/>
              </a:solidFill>
              <a:latin typeface="Arial"/>
            </a:endParaRPr>
          </a:p>
        </p:txBody>
      </p:sp>
      <p:sp>
        <p:nvSpPr>
          <p:cNvPr id="530" name="orador"/>
          <p:cNvSpPr/>
          <p:nvPr/>
        </p:nvSpPr>
        <p:spPr>
          <a:xfrm>
            <a:off x="394920" y="6540120"/>
            <a:ext cx="4998960" cy="2790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pPr>
            <a:r>
              <a:rPr b="0" lang="en-US" sz="1000" spc="-1" strike="noStrike">
                <a:solidFill>
                  <a:srgbClr val="7f7f7f"/>
                </a:solidFill>
                <a:latin typeface="Avenir Next LT Pro"/>
              </a:rPr>
              <a:t>Teodoro Samaan Piroli</a:t>
            </a:r>
            <a:endParaRPr b="0" lang="es-AR" sz="1000" spc="-1" strike="noStrike">
              <a:solidFill>
                <a:srgbClr val="000000"/>
              </a:solidFill>
              <a:latin typeface="Arial"/>
            </a:endParaRPr>
          </a:p>
        </p:txBody>
      </p:sp>
    </p:spTree>
  </p:cSld>
  <mc:AlternateContent>
    <mc:Choice Requires="p14">
      <p:transition spd="med" p14:dur="600">
        <p:fade/>
      </p:transition>
    </mc:Choice>
    <mc:Fallback>
      <p:transition spd="med">
        <p:fade/>
      </p:transition>
    </mc:Fallback>
  </mc:AlternateContent>
  <p:timing>
    <p:tnLst>
      <p:par>
        <p:cTn id="312" dur="indefinite" restart="never" nodeType="tmRoot">
          <p:childTnLst>
            <p:seq>
              <p:cTn id="313" dur="indefinite" nodeType="mainSeq">
                <p:childTnLst>
                  <p:par>
                    <p:cTn id="314" fill="hold">
                      <p:stCondLst>
                        <p:cond delay="indefinite"/>
                      </p:stCondLst>
                      <p:childTnLst>
                        <p:par>
                          <p:cTn id="315" fill="hold">
                            <p:stCondLst>
                              <p:cond delay="0"/>
                            </p:stCondLst>
                            <p:childTnLst>
                              <p:par>
                                <p:cTn id="316" nodeType="clickEffect" fill="hold" presetClass="entr" presetID="22" presetSubtype="4">
                                  <p:stCondLst>
                                    <p:cond delay="0"/>
                                  </p:stCondLst>
                                  <p:childTnLst>
                                    <p:set>
                                      <p:cBhvr>
                                        <p:cTn id="317" dur="1" fill="hold">
                                          <p:stCondLst>
                                            <p:cond delay="0"/>
                                          </p:stCondLst>
                                        </p:cTn>
                                        <p:tgtEl>
                                          <p:spTgt spid="523"/>
                                        </p:tgtEl>
                                        <p:attrNameLst>
                                          <p:attrName>style.visibility</p:attrName>
                                        </p:attrNameLst>
                                      </p:cBhvr>
                                      <p:to>
                                        <p:strVal val="visible"/>
                                      </p:to>
                                    </p:set>
                                    <p:animEffect filter="wipe(down)" transition="in">
                                      <p:cBhvr additive="repl">
                                        <p:cTn id="318" dur="700"/>
                                        <p:tgtEl>
                                          <p:spTgt spid="523"/>
                                        </p:tgtEl>
                                      </p:cBhvr>
                                    </p:animEffect>
                                  </p:childTnLst>
                                </p:cTn>
                              </p:par>
                              <p:par>
                                <p:cTn id="319" nodeType="withEffect" fill="hold" presetClass="entr" presetID="10">
                                  <p:stCondLst>
                                    <p:cond delay="0"/>
                                  </p:stCondLst>
                                  <p:childTnLst>
                                    <p:set>
                                      <p:cBhvr>
                                        <p:cTn id="320" dur="1" fill="hold">
                                          <p:stCondLst>
                                            <p:cond delay="0"/>
                                          </p:stCondLst>
                                        </p:cTn>
                                        <p:tgtEl>
                                          <p:spTgt spid="524"/>
                                        </p:tgtEl>
                                        <p:attrNameLst>
                                          <p:attrName>style.visibility</p:attrName>
                                        </p:attrNameLst>
                                      </p:cBhvr>
                                      <p:to>
                                        <p:strVal val="visible"/>
                                      </p:to>
                                    </p:set>
                                    <p:animEffect filter="fade" transition="in">
                                      <p:cBhvr additive="repl">
                                        <p:cTn id="321" dur="500"/>
                                        <p:tgtEl>
                                          <p:spTgt spid="524"/>
                                        </p:tgtEl>
                                      </p:cBhvr>
                                    </p:animEffect>
                                  </p:childTnLst>
                                </p:cTn>
                              </p:par>
                              <p:par>
                                <p:cTn id="322" nodeType="withEffect" fill="hold" presetClass="entr" presetID="10">
                                  <p:stCondLst>
                                    <p:cond delay="0"/>
                                  </p:stCondLst>
                                  <p:childTnLst>
                                    <p:set>
                                      <p:cBhvr>
                                        <p:cTn id="323" dur="1" fill="hold">
                                          <p:stCondLst>
                                            <p:cond delay="0"/>
                                          </p:stCondLst>
                                        </p:cTn>
                                        <p:tgtEl>
                                          <p:spTgt spid="525"/>
                                        </p:tgtEl>
                                        <p:attrNameLst>
                                          <p:attrName>style.visibility</p:attrName>
                                        </p:attrNameLst>
                                      </p:cBhvr>
                                      <p:to>
                                        <p:strVal val="visible"/>
                                      </p:to>
                                    </p:set>
                                    <p:animEffect filter="fade" transition="in">
                                      <p:cBhvr additive="repl">
                                        <p:cTn id="324" dur="500"/>
                                        <p:tgtEl>
                                          <p:spTgt spid="525"/>
                                        </p:tgtEl>
                                      </p:cBhvr>
                                    </p:animEffect>
                                  </p:childTnLst>
                                </p:cTn>
                              </p:par>
                            </p:childTnLst>
                          </p:cTn>
                        </p:par>
                      </p:childTnLst>
                    </p:cTn>
                  </p:par>
                  <p:par>
                    <p:cTn id="325" fill="hold">
                      <p:stCondLst>
                        <p:cond delay="indefinite"/>
                      </p:stCondLst>
                      <p:childTnLst>
                        <p:par>
                          <p:cTn id="326" fill="hold">
                            <p:stCondLst>
                              <p:cond delay="0"/>
                            </p:stCondLst>
                            <p:childTnLst>
                              <p:par>
                                <p:cTn id="327" nodeType="clickEffect" fill="hold" presetClass="entr" presetID="22" presetSubtype="4">
                                  <p:stCondLst>
                                    <p:cond delay="0"/>
                                  </p:stCondLst>
                                  <p:childTnLst>
                                    <p:set>
                                      <p:cBhvr>
                                        <p:cTn id="328" dur="1" fill="hold">
                                          <p:stCondLst>
                                            <p:cond delay="0"/>
                                          </p:stCondLst>
                                        </p:cTn>
                                        <p:tgtEl>
                                          <p:spTgt spid="526"/>
                                        </p:tgtEl>
                                        <p:attrNameLst>
                                          <p:attrName>style.visibility</p:attrName>
                                        </p:attrNameLst>
                                      </p:cBhvr>
                                      <p:to>
                                        <p:strVal val="visible"/>
                                      </p:to>
                                    </p:set>
                                    <p:animEffect filter="wipe(down)" transition="in">
                                      <p:cBhvr additive="repl">
                                        <p:cTn id="329" dur="700"/>
                                        <p:tgtEl>
                                          <p:spTgt spid="526"/>
                                        </p:tgtEl>
                                      </p:cBhvr>
                                    </p:animEffect>
                                  </p:childTnLst>
                                </p:cTn>
                              </p:par>
                              <p:par>
                                <p:cTn id="330" nodeType="withEffect" fill="hold" presetClass="entr" presetID="10">
                                  <p:stCondLst>
                                    <p:cond delay="0"/>
                                  </p:stCondLst>
                                  <p:childTnLst>
                                    <p:set>
                                      <p:cBhvr>
                                        <p:cTn id="331" dur="1" fill="hold">
                                          <p:stCondLst>
                                            <p:cond delay="0"/>
                                          </p:stCondLst>
                                        </p:cTn>
                                        <p:tgtEl>
                                          <p:spTgt spid="527"/>
                                        </p:tgtEl>
                                        <p:attrNameLst>
                                          <p:attrName>style.visibility</p:attrName>
                                        </p:attrNameLst>
                                      </p:cBhvr>
                                      <p:to>
                                        <p:strVal val="visible"/>
                                      </p:to>
                                    </p:set>
                                    <p:animEffect filter="fade" transition="in">
                                      <p:cBhvr additive="repl">
                                        <p:cTn id="332" dur="500"/>
                                        <p:tgtEl>
                                          <p:spTgt spid="527"/>
                                        </p:tgtEl>
                                      </p:cBhvr>
                                    </p:animEffect>
                                  </p:childTnLst>
                                </p:cTn>
                              </p:par>
                              <p:par>
                                <p:cTn id="333" nodeType="withEffect" fill="hold" presetClass="entr" presetID="10">
                                  <p:stCondLst>
                                    <p:cond delay="0"/>
                                  </p:stCondLst>
                                  <p:childTnLst>
                                    <p:set>
                                      <p:cBhvr>
                                        <p:cTn id="334" dur="1" fill="hold">
                                          <p:stCondLst>
                                            <p:cond delay="0"/>
                                          </p:stCondLst>
                                        </p:cTn>
                                        <p:tgtEl>
                                          <p:spTgt spid="528"/>
                                        </p:tgtEl>
                                        <p:attrNameLst>
                                          <p:attrName>style.visibility</p:attrName>
                                        </p:attrNameLst>
                                      </p:cBhvr>
                                      <p:to>
                                        <p:strVal val="visible"/>
                                      </p:to>
                                    </p:set>
                                    <p:animEffect filter="fade" transition="in">
                                      <p:cBhvr additive="repl">
                                        <p:cTn id="335" dur="500"/>
                                        <p:tgtEl>
                                          <p:spTgt spid="528"/>
                                        </p:tgtEl>
                                      </p:cBhvr>
                                    </p:animEffect>
                                  </p:childTnLst>
                                </p:cTn>
                              </p:par>
                            </p:childTnLst>
                          </p:cTn>
                        </p:par>
                      </p:childTnLst>
                    </p:cTn>
                  </p:par>
                  <p:par>
                    <p:cTn id="336" fill="hold">
                      <p:stCondLst>
                        <p:cond delay="indefinite"/>
                      </p:stCondLst>
                      <p:childTnLst>
                        <p:par>
                          <p:cTn id="337" fill="hold">
                            <p:stCondLst>
                              <p:cond delay="0"/>
                            </p:stCondLst>
                            <p:childTnLst>
                              <p:par>
                                <p:cTn id="338" nodeType="clickEffect" fill="hold" presetClass="entr" presetID="10">
                                  <p:stCondLst>
                                    <p:cond delay="0"/>
                                  </p:stCondLst>
                                  <p:childTnLst>
                                    <p:set>
                                      <p:cBhvr>
                                        <p:cTn id="339" dur="1" fill="hold">
                                          <p:stCondLst>
                                            <p:cond delay="0"/>
                                          </p:stCondLst>
                                        </p:cTn>
                                        <p:tgtEl>
                                          <p:spTgt spid="529"/>
                                        </p:tgtEl>
                                        <p:attrNameLst>
                                          <p:attrName>style.visibility</p:attrName>
                                        </p:attrNameLst>
                                      </p:cBhvr>
                                      <p:to>
                                        <p:strVal val="visible"/>
                                      </p:to>
                                    </p:set>
                                    <p:animEffect filter="fade" transition="in">
                                      <p:cBhvr additive="repl">
                                        <p:cTn id="340" dur="500"/>
                                        <p:tgtEl>
                                          <p:spTgt spid="529"/>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1" name="PlaceHolder 1"/>
          <p:cNvSpPr>
            <a:spLocks noGrp="1"/>
          </p:cNvSpPr>
          <p:nvPr>
            <p:ph type="title"/>
          </p:nvPr>
        </p:nvSpPr>
        <p:spPr>
          <a:xfrm>
            <a:off x="374760" y="502920"/>
            <a:ext cx="10514520" cy="1026000"/>
          </a:xfrm>
          <a:prstGeom prst="rect">
            <a:avLst/>
          </a:prstGeom>
          <a:noFill/>
          <a:ln w="0">
            <a:noFill/>
          </a:ln>
        </p:spPr>
        <p:txBody>
          <a:bodyPr lIns="0" rIns="91440" tIns="45720" bIns="45720" anchor="t">
            <a:noAutofit/>
          </a:bodyPr>
          <a:p>
            <a:pPr indent="0" defTabSz="914400">
              <a:lnSpc>
                <a:spcPct val="90000"/>
              </a:lnSpc>
              <a:buNone/>
              <a:tabLst>
                <a:tab algn="l" pos="0"/>
              </a:tabLst>
            </a:pPr>
            <a:r>
              <a:rPr b="0" lang="en-US" sz="2400" spc="63" strike="noStrike">
                <a:solidFill>
                  <a:schemeClr val="dk1"/>
                </a:solidFill>
                <a:latin typeface="Avenir Next LT Pro"/>
                <a:ea typeface="Avenir Next"/>
              </a:rPr>
              <a:t>Detrás de cada caso, una historia</a:t>
            </a:r>
            <a:endParaRPr b="0" lang="es-AR" sz="2400" spc="-1" strike="noStrike">
              <a:solidFill>
                <a:srgbClr val="000000"/>
              </a:solidFill>
              <a:latin typeface="Arial"/>
            </a:endParaRPr>
          </a:p>
        </p:txBody>
      </p:sp>
      <p:sp>
        <p:nvSpPr>
          <p:cNvPr id="532" name="PlaceHolder 2"/>
          <p:cNvSpPr>
            <a:spLocks noGrp="1"/>
          </p:cNvSpPr>
          <p:nvPr>
            <p:ph/>
          </p:nvPr>
        </p:nvSpPr>
        <p:spPr>
          <a:xfrm>
            <a:off x="394920" y="286920"/>
            <a:ext cx="3901320" cy="214920"/>
          </a:xfrm>
          <a:prstGeom prst="rect">
            <a:avLst/>
          </a:prstGeom>
          <a:noFill/>
          <a:ln w="0">
            <a:noFill/>
          </a:ln>
        </p:spPr>
        <p:txBody>
          <a:bodyPr lIns="0" rIns="91440" tIns="45720" bIns="45720" anchor="t">
            <a:noAutofit/>
          </a:bodyPr>
          <a:p>
            <a:pPr indent="0" defTabSz="914400">
              <a:lnSpc>
                <a:spcPct val="90000"/>
              </a:lnSpc>
              <a:spcBef>
                <a:spcPts val="1001"/>
              </a:spcBef>
              <a:buNone/>
              <a:tabLst>
                <a:tab algn="l" pos="0"/>
              </a:tabLst>
            </a:pPr>
            <a:r>
              <a:rPr b="0" lang="en-US" sz="900" spc="293" strike="noStrike" cap="all">
                <a:solidFill>
                  <a:schemeClr val="accent1"/>
                </a:solidFill>
                <a:latin typeface="Avenir Next LT Pro"/>
                <a:ea typeface="Avenir Next"/>
              </a:rPr>
              <a:t>02 · Descripción de la solución</a:t>
            </a:r>
            <a:endParaRPr b="0" lang="es-AR" sz="900" spc="-1" strike="noStrike">
              <a:solidFill>
                <a:srgbClr val="000000"/>
              </a:solidFill>
              <a:latin typeface="Arial"/>
            </a:endParaRPr>
          </a:p>
        </p:txBody>
      </p:sp>
      <p:sp>
        <p:nvSpPr>
          <p:cNvPr id="533" name="PlaceHolder 3"/>
          <p:cNvSpPr>
            <a:spLocks noGrp="1"/>
          </p:cNvSpPr>
          <p:nvPr>
            <p:ph type="sldNum" idx="65"/>
          </p:nvPr>
        </p:nvSpPr>
        <p:spPr>
          <a:xfrm>
            <a:off x="11521440" y="6486120"/>
            <a:ext cx="319680" cy="36396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F38A6D7D-DA98-4727-A85B-8AF6A6DF491C}"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
        <p:nvSpPr>
          <p:cNvPr id="534" name="b1_fondo"/>
          <p:cNvSpPr/>
          <p:nvPr/>
        </p:nvSpPr>
        <p:spPr>
          <a:xfrm>
            <a:off x="374760" y="1463040"/>
            <a:ext cx="3565080" cy="3747960"/>
          </a:xfrm>
          <a:prstGeom prst="rect">
            <a:avLst/>
          </a:prstGeom>
          <a:solidFill>
            <a:srgbClr val="f3f3f3"/>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535" name="b1_label"/>
          <p:cNvSpPr/>
          <p:nvPr/>
        </p:nvSpPr>
        <p:spPr>
          <a:xfrm>
            <a:off x="649080" y="1737360"/>
            <a:ext cx="3016440" cy="1522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000" spc="194" strike="noStrike">
                <a:solidFill>
                  <a:srgbClr val="1700f3"/>
                </a:solidFill>
                <a:latin typeface="Avenir Next LT Pro"/>
              </a:rPr>
              <a:t>ESTE ES EL CLIENTE</a:t>
            </a:r>
            <a:endParaRPr b="0" lang="es-AR" sz="1000" spc="-1" strike="noStrike">
              <a:solidFill>
                <a:srgbClr val="000000"/>
              </a:solidFill>
              <a:latin typeface="Arial"/>
            </a:endParaRPr>
          </a:p>
        </p:txBody>
      </p:sp>
      <p:sp>
        <p:nvSpPr>
          <p:cNvPr id="536" name="b1_auto"/>
          <p:cNvSpPr/>
          <p:nvPr/>
        </p:nvSpPr>
        <p:spPr>
          <a:xfrm>
            <a:off x="649080" y="2148840"/>
            <a:ext cx="3016440" cy="4874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3200" spc="-1" strike="noStrike">
                <a:solidFill>
                  <a:srgbClr val="00095b"/>
                </a:solidFill>
                <a:latin typeface="Avenir Next LT Pro"/>
              </a:rPr>
              <a:t>Ranger 2019</a:t>
            </a:r>
            <a:endParaRPr b="0" lang="es-AR" sz="3200" spc="-1" strike="noStrike">
              <a:solidFill>
                <a:srgbClr val="000000"/>
              </a:solidFill>
              <a:latin typeface="Arial"/>
            </a:endParaRPr>
          </a:p>
        </p:txBody>
      </p:sp>
      <p:sp>
        <p:nvSpPr>
          <p:cNvPr id="537" name="b1_datos"/>
          <p:cNvSpPr/>
          <p:nvPr/>
        </p:nvSpPr>
        <p:spPr>
          <a:xfrm>
            <a:off x="649080" y="2971800"/>
            <a:ext cx="3016440" cy="13456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500" spc="-1" strike="noStrike">
                <a:solidFill>
                  <a:srgbClr val="00095b"/>
                </a:solidFill>
                <a:latin typeface="Avenir Next LT Pro"/>
              </a:rPr>
              <a:t>7 años de uso</a:t>
            </a:r>
            <a:endParaRPr b="0" lang="es-AR" sz="1500" spc="-1" strike="noStrike">
              <a:solidFill>
                <a:srgbClr val="000000"/>
              </a:solidFill>
              <a:latin typeface="Arial"/>
            </a:endParaRPr>
          </a:p>
          <a:p>
            <a:pPr defTabSz="914400">
              <a:lnSpc>
                <a:spcPct val="100000"/>
              </a:lnSpc>
              <a:spcBef>
                <a:spcPts val="799"/>
              </a:spcBef>
            </a:pPr>
            <a:r>
              <a:rPr b="0" lang="en-US" sz="1500" spc="-1" strike="noStrike">
                <a:solidFill>
                  <a:srgbClr val="00095b"/>
                </a:solidFill>
                <a:latin typeface="Avenir Next LT Pro"/>
              </a:rPr>
              <a:t>~27.000 km por año: la usa para trabajar</a:t>
            </a:r>
            <a:endParaRPr b="0" lang="es-AR" sz="1500" spc="-1" strike="noStrike">
              <a:solidFill>
                <a:srgbClr val="000000"/>
              </a:solidFill>
              <a:latin typeface="Arial"/>
            </a:endParaRPr>
          </a:p>
          <a:p>
            <a:pPr defTabSz="914400">
              <a:lnSpc>
                <a:spcPct val="100000"/>
              </a:lnSpc>
              <a:spcBef>
                <a:spcPts val="799"/>
              </a:spcBef>
            </a:pPr>
            <a:r>
              <a:rPr b="0" lang="en-US" sz="1500" spc="-1" strike="noStrike">
                <a:solidFill>
                  <a:srgbClr val="00095b"/>
                </a:solidFill>
                <a:latin typeface="Avenir Next LT Pro"/>
              </a:rPr>
              <a:t>2 services en un concesionario oficial</a:t>
            </a:r>
            <a:endParaRPr b="0" lang="es-AR" sz="1500" spc="-1" strike="noStrike">
              <a:solidFill>
                <a:srgbClr val="000000"/>
              </a:solidFill>
              <a:latin typeface="Arial"/>
            </a:endParaRPr>
          </a:p>
        </p:txBody>
      </p:sp>
      <p:sp>
        <p:nvSpPr>
          <p:cNvPr id="538" name="b2_fondo"/>
          <p:cNvSpPr/>
          <p:nvPr/>
        </p:nvSpPr>
        <p:spPr>
          <a:xfrm>
            <a:off x="4306680" y="1463040"/>
            <a:ext cx="3565080" cy="3747960"/>
          </a:xfrm>
          <a:prstGeom prst="rect">
            <a:avLst/>
          </a:prstGeom>
          <a:noFill/>
          <a:ln w="12700">
            <a:solidFill>
              <a:srgbClr val="b9bcbd"/>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539" name="b2_label"/>
          <p:cNvSpPr/>
          <p:nvPr/>
        </p:nvSpPr>
        <p:spPr>
          <a:xfrm>
            <a:off x="4581000" y="1737360"/>
            <a:ext cx="3016440" cy="1522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000" spc="194" strike="noStrike">
                <a:solidFill>
                  <a:srgbClr val="1700f3"/>
                </a:solidFill>
                <a:latin typeface="Avenir Next LT Pro"/>
              </a:rPr>
              <a:t>LO QUE CUENTAN SUS DATOS</a:t>
            </a:r>
            <a:endParaRPr b="0" lang="es-AR" sz="1000" spc="-1" strike="noStrike">
              <a:solidFill>
                <a:srgbClr val="000000"/>
              </a:solidFill>
              <a:latin typeface="Arial"/>
            </a:endParaRPr>
          </a:p>
        </p:txBody>
      </p:sp>
      <p:sp>
        <p:nvSpPr>
          <p:cNvPr id="540" name="senal1_n"/>
          <p:cNvSpPr/>
          <p:nvPr/>
        </p:nvSpPr>
        <p:spPr>
          <a:xfrm>
            <a:off x="4581000" y="2212920"/>
            <a:ext cx="327960" cy="327960"/>
          </a:xfrm>
          <a:prstGeom prst="ellipse">
            <a:avLst/>
          </a:prstGeom>
          <a:solidFill>
            <a:srgbClr val="1700f3"/>
          </a:solidFill>
          <a:ln>
            <a:noFill/>
          </a:ln>
        </p:spPr>
        <p:style>
          <a:lnRef idx="1">
            <a:schemeClr val="accent1"/>
          </a:lnRef>
          <a:fillRef idx="3">
            <a:schemeClr val="accent1"/>
          </a:fillRef>
          <a:effectRef idx="2">
            <a:schemeClr val="accent1"/>
          </a:effectRef>
          <a:fontRef idx="minor"/>
        </p:style>
        <p:txBody>
          <a:bodyPr lIns="73080" rIns="73080" tIns="27360" bIns="27360" anchor="ctr">
            <a:noAutofit/>
          </a:bodyPr>
          <a:p>
            <a:pPr algn="ctr" defTabSz="914400">
              <a:lnSpc>
                <a:spcPct val="100000"/>
              </a:lnSpc>
            </a:pPr>
            <a:r>
              <a:rPr b="1" lang="en-US" sz="1100" spc="-1" strike="noStrike">
                <a:solidFill>
                  <a:srgbClr val="ffffff"/>
                </a:solidFill>
                <a:latin typeface="Avenir Next LT Pro"/>
              </a:rPr>
              <a:t>1</a:t>
            </a:r>
            <a:endParaRPr b="0" lang="es-AR" sz="1100" spc="-1" strike="noStrike">
              <a:solidFill>
                <a:srgbClr val="ffffff"/>
              </a:solidFill>
              <a:latin typeface="Arial"/>
            </a:endParaRPr>
          </a:p>
        </p:txBody>
      </p:sp>
      <p:sp>
        <p:nvSpPr>
          <p:cNvPr id="541" name="senal1"/>
          <p:cNvSpPr/>
          <p:nvPr/>
        </p:nvSpPr>
        <p:spPr>
          <a:xfrm>
            <a:off x="5038200" y="2194560"/>
            <a:ext cx="2604960" cy="3963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300" spc="-1" strike="noStrike">
                <a:solidFill>
                  <a:srgbClr val="00095b"/>
                </a:solidFill>
                <a:latin typeface="Avenir Next LT Pro"/>
              </a:rPr>
              <a:t>7 años: la etapa en la que más clientes dejan Ford.</a:t>
            </a:r>
            <a:endParaRPr b="0" lang="es-AR" sz="1300" spc="-1" strike="noStrike">
              <a:solidFill>
                <a:srgbClr val="000000"/>
              </a:solidFill>
              <a:latin typeface="Arial"/>
            </a:endParaRPr>
          </a:p>
        </p:txBody>
      </p:sp>
      <p:sp>
        <p:nvSpPr>
          <p:cNvPr id="542" name="senal2_n"/>
          <p:cNvSpPr/>
          <p:nvPr/>
        </p:nvSpPr>
        <p:spPr>
          <a:xfrm>
            <a:off x="4581000" y="3264480"/>
            <a:ext cx="327960" cy="327960"/>
          </a:xfrm>
          <a:prstGeom prst="ellipse">
            <a:avLst/>
          </a:prstGeom>
          <a:solidFill>
            <a:srgbClr val="1700f3"/>
          </a:solidFill>
          <a:ln>
            <a:noFill/>
          </a:ln>
        </p:spPr>
        <p:style>
          <a:lnRef idx="1">
            <a:schemeClr val="accent1"/>
          </a:lnRef>
          <a:fillRef idx="3">
            <a:schemeClr val="accent1"/>
          </a:fillRef>
          <a:effectRef idx="2">
            <a:schemeClr val="accent1"/>
          </a:effectRef>
          <a:fontRef idx="minor"/>
        </p:style>
        <p:txBody>
          <a:bodyPr lIns="73080" rIns="73080" tIns="27360" bIns="27360" anchor="ctr">
            <a:noAutofit/>
          </a:bodyPr>
          <a:p>
            <a:pPr algn="ctr" defTabSz="914400">
              <a:lnSpc>
                <a:spcPct val="100000"/>
              </a:lnSpc>
            </a:pPr>
            <a:r>
              <a:rPr b="1" lang="en-US" sz="1100" spc="-1" strike="noStrike">
                <a:solidFill>
                  <a:srgbClr val="ffffff"/>
                </a:solidFill>
                <a:latin typeface="Avenir Next LT Pro"/>
              </a:rPr>
              <a:t>2</a:t>
            </a:r>
            <a:endParaRPr b="0" lang="es-AR" sz="1100" spc="-1" strike="noStrike">
              <a:solidFill>
                <a:srgbClr val="ffffff"/>
              </a:solidFill>
              <a:latin typeface="Arial"/>
            </a:endParaRPr>
          </a:p>
        </p:txBody>
      </p:sp>
      <p:sp>
        <p:nvSpPr>
          <p:cNvPr id="543" name="senal2"/>
          <p:cNvSpPr/>
          <p:nvPr/>
        </p:nvSpPr>
        <p:spPr>
          <a:xfrm>
            <a:off x="5038200" y="3246120"/>
            <a:ext cx="2604960" cy="5947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300" spc="-1" strike="noStrike">
                <a:solidFill>
                  <a:srgbClr val="00095b"/>
                </a:solidFill>
                <a:latin typeface="Avenir Next LT Pro"/>
              </a:rPr>
              <a:t>Viene menos de una vez por año, aunque por su uso necesita service cada 4 o 5 meses.</a:t>
            </a:r>
            <a:endParaRPr b="0" lang="es-AR" sz="1300" spc="-1" strike="noStrike">
              <a:solidFill>
                <a:srgbClr val="000000"/>
              </a:solidFill>
              <a:latin typeface="Arial"/>
            </a:endParaRPr>
          </a:p>
        </p:txBody>
      </p:sp>
      <p:sp>
        <p:nvSpPr>
          <p:cNvPr id="544" name="senal3_n"/>
          <p:cNvSpPr/>
          <p:nvPr/>
        </p:nvSpPr>
        <p:spPr>
          <a:xfrm>
            <a:off x="4581000" y="4316040"/>
            <a:ext cx="327960" cy="327960"/>
          </a:xfrm>
          <a:prstGeom prst="ellipse">
            <a:avLst/>
          </a:prstGeom>
          <a:solidFill>
            <a:srgbClr val="1700f3"/>
          </a:solidFill>
          <a:ln>
            <a:noFill/>
          </a:ln>
        </p:spPr>
        <p:style>
          <a:lnRef idx="1">
            <a:schemeClr val="accent1"/>
          </a:lnRef>
          <a:fillRef idx="3">
            <a:schemeClr val="accent1"/>
          </a:fillRef>
          <a:effectRef idx="2">
            <a:schemeClr val="accent1"/>
          </a:effectRef>
          <a:fontRef idx="minor"/>
        </p:style>
        <p:txBody>
          <a:bodyPr lIns="73080" rIns="73080" tIns="27360" bIns="27360" anchor="ctr">
            <a:noAutofit/>
          </a:bodyPr>
          <a:p>
            <a:pPr algn="ctr" defTabSz="914400">
              <a:lnSpc>
                <a:spcPct val="100000"/>
              </a:lnSpc>
            </a:pPr>
            <a:r>
              <a:rPr b="1" lang="en-US" sz="1100" spc="-1" strike="noStrike">
                <a:solidFill>
                  <a:srgbClr val="ffffff"/>
                </a:solidFill>
                <a:latin typeface="Avenir Next LT Pro"/>
              </a:rPr>
              <a:t>3</a:t>
            </a:r>
            <a:endParaRPr b="0" lang="es-AR" sz="1100" spc="-1" strike="noStrike">
              <a:solidFill>
                <a:srgbClr val="ffffff"/>
              </a:solidFill>
              <a:latin typeface="Arial"/>
            </a:endParaRPr>
          </a:p>
        </p:txBody>
      </p:sp>
      <p:sp>
        <p:nvSpPr>
          <p:cNvPr id="545" name="senal3"/>
          <p:cNvSpPr/>
          <p:nvPr/>
        </p:nvSpPr>
        <p:spPr>
          <a:xfrm>
            <a:off x="5038200" y="4297680"/>
            <a:ext cx="2604960" cy="3963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300" spc="-1" strike="noStrike">
                <a:solidFill>
                  <a:srgbClr val="00095b"/>
                </a:solidFill>
                <a:latin typeface="Avenir Next LT Pro"/>
              </a:rPr>
              <a:t>Entre sus dos últimos services pasaron 13 meses.</a:t>
            </a:r>
            <a:endParaRPr b="0" lang="es-AR" sz="1300" spc="-1" strike="noStrike">
              <a:solidFill>
                <a:srgbClr val="000000"/>
              </a:solidFill>
              <a:latin typeface="Arial"/>
            </a:endParaRPr>
          </a:p>
        </p:txBody>
      </p:sp>
      <p:sp>
        <p:nvSpPr>
          <p:cNvPr id="546" name="b3_fondo"/>
          <p:cNvSpPr/>
          <p:nvPr/>
        </p:nvSpPr>
        <p:spPr>
          <a:xfrm>
            <a:off x="8238600" y="1463040"/>
            <a:ext cx="3565080" cy="3747960"/>
          </a:xfrm>
          <a:prstGeom prst="rect">
            <a:avLst/>
          </a:prstGeom>
          <a:solidFill>
            <a:srgbClr val="0009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547" name="b3_label"/>
          <p:cNvSpPr/>
          <p:nvPr/>
        </p:nvSpPr>
        <p:spPr>
          <a:xfrm>
            <a:off x="8512920" y="1737360"/>
            <a:ext cx="3016440" cy="1522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000" spc="194" strike="noStrike">
                <a:solidFill>
                  <a:srgbClr val="ffffff"/>
                </a:solidFill>
                <a:latin typeface="Avenir Next LT Pro"/>
              </a:rPr>
              <a:t>LO QUE PASA AHORA</a:t>
            </a:r>
            <a:endParaRPr b="0" lang="es-AR" sz="1000" spc="-1" strike="noStrike">
              <a:solidFill>
                <a:srgbClr val="000000"/>
              </a:solidFill>
              <a:latin typeface="Arial"/>
            </a:endParaRPr>
          </a:p>
        </p:txBody>
      </p:sp>
      <p:sp>
        <p:nvSpPr>
          <p:cNvPr id="548" name="b3_prob"/>
          <p:cNvSpPr/>
          <p:nvPr/>
        </p:nvSpPr>
        <p:spPr>
          <a:xfrm>
            <a:off x="8512920" y="2103120"/>
            <a:ext cx="3016440" cy="8226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5400" spc="-1" strike="noStrike">
                <a:solidFill>
                  <a:srgbClr val="ffffff"/>
                </a:solidFill>
                <a:latin typeface="Avenir Next LT Pro"/>
              </a:rPr>
              <a:t>76 %</a:t>
            </a:r>
            <a:endParaRPr b="0" lang="es-AR" sz="5400" spc="-1" strike="noStrike">
              <a:solidFill>
                <a:srgbClr val="000000"/>
              </a:solidFill>
              <a:latin typeface="Arial"/>
            </a:endParaRPr>
          </a:p>
        </p:txBody>
      </p:sp>
      <p:sp>
        <p:nvSpPr>
          <p:cNvPr id="549" name="b3_prob_txt"/>
          <p:cNvSpPr/>
          <p:nvPr/>
        </p:nvSpPr>
        <p:spPr>
          <a:xfrm>
            <a:off x="8512920" y="3017520"/>
            <a:ext cx="3016440" cy="2282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500" spc="-1" strike="noStrike">
                <a:solidFill>
                  <a:srgbClr val="ffffff"/>
                </a:solidFill>
                <a:latin typeface="Avenir Next LT Pro"/>
              </a:rPr>
              <a:t>de probabilidad de dejar Ford</a:t>
            </a:r>
            <a:endParaRPr b="0" lang="es-AR" sz="1500" spc="-1" strike="noStrike">
              <a:solidFill>
                <a:srgbClr val="000000"/>
              </a:solidFill>
              <a:latin typeface="Arial"/>
            </a:endParaRPr>
          </a:p>
        </p:txBody>
      </p:sp>
      <p:sp>
        <p:nvSpPr>
          <p:cNvPr id="550" name="b3_txt"/>
          <p:cNvSpPr/>
          <p:nvPr/>
        </p:nvSpPr>
        <p:spPr>
          <a:xfrm>
            <a:off x="8512920" y="3703320"/>
            <a:ext cx="3016440" cy="8535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ffffff"/>
                </a:solidFill>
                <a:latin typeface="Avenir Next LT Pro"/>
              </a:rPr>
              <a:t>Aparece arriba en la lista de su concesionario, con estos tres motivos. El asesor lo contacta sabiendo qué decirle.</a:t>
            </a:r>
            <a:endParaRPr b="0" lang="es-AR" sz="1400" spc="-1" strike="noStrike">
              <a:solidFill>
                <a:srgbClr val="000000"/>
              </a:solidFill>
              <a:latin typeface="Arial"/>
            </a:endParaRPr>
          </a:p>
        </p:txBody>
      </p:sp>
      <p:sp>
        <p:nvSpPr>
          <p:cNvPr id="551" name="flecha1"/>
          <p:cNvSpPr/>
          <p:nvPr/>
        </p:nvSpPr>
        <p:spPr>
          <a:xfrm>
            <a:off x="4032360" y="3182040"/>
            <a:ext cx="181800" cy="309960"/>
          </a:xfrm>
          <a:prstGeom prst="chevron">
            <a:avLst>
              <a:gd name="adj" fmla="val 50000"/>
            </a:avLst>
          </a:prstGeom>
          <a:solidFill>
            <a:srgbClr val="b9bcbd"/>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552" name="flecha2"/>
          <p:cNvSpPr/>
          <p:nvPr/>
        </p:nvSpPr>
        <p:spPr>
          <a:xfrm>
            <a:off x="7964280" y="3182040"/>
            <a:ext cx="181800" cy="309960"/>
          </a:xfrm>
          <a:prstGeom prst="chevron">
            <a:avLst>
              <a:gd name="adj" fmla="val 50000"/>
            </a:avLst>
          </a:prstGeom>
          <a:solidFill>
            <a:srgbClr val="b9bcbd"/>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553" name="frase"/>
          <p:cNvSpPr/>
          <p:nvPr/>
        </p:nvSpPr>
        <p:spPr>
          <a:xfrm>
            <a:off x="374760" y="5486400"/>
            <a:ext cx="11428920" cy="39564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2600" spc="-1" strike="noStrike">
                <a:solidFill>
                  <a:srgbClr val="00095b"/>
                </a:solidFill>
                <a:latin typeface="Avenir Next LT Pro"/>
              </a:rPr>
              <a:t>El asesor no recibe un número: </a:t>
            </a:r>
            <a:r>
              <a:rPr b="1" lang="en-US" sz="2600" spc="-1" strike="noStrike">
                <a:solidFill>
                  <a:srgbClr val="1700f3"/>
                </a:solidFill>
                <a:latin typeface="Avenir Next LT Pro"/>
              </a:rPr>
              <a:t>recibe una conversación.</a:t>
            </a:r>
            <a:endParaRPr b="0" lang="es-AR" sz="2600" spc="-1" strike="noStrike">
              <a:solidFill>
                <a:srgbClr val="000000"/>
              </a:solidFill>
              <a:latin typeface="Arial"/>
            </a:endParaRPr>
          </a:p>
        </p:txBody>
      </p:sp>
      <p:sp>
        <p:nvSpPr>
          <p:cNvPr id="554" name="orador"/>
          <p:cNvSpPr/>
          <p:nvPr/>
        </p:nvSpPr>
        <p:spPr>
          <a:xfrm>
            <a:off x="394920" y="6540120"/>
            <a:ext cx="4998960" cy="2790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pPr>
            <a:r>
              <a:rPr b="0" lang="en-US" sz="1000" spc="-1" strike="noStrike">
                <a:solidFill>
                  <a:srgbClr val="7f7f7f"/>
                </a:solidFill>
                <a:latin typeface="Avenir Next LT Pro"/>
              </a:rPr>
              <a:t>Teodoro Samaan Piroli</a:t>
            </a:r>
            <a:endParaRPr b="0" lang="es-AR" sz="1000" spc="-1" strike="noStrike">
              <a:solidFill>
                <a:srgbClr val="000000"/>
              </a:solidFill>
              <a:latin typeface="Arial"/>
            </a:endParaRPr>
          </a:p>
        </p:txBody>
      </p:sp>
    </p:spTree>
  </p:cSld>
  <mc:AlternateContent>
    <mc:Choice Requires="p14">
      <p:transition spd="med" p14:dur="600">
        <p:fade/>
      </p:transition>
    </mc:Choice>
    <mc:Fallback>
      <p:transition spd="med">
        <p:fade/>
      </p:transition>
    </mc:Fallback>
  </mc:AlternateContent>
  <p:timing>
    <p:tnLst>
      <p:par>
        <p:cTn id="341" dur="indefinite" restart="never" nodeType="tmRoot">
          <p:childTnLst>
            <p:seq>
              <p:cTn id="342" dur="indefinite" nodeType="mainSeq">
                <p:childTnLst>
                  <p:par>
                    <p:cTn id="343" fill="hold">
                      <p:stCondLst>
                        <p:cond delay="indefinite"/>
                      </p:stCondLst>
                      <p:childTnLst>
                        <p:par>
                          <p:cTn id="344" fill="hold">
                            <p:stCondLst>
                              <p:cond delay="0"/>
                            </p:stCondLst>
                            <p:childTnLst>
                              <p:par>
                                <p:cTn id="345" nodeType="clickEffect" fill="hold" presetClass="entr" presetID="10">
                                  <p:stCondLst>
                                    <p:cond delay="0"/>
                                  </p:stCondLst>
                                  <p:childTnLst>
                                    <p:set>
                                      <p:cBhvr>
                                        <p:cTn id="346" dur="1" fill="hold">
                                          <p:stCondLst>
                                            <p:cond delay="0"/>
                                          </p:stCondLst>
                                        </p:cTn>
                                        <p:tgtEl>
                                          <p:spTgt spid="534"/>
                                        </p:tgtEl>
                                        <p:attrNameLst>
                                          <p:attrName>style.visibility</p:attrName>
                                        </p:attrNameLst>
                                      </p:cBhvr>
                                      <p:to>
                                        <p:strVal val="visible"/>
                                      </p:to>
                                    </p:set>
                                    <p:animEffect filter="fade" transition="in">
                                      <p:cBhvr additive="repl">
                                        <p:cTn id="347" dur="500"/>
                                        <p:tgtEl>
                                          <p:spTgt spid="534"/>
                                        </p:tgtEl>
                                      </p:cBhvr>
                                    </p:animEffect>
                                  </p:childTnLst>
                                </p:cTn>
                              </p:par>
                              <p:par>
                                <p:cTn id="348" nodeType="withEffect" fill="hold" presetClass="entr" presetID="10">
                                  <p:stCondLst>
                                    <p:cond delay="0"/>
                                  </p:stCondLst>
                                  <p:childTnLst>
                                    <p:set>
                                      <p:cBhvr>
                                        <p:cTn id="349" dur="1" fill="hold">
                                          <p:stCondLst>
                                            <p:cond delay="0"/>
                                          </p:stCondLst>
                                        </p:cTn>
                                        <p:tgtEl>
                                          <p:spTgt spid="535"/>
                                        </p:tgtEl>
                                        <p:attrNameLst>
                                          <p:attrName>style.visibility</p:attrName>
                                        </p:attrNameLst>
                                      </p:cBhvr>
                                      <p:to>
                                        <p:strVal val="visible"/>
                                      </p:to>
                                    </p:set>
                                    <p:animEffect filter="fade" transition="in">
                                      <p:cBhvr additive="repl">
                                        <p:cTn id="350" dur="500"/>
                                        <p:tgtEl>
                                          <p:spTgt spid="535"/>
                                        </p:tgtEl>
                                      </p:cBhvr>
                                    </p:animEffect>
                                  </p:childTnLst>
                                </p:cTn>
                              </p:par>
                              <p:par>
                                <p:cTn id="351" nodeType="withEffect" fill="hold" presetClass="entr" presetID="10">
                                  <p:stCondLst>
                                    <p:cond delay="0"/>
                                  </p:stCondLst>
                                  <p:childTnLst>
                                    <p:set>
                                      <p:cBhvr>
                                        <p:cTn id="352" dur="1" fill="hold">
                                          <p:stCondLst>
                                            <p:cond delay="0"/>
                                          </p:stCondLst>
                                        </p:cTn>
                                        <p:tgtEl>
                                          <p:spTgt spid="536"/>
                                        </p:tgtEl>
                                        <p:attrNameLst>
                                          <p:attrName>style.visibility</p:attrName>
                                        </p:attrNameLst>
                                      </p:cBhvr>
                                      <p:to>
                                        <p:strVal val="visible"/>
                                      </p:to>
                                    </p:set>
                                    <p:animEffect filter="fade" transition="in">
                                      <p:cBhvr additive="repl">
                                        <p:cTn id="353" dur="500"/>
                                        <p:tgtEl>
                                          <p:spTgt spid="536"/>
                                        </p:tgtEl>
                                      </p:cBhvr>
                                    </p:animEffect>
                                  </p:childTnLst>
                                </p:cTn>
                              </p:par>
                              <p:par>
                                <p:cTn id="354" nodeType="withEffect" fill="hold" presetClass="entr" presetID="10">
                                  <p:stCondLst>
                                    <p:cond delay="0"/>
                                  </p:stCondLst>
                                  <p:childTnLst>
                                    <p:set>
                                      <p:cBhvr>
                                        <p:cTn id="355" dur="1" fill="hold">
                                          <p:stCondLst>
                                            <p:cond delay="0"/>
                                          </p:stCondLst>
                                        </p:cTn>
                                        <p:tgtEl>
                                          <p:spTgt spid="537"/>
                                        </p:tgtEl>
                                        <p:attrNameLst>
                                          <p:attrName>style.visibility</p:attrName>
                                        </p:attrNameLst>
                                      </p:cBhvr>
                                      <p:to>
                                        <p:strVal val="visible"/>
                                      </p:to>
                                    </p:set>
                                    <p:animEffect filter="fade" transition="in">
                                      <p:cBhvr additive="repl">
                                        <p:cTn id="356" dur="500"/>
                                        <p:tgtEl>
                                          <p:spTgt spid="537"/>
                                        </p:tgtEl>
                                      </p:cBhvr>
                                    </p:animEffect>
                                  </p:childTnLst>
                                </p:cTn>
                              </p:par>
                            </p:childTnLst>
                          </p:cTn>
                        </p:par>
                      </p:childTnLst>
                    </p:cTn>
                  </p:par>
                  <p:par>
                    <p:cTn id="357" fill="hold">
                      <p:stCondLst>
                        <p:cond delay="indefinite"/>
                      </p:stCondLst>
                      <p:childTnLst>
                        <p:par>
                          <p:cTn id="358" fill="hold">
                            <p:stCondLst>
                              <p:cond delay="0"/>
                            </p:stCondLst>
                            <p:childTnLst>
                              <p:par>
                                <p:cTn id="359" nodeType="clickEffect" fill="hold" presetClass="entr" presetID="10">
                                  <p:stCondLst>
                                    <p:cond delay="0"/>
                                  </p:stCondLst>
                                  <p:childTnLst>
                                    <p:set>
                                      <p:cBhvr>
                                        <p:cTn id="360" dur="1" fill="hold">
                                          <p:stCondLst>
                                            <p:cond delay="0"/>
                                          </p:stCondLst>
                                        </p:cTn>
                                        <p:tgtEl>
                                          <p:spTgt spid="538"/>
                                        </p:tgtEl>
                                        <p:attrNameLst>
                                          <p:attrName>style.visibility</p:attrName>
                                        </p:attrNameLst>
                                      </p:cBhvr>
                                      <p:to>
                                        <p:strVal val="visible"/>
                                      </p:to>
                                    </p:set>
                                    <p:animEffect filter="fade" transition="in">
                                      <p:cBhvr additive="repl">
                                        <p:cTn id="361" dur="500"/>
                                        <p:tgtEl>
                                          <p:spTgt spid="538"/>
                                        </p:tgtEl>
                                      </p:cBhvr>
                                    </p:animEffect>
                                  </p:childTnLst>
                                </p:cTn>
                              </p:par>
                              <p:par>
                                <p:cTn id="362" nodeType="withEffect" fill="hold" presetClass="entr" presetID="10">
                                  <p:stCondLst>
                                    <p:cond delay="0"/>
                                  </p:stCondLst>
                                  <p:childTnLst>
                                    <p:set>
                                      <p:cBhvr>
                                        <p:cTn id="363" dur="1" fill="hold">
                                          <p:stCondLst>
                                            <p:cond delay="0"/>
                                          </p:stCondLst>
                                        </p:cTn>
                                        <p:tgtEl>
                                          <p:spTgt spid="539"/>
                                        </p:tgtEl>
                                        <p:attrNameLst>
                                          <p:attrName>style.visibility</p:attrName>
                                        </p:attrNameLst>
                                      </p:cBhvr>
                                      <p:to>
                                        <p:strVal val="visible"/>
                                      </p:to>
                                    </p:set>
                                    <p:animEffect filter="fade" transition="in">
                                      <p:cBhvr additive="repl">
                                        <p:cTn id="364" dur="500"/>
                                        <p:tgtEl>
                                          <p:spTgt spid="539"/>
                                        </p:tgtEl>
                                      </p:cBhvr>
                                    </p:animEffect>
                                  </p:childTnLst>
                                </p:cTn>
                              </p:par>
                              <p:par>
                                <p:cTn id="365" nodeType="withEffect" fill="hold" presetClass="entr" presetID="10">
                                  <p:stCondLst>
                                    <p:cond delay="0"/>
                                  </p:stCondLst>
                                  <p:childTnLst>
                                    <p:set>
                                      <p:cBhvr>
                                        <p:cTn id="366" dur="1" fill="hold">
                                          <p:stCondLst>
                                            <p:cond delay="0"/>
                                          </p:stCondLst>
                                        </p:cTn>
                                        <p:tgtEl>
                                          <p:spTgt spid="540"/>
                                        </p:tgtEl>
                                        <p:attrNameLst>
                                          <p:attrName>style.visibility</p:attrName>
                                        </p:attrNameLst>
                                      </p:cBhvr>
                                      <p:to>
                                        <p:strVal val="visible"/>
                                      </p:to>
                                    </p:set>
                                    <p:animEffect filter="fade" transition="in">
                                      <p:cBhvr additive="repl">
                                        <p:cTn id="367" dur="500"/>
                                        <p:tgtEl>
                                          <p:spTgt spid="540"/>
                                        </p:tgtEl>
                                      </p:cBhvr>
                                    </p:animEffect>
                                  </p:childTnLst>
                                </p:cTn>
                              </p:par>
                              <p:par>
                                <p:cTn id="368" nodeType="withEffect" fill="hold" presetClass="entr" presetID="10">
                                  <p:stCondLst>
                                    <p:cond delay="0"/>
                                  </p:stCondLst>
                                  <p:childTnLst>
                                    <p:set>
                                      <p:cBhvr>
                                        <p:cTn id="369" dur="1" fill="hold">
                                          <p:stCondLst>
                                            <p:cond delay="0"/>
                                          </p:stCondLst>
                                        </p:cTn>
                                        <p:tgtEl>
                                          <p:spTgt spid="541"/>
                                        </p:tgtEl>
                                        <p:attrNameLst>
                                          <p:attrName>style.visibility</p:attrName>
                                        </p:attrNameLst>
                                      </p:cBhvr>
                                      <p:to>
                                        <p:strVal val="visible"/>
                                      </p:to>
                                    </p:set>
                                    <p:animEffect filter="fade" transition="in">
                                      <p:cBhvr additive="repl">
                                        <p:cTn id="370" dur="500"/>
                                        <p:tgtEl>
                                          <p:spTgt spid="541"/>
                                        </p:tgtEl>
                                      </p:cBhvr>
                                    </p:animEffect>
                                  </p:childTnLst>
                                </p:cTn>
                              </p:par>
                              <p:par>
                                <p:cTn id="371" nodeType="withEffect" fill="hold" presetClass="entr" presetID="10">
                                  <p:stCondLst>
                                    <p:cond delay="0"/>
                                  </p:stCondLst>
                                  <p:childTnLst>
                                    <p:set>
                                      <p:cBhvr>
                                        <p:cTn id="372" dur="1" fill="hold">
                                          <p:stCondLst>
                                            <p:cond delay="0"/>
                                          </p:stCondLst>
                                        </p:cTn>
                                        <p:tgtEl>
                                          <p:spTgt spid="551"/>
                                        </p:tgtEl>
                                        <p:attrNameLst>
                                          <p:attrName>style.visibility</p:attrName>
                                        </p:attrNameLst>
                                      </p:cBhvr>
                                      <p:to>
                                        <p:strVal val="visible"/>
                                      </p:to>
                                    </p:set>
                                    <p:animEffect filter="fade" transition="in">
                                      <p:cBhvr additive="repl">
                                        <p:cTn id="373" dur="500"/>
                                        <p:tgtEl>
                                          <p:spTgt spid="551"/>
                                        </p:tgtEl>
                                      </p:cBhvr>
                                    </p:animEffect>
                                  </p:childTnLst>
                                </p:cTn>
                              </p:par>
                            </p:childTnLst>
                          </p:cTn>
                        </p:par>
                      </p:childTnLst>
                    </p:cTn>
                  </p:par>
                  <p:par>
                    <p:cTn id="374" fill="hold">
                      <p:stCondLst>
                        <p:cond delay="indefinite"/>
                      </p:stCondLst>
                      <p:childTnLst>
                        <p:par>
                          <p:cTn id="375" fill="hold">
                            <p:stCondLst>
                              <p:cond delay="0"/>
                            </p:stCondLst>
                            <p:childTnLst>
                              <p:par>
                                <p:cTn id="376" nodeType="clickEffect" fill="hold" presetClass="entr" presetID="10">
                                  <p:stCondLst>
                                    <p:cond delay="0"/>
                                  </p:stCondLst>
                                  <p:childTnLst>
                                    <p:set>
                                      <p:cBhvr>
                                        <p:cTn id="377" dur="1" fill="hold">
                                          <p:stCondLst>
                                            <p:cond delay="0"/>
                                          </p:stCondLst>
                                        </p:cTn>
                                        <p:tgtEl>
                                          <p:spTgt spid="542"/>
                                        </p:tgtEl>
                                        <p:attrNameLst>
                                          <p:attrName>style.visibility</p:attrName>
                                        </p:attrNameLst>
                                      </p:cBhvr>
                                      <p:to>
                                        <p:strVal val="visible"/>
                                      </p:to>
                                    </p:set>
                                    <p:animEffect filter="fade" transition="in">
                                      <p:cBhvr additive="repl">
                                        <p:cTn id="378" dur="500"/>
                                        <p:tgtEl>
                                          <p:spTgt spid="542"/>
                                        </p:tgtEl>
                                      </p:cBhvr>
                                    </p:animEffect>
                                  </p:childTnLst>
                                </p:cTn>
                              </p:par>
                              <p:par>
                                <p:cTn id="379" nodeType="withEffect" fill="hold" presetClass="entr" presetID="10">
                                  <p:stCondLst>
                                    <p:cond delay="0"/>
                                  </p:stCondLst>
                                  <p:childTnLst>
                                    <p:set>
                                      <p:cBhvr>
                                        <p:cTn id="380" dur="1" fill="hold">
                                          <p:stCondLst>
                                            <p:cond delay="0"/>
                                          </p:stCondLst>
                                        </p:cTn>
                                        <p:tgtEl>
                                          <p:spTgt spid="543"/>
                                        </p:tgtEl>
                                        <p:attrNameLst>
                                          <p:attrName>style.visibility</p:attrName>
                                        </p:attrNameLst>
                                      </p:cBhvr>
                                      <p:to>
                                        <p:strVal val="visible"/>
                                      </p:to>
                                    </p:set>
                                    <p:animEffect filter="fade" transition="in">
                                      <p:cBhvr additive="repl">
                                        <p:cTn id="381" dur="500"/>
                                        <p:tgtEl>
                                          <p:spTgt spid="543"/>
                                        </p:tgtEl>
                                      </p:cBhvr>
                                    </p:animEffect>
                                  </p:childTnLst>
                                </p:cTn>
                              </p:par>
                            </p:childTnLst>
                          </p:cTn>
                        </p:par>
                      </p:childTnLst>
                    </p:cTn>
                  </p:par>
                  <p:par>
                    <p:cTn id="382" fill="hold">
                      <p:stCondLst>
                        <p:cond delay="indefinite"/>
                      </p:stCondLst>
                      <p:childTnLst>
                        <p:par>
                          <p:cTn id="383" fill="hold">
                            <p:stCondLst>
                              <p:cond delay="0"/>
                            </p:stCondLst>
                            <p:childTnLst>
                              <p:par>
                                <p:cTn id="384" nodeType="clickEffect" fill="hold" presetClass="entr" presetID="10">
                                  <p:stCondLst>
                                    <p:cond delay="0"/>
                                  </p:stCondLst>
                                  <p:childTnLst>
                                    <p:set>
                                      <p:cBhvr>
                                        <p:cTn id="385" dur="1" fill="hold">
                                          <p:stCondLst>
                                            <p:cond delay="0"/>
                                          </p:stCondLst>
                                        </p:cTn>
                                        <p:tgtEl>
                                          <p:spTgt spid="544"/>
                                        </p:tgtEl>
                                        <p:attrNameLst>
                                          <p:attrName>style.visibility</p:attrName>
                                        </p:attrNameLst>
                                      </p:cBhvr>
                                      <p:to>
                                        <p:strVal val="visible"/>
                                      </p:to>
                                    </p:set>
                                    <p:animEffect filter="fade" transition="in">
                                      <p:cBhvr additive="repl">
                                        <p:cTn id="386" dur="500"/>
                                        <p:tgtEl>
                                          <p:spTgt spid="544"/>
                                        </p:tgtEl>
                                      </p:cBhvr>
                                    </p:animEffect>
                                  </p:childTnLst>
                                </p:cTn>
                              </p:par>
                              <p:par>
                                <p:cTn id="387" nodeType="withEffect" fill="hold" presetClass="entr" presetID="10">
                                  <p:stCondLst>
                                    <p:cond delay="0"/>
                                  </p:stCondLst>
                                  <p:childTnLst>
                                    <p:set>
                                      <p:cBhvr>
                                        <p:cTn id="388" dur="1" fill="hold">
                                          <p:stCondLst>
                                            <p:cond delay="0"/>
                                          </p:stCondLst>
                                        </p:cTn>
                                        <p:tgtEl>
                                          <p:spTgt spid="545"/>
                                        </p:tgtEl>
                                        <p:attrNameLst>
                                          <p:attrName>style.visibility</p:attrName>
                                        </p:attrNameLst>
                                      </p:cBhvr>
                                      <p:to>
                                        <p:strVal val="visible"/>
                                      </p:to>
                                    </p:set>
                                    <p:animEffect filter="fade" transition="in">
                                      <p:cBhvr additive="repl">
                                        <p:cTn id="389" dur="500"/>
                                        <p:tgtEl>
                                          <p:spTgt spid="545"/>
                                        </p:tgtEl>
                                      </p:cBhvr>
                                    </p:animEffect>
                                  </p:childTnLst>
                                </p:cTn>
                              </p:par>
                            </p:childTnLst>
                          </p:cTn>
                        </p:par>
                      </p:childTnLst>
                    </p:cTn>
                  </p:par>
                  <p:par>
                    <p:cTn id="390" fill="hold">
                      <p:stCondLst>
                        <p:cond delay="indefinite"/>
                      </p:stCondLst>
                      <p:childTnLst>
                        <p:par>
                          <p:cTn id="391" fill="hold">
                            <p:stCondLst>
                              <p:cond delay="0"/>
                            </p:stCondLst>
                            <p:childTnLst>
                              <p:par>
                                <p:cTn id="392" nodeType="clickEffect" fill="hold" presetClass="entr" presetID="10">
                                  <p:stCondLst>
                                    <p:cond delay="0"/>
                                  </p:stCondLst>
                                  <p:childTnLst>
                                    <p:set>
                                      <p:cBhvr>
                                        <p:cTn id="393" dur="1" fill="hold">
                                          <p:stCondLst>
                                            <p:cond delay="0"/>
                                          </p:stCondLst>
                                        </p:cTn>
                                        <p:tgtEl>
                                          <p:spTgt spid="546"/>
                                        </p:tgtEl>
                                        <p:attrNameLst>
                                          <p:attrName>style.visibility</p:attrName>
                                        </p:attrNameLst>
                                      </p:cBhvr>
                                      <p:to>
                                        <p:strVal val="visible"/>
                                      </p:to>
                                    </p:set>
                                    <p:animEffect filter="fade" transition="in">
                                      <p:cBhvr additive="repl">
                                        <p:cTn id="394" dur="500"/>
                                        <p:tgtEl>
                                          <p:spTgt spid="546"/>
                                        </p:tgtEl>
                                      </p:cBhvr>
                                    </p:animEffect>
                                  </p:childTnLst>
                                </p:cTn>
                              </p:par>
                              <p:par>
                                <p:cTn id="395" nodeType="withEffect" fill="hold" presetClass="entr" presetID="10">
                                  <p:stCondLst>
                                    <p:cond delay="0"/>
                                  </p:stCondLst>
                                  <p:childTnLst>
                                    <p:set>
                                      <p:cBhvr>
                                        <p:cTn id="396" dur="1" fill="hold">
                                          <p:stCondLst>
                                            <p:cond delay="0"/>
                                          </p:stCondLst>
                                        </p:cTn>
                                        <p:tgtEl>
                                          <p:spTgt spid="547"/>
                                        </p:tgtEl>
                                        <p:attrNameLst>
                                          <p:attrName>style.visibility</p:attrName>
                                        </p:attrNameLst>
                                      </p:cBhvr>
                                      <p:to>
                                        <p:strVal val="visible"/>
                                      </p:to>
                                    </p:set>
                                    <p:animEffect filter="fade" transition="in">
                                      <p:cBhvr additive="repl">
                                        <p:cTn id="397" dur="500"/>
                                        <p:tgtEl>
                                          <p:spTgt spid="547"/>
                                        </p:tgtEl>
                                      </p:cBhvr>
                                    </p:animEffect>
                                  </p:childTnLst>
                                </p:cTn>
                              </p:par>
                              <p:par>
                                <p:cTn id="398" nodeType="withEffect" fill="hold" presetClass="entr" presetID="10">
                                  <p:stCondLst>
                                    <p:cond delay="0"/>
                                  </p:stCondLst>
                                  <p:childTnLst>
                                    <p:set>
                                      <p:cBhvr>
                                        <p:cTn id="399" dur="1" fill="hold">
                                          <p:stCondLst>
                                            <p:cond delay="0"/>
                                          </p:stCondLst>
                                        </p:cTn>
                                        <p:tgtEl>
                                          <p:spTgt spid="548"/>
                                        </p:tgtEl>
                                        <p:attrNameLst>
                                          <p:attrName>style.visibility</p:attrName>
                                        </p:attrNameLst>
                                      </p:cBhvr>
                                      <p:to>
                                        <p:strVal val="visible"/>
                                      </p:to>
                                    </p:set>
                                    <p:animEffect filter="fade" transition="in">
                                      <p:cBhvr additive="repl">
                                        <p:cTn id="400" dur="500"/>
                                        <p:tgtEl>
                                          <p:spTgt spid="548"/>
                                        </p:tgtEl>
                                      </p:cBhvr>
                                    </p:animEffect>
                                  </p:childTnLst>
                                </p:cTn>
                              </p:par>
                              <p:par>
                                <p:cTn id="401" nodeType="withEffect" fill="hold" presetClass="entr" presetID="10">
                                  <p:stCondLst>
                                    <p:cond delay="0"/>
                                  </p:stCondLst>
                                  <p:childTnLst>
                                    <p:set>
                                      <p:cBhvr>
                                        <p:cTn id="402" dur="1" fill="hold">
                                          <p:stCondLst>
                                            <p:cond delay="0"/>
                                          </p:stCondLst>
                                        </p:cTn>
                                        <p:tgtEl>
                                          <p:spTgt spid="549"/>
                                        </p:tgtEl>
                                        <p:attrNameLst>
                                          <p:attrName>style.visibility</p:attrName>
                                        </p:attrNameLst>
                                      </p:cBhvr>
                                      <p:to>
                                        <p:strVal val="visible"/>
                                      </p:to>
                                    </p:set>
                                    <p:animEffect filter="fade" transition="in">
                                      <p:cBhvr additive="repl">
                                        <p:cTn id="403" dur="500"/>
                                        <p:tgtEl>
                                          <p:spTgt spid="549"/>
                                        </p:tgtEl>
                                      </p:cBhvr>
                                    </p:animEffect>
                                  </p:childTnLst>
                                </p:cTn>
                              </p:par>
                              <p:par>
                                <p:cTn id="404" nodeType="withEffect" fill="hold" presetClass="entr" presetID="10">
                                  <p:stCondLst>
                                    <p:cond delay="0"/>
                                  </p:stCondLst>
                                  <p:childTnLst>
                                    <p:set>
                                      <p:cBhvr>
                                        <p:cTn id="405" dur="1" fill="hold">
                                          <p:stCondLst>
                                            <p:cond delay="0"/>
                                          </p:stCondLst>
                                        </p:cTn>
                                        <p:tgtEl>
                                          <p:spTgt spid="550"/>
                                        </p:tgtEl>
                                        <p:attrNameLst>
                                          <p:attrName>style.visibility</p:attrName>
                                        </p:attrNameLst>
                                      </p:cBhvr>
                                      <p:to>
                                        <p:strVal val="visible"/>
                                      </p:to>
                                    </p:set>
                                    <p:animEffect filter="fade" transition="in">
                                      <p:cBhvr additive="repl">
                                        <p:cTn id="406" dur="500"/>
                                        <p:tgtEl>
                                          <p:spTgt spid="550"/>
                                        </p:tgtEl>
                                      </p:cBhvr>
                                    </p:animEffect>
                                  </p:childTnLst>
                                </p:cTn>
                              </p:par>
                              <p:par>
                                <p:cTn id="407" nodeType="withEffect" fill="hold" presetClass="entr" presetID="10">
                                  <p:stCondLst>
                                    <p:cond delay="0"/>
                                  </p:stCondLst>
                                  <p:childTnLst>
                                    <p:set>
                                      <p:cBhvr>
                                        <p:cTn id="408" dur="1" fill="hold">
                                          <p:stCondLst>
                                            <p:cond delay="0"/>
                                          </p:stCondLst>
                                        </p:cTn>
                                        <p:tgtEl>
                                          <p:spTgt spid="552"/>
                                        </p:tgtEl>
                                        <p:attrNameLst>
                                          <p:attrName>style.visibility</p:attrName>
                                        </p:attrNameLst>
                                      </p:cBhvr>
                                      <p:to>
                                        <p:strVal val="visible"/>
                                      </p:to>
                                    </p:set>
                                    <p:animEffect filter="fade" transition="in">
                                      <p:cBhvr additive="repl">
                                        <p:cTn id="409" dur="500"/>
                                        <p:tgtEl>
                                          <p:spTgt spid="552"/>
                                        </p:tgtEl>
                                      </p:cBhvr>
                                    </p:animEffect>
                                  </p:childTnLst>
                                </p:cTn>
                              </p:par>
                            </p:childTnLst>
                          </p:cTn>
                        </p:par>
                      </p:childTnLst>
                    </p:cTn>
                  </p:par>
                  <p:par>
                    <p:cTn id="410" fill="hold">
                      <p:stCondLst>
                        <p:cond delay="indefinite"/>
                      </p:stCondLst>
                      <p:childTnLst>
                        <p:par>
                          <p:cTn id="411" fill="hold">
                            <p:stCondLst>
                              <p:cond delay="0"/>
                            </p:stCondLst>
                            <p:childTnLst>
                              <p:par>
                                <p:cTn id="412" nodeType="clickEffect" fill="hold" presetClass="entr" presetID="10">
                                  <p:stCondLst>
                                    <p:cond delay="0"/>
                                  </p:stCondLst>
                                  <p:childTnLst>
                                    <p:set>
                                      <p:cBhvr>
                                        <p:cTn id="413" dur="1" fill="hold">
                                          <p:stCondLst>
                                            <p:cond delay="0"/>
                                          </p:stCondLst>
                                        </p:cTn>
                                        <p:tgtEl>
                                          <p:spTgt spid="553"/>
                                        </p:tgtEl>
                                        <p:attrNameLst>
                                          <p:attrName>style.visibility</p:attrName>
                                        </p:attrNameLst>
                                      </p:cBhvr>
                                      <p:to>
                                        <p:strVal val="visible"/>
                                      </p:to>
                                    </p:set>
                                    <p:animEffect filter="fade" transition="in">
                                      <p:cBhvr additive="repl">
                                        <p:cTn id="414" dur="500"/>
                                        <p:tgtEl>
                                          <p:spTgt spid="553"/>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5" name="PlaceHolder 1"/>
          <p:cNvSpPr>
            <a:spLocks noGrp="1"/>
          </p:cNvSpPr>
          <p:nvPr>
            <p:ph type="title"/>
          </p:nvPr>
        </p:nvSpPr>
        <p:spPr>
          <a:xfrm>
            <a:off x="996840" y="3033000"/>
            <a:ext cx="10523880" cy="394920"/>
          </a:xfrm>
          <a:prstGeom prst="rect">
            <a:avLst/>
          </a:prstGeom>
          <a:noFill/>
          <a:ln w="0">
            <a:noFill/>
          </a:ln>
        </p:spPr>
        <p:txBody>
          <a:bodyPr lIns="0" rIns="91440" tIns="45720" bIns="45720" anchor="t">
            <a:noAutofit/>
          </a:bodyPr>
          <a:p>
            <a:pPr indent="0" defTabSz="914400">
              <a:lnSpc>
                <a:spcPct val="100000"/>
              </a:lnSpc>
              <a:buNone/>
              <a:tabLst>
                <a:tab algn="l" pos="0"/>
              </a:tabLst>
            </a:pPr>
            <a:r>
              <a:rPr b="0" lang="en-US" sz="2400" spc="32" strike="noStrike">
                <a:solidFill>
                  <a:schemeClr val="dk1"/>
                </a:solidFill>
                <a:latin typeface="Avenir Next LT Pro"/>
                <a:ea typeface="Avenir Next"/>
              </a:rPr>
              <a:t>Factibilidad económica</a:t>
            </a:r>
            <a:endParaRPr b="0" lang="es-AR" sz="2400" spc="-1" strike="noStrike">
              <a:solidFill>
                <a:srgbClr val="000000"/>
              </a:solidFill>
              <a:latin typeface="Arial"/>
            </a:endParaRPr>
          </a:p>
        </p:txBody>
      </p:sp>
      <p:sp>
        <p:nvSpPr>
          <p:cNvPr id="556" name="PlaceHolder 2"/>
          <p:cNvSpPr>
            <a:spLocks noGrp="1"/>
          </p:cNvSpPr>
          <p:nvPr>
            <p:ph/>
          </p:nvPr>
        </p:nvSpPr>
        <p:spPr>
          <a:xfrm>
            <a:off x="996840" y="3584520"/>
            <a:ext cx="10514520" cy="438480"/>
          </a:xfrm>
          <a:prstGeom prst="rect">
            <a:avLst/>
          </a:prstGeom>
          <a:noFill/>
          <a:ln w="0">
            <a:noFill/>
          </a:ln>
        </p:spPr>
        <p:txBody>
          <a:bodyPr lIns="0" rIns="91440" tIns="45720" bIns="45720" anchor="t">
            <a:noAutofit/>
          </a:bodyPr>
          <a:p>
            <a:pPr indent="0" defTabSz="914400">
              <a:lnSpc>
                <a:spcPct val="90000"/>
              </a:lnSpc>
              <a:spcBef>
                <a:spcPts val="1001"/>
              </a:spcBef>
              <a:buNone/>
              <a:tabLst>
                <a:tab algn="l" pos="0"/>
              </a:tabLst>
            </a:pPr>
            <a:r>
              <a:rPr b="0" lang="en-US" sz="1200" spc="52" strike="noStrike">
                <a:solidFill>
                  <a:schemeClr val="dk1"/>
                </a:solidFill>
                <a:latin typeface="Avenir Next LT Pro"/>
                <a:ea typeface="Avenir Next"/>
              </a:rPr>
              <a:t>Mismo esfuerzo, más services</a:t>
            </a:r>
            <a:endParaRPr b="0" lang="es-AR" sz="1200" spc="-1" strike="noStrike">
              <a:solidFill>
                <a:srgbClr val="000000"/>
              </a:solidFill>
              <a:latin typeface="Arial"/>
            </a:endParaRPr>
          </a:p>
        </p:txBody>
      </p:sp>
      <p:sp>
        <p:nvSpPr>
          <p:cNvPr id="557" name="PlaceHolder 3"/>
          <p:cNvSpPr>
            <a:spLocks noGrp="1"/>
          </p:cNvSpPr>
          <p:nvPr>
            <p:ph/>
          </p:nvPr>
        </p:nvSpPr>
        <p:spPr>
          <a:xfrm>
            <a:off x="996840" y="1550520"/>
            <a:ext cx="1470600" cy="1102320"/>
          </a:xfrm>
          <a:prstGeom prst="rect">
            <a:avLst/>
          </a:prstGeom>
          <a:noFill/>
          <a:ln w="0">
            <a:noFill/>
          </a:ln>
        </p:spPr>
        <p:txBody>
          <a:bodyPr lIns="0" rIns="91440" tIns="45720" bIns="0" anchor="b">
            <a:noAutofit/>
          </a:bodyPr>
          <a:p>
            <a:pPr indent="0" defTabSz="914400">
              <a:lnSpc>
                <a:spcPct val="90000"/>
              </a:lnSpc>
              <a:spcBef>
                <a:spcPts val="1001"/>
              </a:spcBef>
              <a:buNone/>
              <a:tabLst>
                <a:tab algn="l" pos="0"/>
              </a:tabLst>
            </a:pPr>
            <a:r>
              <a:rPr b="0" lang="en-US" sz="3200" spc="43" strike="noStrike">
                <a:solidFill>
                  <a:schemeClr val="accent1"/>
                </a:solidFill>
                <a:latin typeface="Avenir Next LT Pro"/>
                <a:ea typeface="Avenir Next"/>
              </a:rPr>
              <a:t>03</a:t>
            </a:r>
            <a:endParaRPr b="0" lang="es-AR" sz="3200" spc="-1" strike="noStrike">
              <a:solidFill>
                <a:srgbClr val="000000"/>
              </a:solidFill>
              <a:latin typeface="Arial"/>
            </a:endParaRPr>
          </a:p>
        </p:txBody>
      </p:sp>
      <p:sp>
        <p:nvSpPr>
          <p:cNvPr id="558" name="orador"/>
          <p:cNvSpPr/>
          <p:nvPr/>
        </p:nvSpPr>
        <p:spPr>
          <a:xfrm>
            <a:off x="394920" y="6540120"/>
            <a:ext cx="4998960" cy="2790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pPr>
            <a:r>
              <a:rPr b="0" lang="en-US" sz="1000" spc="-1" strike="noStrike">
                <a:solidFill>
                  <a:srgbClr val="7f7f7f"/>
                </a:solidFill>
                <a:latin typeface="Avenir Next LT Pro"/>
              </a:rPr>
              <a:t>Franco Tomás Malfetano</a:t>
            </a:r>
            <a:endParaRPr b="0" lang="es-AR" sz="1000" spc="-1" strike="noStrike">
              <a:solidFill>
                <a:srgbClr val="000000"/>
              </a:solidFill>
              <a:latin typeface="Arial"/>
            </a:endParaRPr>
          </a:p>
        </p:txBody>
      </p:sp>
      <p:sp>
        <p:nvSpPr>
          <p:cNvPr id="5" name="PlaceHolder 4"/>
          <p:cNvSpPr>
            <a:spLocks noGrp="1"/>
          </p:cNvSpPr>
          <p:nvPr>
            <p:ph type="sldNum" idx="12"/>
          </p:nvPr>
        </p:nvSpPr>
        <p:spPr/>
        <p:txBody>
          <a:bodyPr/>
          <a:p>
            <a:fld id="{8D123808-5E99-4458-8A45-0B0BEF58E6E0}" type="slidenum">
              <a:t>14</a:t>
            </a:fld>
          </a:p>
        </p:txBody>
      </p:sp>
    </p:spTree>
  </p:cSld>
  <mc:AlternateContent>
    <mc:Choice Requires="p14">
      <p:transition spd="med" p14:dur="600">
        <p:fade/>
      </p:transition>
    </mc:Choice>
    <mc:Fallback>
      <p:transition spd="med">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9" name="PlaceHolder 1"/>
          <p:cNvSpPr>
            <a:spLocks noGrp="1"/>
          </p:cNvSpPr>
          <p:nvPr>
            <p:ph type="title"/>
          </p:nvPr>
        </p:nvSpPr>
        <p:spPr>
          <a:xfrm>
            <a:off x="374760" y="502920"/>
            <a:ext cx="10514520" cy="1026000"/>
          </a:xfrm>
          <a:prstGeom prst="rect">
            <a:avLst/>
          </a:prstGeom>
          <a:noFill/>
          <a:ln w="0">
            <a:noFill/>
          </a:ln>
        </p:spPr>
        <p:txBody>
          <a:bodyPr lIns="0" rIns="91440" tIns="45720" bIns="45720" anchor="t">
            <a:noAutofit/>
          </a:bodyPr>
          <a:p>
            <a:pPr indent="0" defTabSz="914400">
              <a:lnSpc>
                <a:spcPct val="90000"/>
              </a:lnSpc>
              <a:buNone/>
              <a:tabLst>
                <a:tab algn="l" pos="0"/>
              </a:tabLst>
            </a:pPr>
            <a:r>
              <a:rPr b="0" lang="en-US" sz="2400" spc="63" strike="noStrike">
                <a:solidFill>
                  <a:schemeClr val="dk1"/>
                </a:solidFill>
                <a:latin typeface="Avenir Next LT Pro"/>
                <a:ea typeface="Avenir Next"/>
              </a:rPr>
              <a:t>Mismo esfuerzo, más services recuperados</a:t>
            </a:r>
            <a:endParaRPr b="0" lang="es-AR" sz="2400" spc="-1" strike="noStrike">
              <a:solidFill>
                <a:srgbClr val="000000"/>
              </a:solidFill>
              <a:latin typeface="Arial"/>
            </a:endParaRPr>
          </a:p>
        </p:txBody>
      </p:sp>
      <p:sp>
        <p:nvSpPr>
          <p:cNvPr id="560" name="PlaceHolder 2"/>
          <p:cNvSpPr>
            <a:spLocks noGrp="1"/>
          </p:cNvSpPr>
          <p:nvPr>
            <p:ph/>
          </p:nvPr>
        </p:nvSpPr>
        <p:spPr>
          <a:xfrm>
            <a:off x="394920" y="286920"/>
            <a:ext cx="3901320" cy="214920"/>
          </a:xfrm>
          <a:prstGeom prst="rect">
            <a:avLst/>
          </a:prstGeom>
          <a:noFill/>
          <a:ln w="0">
            <a:noFill/>
          </a:ln>
        </p:spPr>
        <p:txBody>
          <a:bodyPr lIns="0" rIns="91440" tIns="45720" bIns="45720" anchor="t">
            <a:noAutofit/>
          </a:bodyPr>
          <a:p>
            <a:pPr indent="0" defTabSz="914400">
              <a:lnSpc>
                <a:spcPct val="90000"/>
              </a:lnSpc>
              <a:spcBef>
                <a:spcPts val="1001"/>
              </a:spcBef>
              <a:buNone/>
              <a:tabLst>
                <a:tab algn="l" pos="0"/>
              </a:tabLst>
            </a:pPr>
            <a:r>
              <a:rPr b="0" lang="en-US" sz="900" spc="293" strike="noStrike" cap="all">
                <a:solidFill>
                  <a:schemeClr val="accent1"/>
                </a:solidFill>
                <a:latin typeface="Avenir Next LT Pro"/>
                <a:ea typeface="Avenir Next"/>
              </a:rPr>
              <a:t>03 · Factibilidad económica</a:t>
            </a:r>
            <a:endParaRPr b="0" lang="es-AR" sz="900" spc="-1" strike="noStrike">
              <a:solidFill>
                <a:srgbClr val="000000"/>
              </a:solidFill>
              <a:latin typeface="Arial"/>
            </a:endParaRPr>
          </a:p>
        </p:txBody>
      </p:sp>
      <p:sp>
        <p:nvSpPr>
          <p:cNvPr id="561" name="PlaceHolder 3"/>
          <p:cNvSpPr>
            <a:spLocks noGrp="1"/>
          </p:cNvSpPr>
          <p:nvPr>
            <p:ph type="sldNum" idx="66"/>
          </p:nvPr>
        </p:nvSpPr>
        <p:spPr>
          <a:xfrm>
            <a:off x="11521440" y="6486120"/>
            <a:ext cx="319680" cy="36396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D8D7BC34-D706-4179-8504-3D7830BD534F}"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
        <p:nvSpPr>
          <p:cNvPr id="562" name="num1"/>
          <p:cNvSpPr/>
          <p:nvPr/>
        </p:nvSpPr>
        <p:spPr>
          <a:xfrm>
            <a:off x="374760" y="1737360"/>
            <a:ext cx="3793680" cy="6699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4400" spc="-1" strike="noStrike">
                <a:solidFill>
                  <a:srgbClr val="1700f3"/>
                </a:solidFill>
                <a:latin typeface="Avenir Next LT Pro"/>
              </a:rPr>
              <a:t>+80 %</a:t>
            </a:r>
            <a:endParaRPr b="0" lang="es-AR" sz="4400" spc="-1" strike="noStrike">
              <a:solidFill>
                <a:srgbClr val="000000"/>
              </a:solidFill>
              <a:latin typeface="Arial"/>
            </a:endParaRPr>
          </a:p>
        </p:txBody>
      </p:sp>
      <p:cxnSp>
        <p:nvCxnSpPr>
          <p:cNvPr id="563" name="num1_linea"/>
          <p:cNvCxnSpPr/>
          <p:nvPr/>
        </p:nvCxnSpPr>
        <p:spPr>
          <a:xfrm>
            <a:off x="374760" y="2788920"/>
            <a:ext cx="3384360" cy="1080"/>
          </a:xfrm>
          <a:prstGeom prst="straightConnector1">
            <a:avLst/>
          </a:prstGeom>
          <a:ln w="0">
            <a:solidFill>
              <a:srgbClr val="b9bcbd"/>
            </a:solidFill>
          </a:ln>
        </p:spPr>
      </p:cxnSp>
      <p:sp>
        <p:nvSpPr>
          <p:cNvPr id="564" name="num1_txt"/>
          <p:cNvSpPr/>
          <p:nvPr/>
        </p:nvSpPr>
        <p:spPr>
          <a:xfrm>
            <a:off x="374760" y="2926080"/>
            <a:ext cx="3382200" cy="4870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600" spc="-1" strike="noStrike">
                <a:solidFill>
                  <a:srgbClr val="00095b"/>
                </a:solidFill>
                <a:latin typeface="Avenir Next LT Pro"/>
              </a:rPr>
              <a:t>services recuperados con la misma cantidad de contactos</a:t>
            </a:r>
            <a:endParaRPr b="0" lang="es-AR" sz="1600" spc="-1" strike="noStrike">
              <a:solidFill>
                <a:srgbClr val="000000"/>
              </a:solidFill>
              <a:latin typeface="Arial"/>
            </a:endParaRPr>
          </a:p>
        </p:txBody>
      </p:sp>
      <p:sp>
        <p:nvSpPr>
          <p:cNvPr id="565" name="num2"/>
          <p:cNvSpPr/>
          <p:nvPr/>
        </p:nvSpPr>
        <p:spPr>
          <a:xfrm>
            <a:off x="4260960" y="1737360"/>
            <a:ext cx="3793680" cy="6699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4400" spc="-1" strike="noStrike">
                <a:solidFill>
                  <a:srgbClr val="1700f3"/>
                </a:solidFill>
                <a:latin typeface="Avenir Next LT Pro"/>
              </a:rPr>
              <a:t>USD 200 mil</a:t>
            </a:r>
            <a:endParaRPr b="0" lang="es-AR" sz="4400" spc="-1" strike="noStrike">
              <a:solidFill>
                <a:srgbClr val="000000"/>
              </a:solidFill>
              <a:latin typeface="Arial"/>
            </a:endParaRPr>
          </a:p>
        </p:txBody>
      </p:sp>
      <p:cxnSp>
        <p:nvCxnSpPr>
          <p:cNvPr id="566" name="num2_linea"/>
          <p:cNvCxnSpPr/>
          <p:nvPr/>
        </p:nvCxnSpPr>
        <p:spPr>
          <a:xfrm>
            <a:off x="4260960" y="2788920"/>
            <a:ext cx="3384360" cy="1080"/>
          </a:xfrm>
          <a:prstGeom prst="straightConnector1">
            <a:avLst/>
          </a:prstGeom>
          <a:ln w="0">
            <a:solidFill>
              <a:srgbClr val="b9bcbd"/>
            </a:solidFill>
          </a:ln>
        </p:spPr>
      </p:cxnSp>
      <p:sp>
        <p:nvSpPr>
          <p:cNvPr id="567" name="num2_txt"/>
          <p:cNvSpPr/>
          <p:nvPr/>
        </p:nvSpPr>
        <p:spPr>
          <a:xfrm>
            <a:off x="4260960" y="2926080"/>
            <a:ext cx="3382200" cy="7308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600" spc="-1" strike="noStrike">
                <a:solidFill>
                  <a:srgbClr val="00095b"/>
                </a:solidFill>
                <a:latin typeface="Avenir Next LT Pro"/>
              </a:rPr>
              <a:t>por año, aproximadamente, de margen adicional, sin contar la próxima compra</a:t>
            </a:r>
            <a:endParaRPr b="0" lang="es-AR" sz="1600" spc="-1" strike="noStrike">
              <a:solidFill>
                <a:srgbClr val="000000"/>
              </a:solidFill>
              <a:latin typeface="Arial"/>
            </a:endParaRPr>
          </a:p>
        </p:txBody>
      </p:sp>
      <p:sp>
        <p:nvSpPr>
          <p:cNvPr id="568" name="num3"/>
          <p:cNvSpPr/>
          <p:nvPr/>
        </p:nvSpPr>
        <p:spPr>
          <a:xfrm>
            <a:off x="8147160" y="1737360"/>
            <a:ext cx="3793680" cy="6699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4400" spc="-1" strike="noStrike">
                <a:solidFill>
                  <a:srgbClr val="1700f3"/>
                </a:solidFill>
                <a:latin typeface="Avenir Next LT Pro"/>
              </a:rPr>
              <a:t>80 a 1</a:t>
            </a:r>
            <a:endParaRPr b="0" lang="es-AR" sz="4400" spc="-1" strike="noStrike">
              <a:solidFill>
                <a:srgbClr val="000000"/>
              </a:solidFill>
              <a:latin typeface="Arial"/>
            </a:endParaRPr>
          </a:p>
        </p:txBody>
      </p:sp>
      <p:cxnSp>
        <p:nvCxnSpPr>
          <p:cNvPr id="569" name="num3_linea"/>
          <p:cNvCxnSpPr/>
          <p:nvPr/>
        </p:nvCxnSpPr>
        <p:spPr>
          <a:xfrm>
            <a:off x="8147160" y="2788920"/>
            <a:ext cx="3384360" cy="1080"/>
          </a:xfrm>
          <a:prstGeom prst="straightConnector1">
            <a:avLst/>
          </a:prstGeom>
          <a:ln w="0">
            <a:solidFill>
              <a:srgbClr val="b9bcbd"/>
            </a:solidFill>
          </a:ln>
        </p:spPr>
      </p:cxnSp>
      <p:sp>
        <p:nvSpPr>
          <p:cNvPr id="570" name="num3_txt"/>
          <p:cNvSpPr/>
          <p:nvPr/>
        </p:nvSpPr>
        <p:spPr>
          <a:xfrm>
            <a:off x="8147160" y="2926080"/>
            <a:ext cx="3382200" cy="4870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600" spc="-1" strike="noStrike">
                <a:solidFill>
                  <a:srgbClr val="00095b"/>
                </a:solidFill>
                <a:latin typeface="Avenir Next LT Pro"/>
              </a:rPr>
              <a:t>lo que cuesta no contactar a quien se va, contra contactar de más</a:t>
            </a:r>
            <a:endParaRPr b="0" lang="es-AR" sz="1600" spc="-1" strike="noStrike">
              <a:solidFill>
                <a:srgbClr val="000000"/>
              </a:solidFill>
              <a:latin typeface="Arial"/>
            </a:endParaRPr>
          </a:p>
        </p:txBody>
      </p:sp>
      <p:sp>
        <p:nvSpPr>
          <p:cNvPr id="571" name="inversion"/>
          <p:cNvSpPr/>
          <p:nvPr/>
        </p:nvSpPr>
        <p:spPr>
          <a:xfrm>
            <a:off x="374760" y="4206240"/>
            <a:ext cx="11428920" cy="959040"/>
          </a:xfrm>
          <a:prstGeom prst="rect">
            <a:avLst/>
          </a:prstGeom>
          <a:solidFill>
            <a:srgbClr val="f3f3f3"/>
          </a:solidFill>
          <a:ln>
            <a:noFill/>
          </a:ln>
        </p:spPr>
        <p:style>
          <a:lnRef idx="1">
            <a:schemeClr val="accent1"/>
          </a:lnRef>
          <a:fillRef idx="3">
            <a:schemeClr val="accent1"/>
          </a:fillRef>
          <a:effectRef idx="2">
            <a:schemeClr val="accent1"/>
          </a:effectRef>
          <a:fontRef idx="minor"/>
        </p:style>
        <p:txBody>
          <a:bodyPr lIns="73080" rIns="73080" tIns="27360" bIns="27360" anchor="ctr">
            <a:noAutofit/>
          </a:bodyPr>
          <a:p>
            <a:pPr algn="ctr" defTabSz="914400">
              <a:lnSpc>
                <a:spcPct val="100000"/>
              </a:lnSpc>
            </a:pPr>
            <a:r>
              <a:rPr b="1" lang="en-US" sz="2000" spc="-1" strike="noStrike">
                <a:solidFill>
                  <a:srgbClr val="00095b"/>
                </a:solidFill>
                <a:latin typeface="Avenir Next LT Pro"/>
              </a:rPr>
              <a:t>Inversión: USD 30 a 45 mil el primer año</a:t>
            </a:r>
            <a:r>
              <a:rPr b="0" lang="en-US" sz="1800" spc="-1" strike="noStrike">
                <a:solidFill>
                  <a:srgbClr val="00095b"/>
                </a:solidFill>
                <a:latin typeface="Avenir Next LT Pro"/>
              </a:rPr>
              <a:t>   ·   se recupera en el primer trimestre de operación</a:t>
            </a:r>
            <a:endParaRPr b="0" lang="es-AR" sz="1800" spc="-1" strike="noStrike">
              <a:solidFill>
                <a:srgbClr val="000000"/>
              </a:solidFill>
              <a:latin typeface="Arial"/>
            </a:endParaRPr>
          </a:p>
        </p:txBody>
      </p:sp>
      <p:sp>
        <p:nvSpPr>
          <p:cNvPr id="572" name="supuestos"/>
          <p:cNvSpPr/>
          <p:nvPr/>
        </p:nvSpPr>
        <p:spPr>
          <a:xfrm>
            <a:off x="374760" y="5440680"/>
            <a:ext cx="11428920" cy="3351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100" spc="-1" strike="noStrike">
                <a:solidFill>
                  <a:srgbClr val="7f7f7f"/>
                </a:solidFill>
                <a:latin typeface="Avenir Next LT Pro"/>
              </a:rPr>
              <a:t>Supuestos declarados y editables por Posventa: un contacto recupera al 15 % de los que se iban, un service retenido vale USD 250 y un contacto cuesta USD 3. Sigue siendo rentable si el contacto recupera sólo al 5 % y el service vale USD 100. Cifras para el 20 % de mayor riesgo.</a:t>
            </a:r>
            <a:endParaRPr b="0" lang="es-AR" sz="1100" spc="-1" strike="noStrike">
              <a:solidFill>
                <a:srgbClr val="000000"/>
              </a:solidFill>
              <a:latin typeface="Arial"/>
            </a:endParaRPr>
          </a:p>
        </p:txBody>
      </p:sp>
      <p:sp>
        <p:nvSpPr>
          <p:cNvPr id="573" name="orador"/>
          <p:cNvSpPr/>
          <p:nvPr/>
        </p:nvSpPr>
        <p:spPr>
          <a:xfrm>
            <a:off x="394920" y="6540120"/>
            <a:ext cx="4998960" cy="2790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pPr>
            <a:r>
              <a:rPr b="0" lang="en-US" sz="1000" spc="-1" strike="noStrike">
                <a:solidFill>
                  <a:srgbClr val="7f7f7f"/>
                </a:solidFill>
                <a:latin typeface="Avenir Next LT Pro"/>
              </a:rPr>
              <a:t>Franco Tomás Malfetano</a:t>
            </a:r>
            <a:endParaRPr b="0" lang="es-AR" sz="1000" spc="-1" strike="noStrike">
              <a:solidFill>
                <a:srgbClr val="000000"/>
              </a:solidFill>
              <a:latin typeface="Arial"/>
            </a:endParaRPr>
          </a:p>
        </p:txBody>
      </p:sp>
    </p:spTree>
  </p:cSld>
  <mc:AlternateContent>
    <mc:Choice Requires="p14">
      <p:transition spd="med" p14:dur="600">
        <p:fade/>
      </p:transition>
    </mc:Choice>
    <mc:Fallback>
      <p:transition spd="med">
        <p:fade/>
      </p:transition>
    </mc:Fallback>
  </mc:AlternateContent>
  <p:timing>
    <p:tnLst>
      <p:par>
        <p:cTn id="415" dur="indefinite" restart="never" nodeType="tmRoot">
          <p:childTnLst>
            <p:seq>
              <p:cTn id="416" dur="indefinite" nodeType="mainSeq">
                <p:childTnLst>
                  <p:par>
                    <p:cTn id="417" fill="hold">
                      <p:stCondLst>
                        <p:cond delay="indefinite"/>
                      </p:stCondLst>
                      <p:childTnLst>
                        <p:par>
                          <p:cTn id="418" fill="hold">
                            <p:stCondLst>
                              <p:cond delay="0"/>
                            </p:stCondLst>
                            <p:childTnLst>
                              <p:par>
                                <p:cTn id="419" nodeType="clickEffect" fill="hold" presetClass="entr" presetID="10">
                                  <p:stCondLst>
                                    <p:cond delay="0"/>
                                  </p:stCondLst>
                                  <p:childTnLst>
                                    <p:set>
                                      <p:cBhvr>
                                        <p:cTn id="420" dur="1" fill="hold">
                                          <p:stCondLst>
                                            <p:cond delay="0"/>
                                          </p:stCondLst>
                                        </p:cTn>
                                        <p:tgtEl>
                                          <p:spTgt spid="562"/>
                                        </p:tgtEl>
                                        <p:attrNameLst>
                                          <p:attrName>style.visibility</p:attrName>
                                        </p:attrNameLst>
                                      </p:cBhvr>
                                      <p:to>
                                        <p:strVal val="visible"/>
                                      </p:to>
                                    </p:set>
                                    <p:animEffect filter="fade" transition="in">
                                      <p:cBhvr additive="repl">
                                        <p:cTn id="421" dur="500"/>
                                        <p:tgtEl>
                                          <p:spTgt spid="562"/>
                                        </p:tgtEl>
                                      </p:cBhvr>
                                    </p:animEffect>
                                  </p:childTnLst>
                                </p:cTn>
                              </p:par>
                              <p:par>
                                <p:cTn id="422" nodeType="withEffect" fill="hold" presetClass="entr" presetID="10">
                                  <p:stCondLst>
                                    <p:cond delay="0"/>
                                  </p:stCondLst>
                                  <p:childTnLst>
                                    <p:set>
                                      <p:cBhvr>
                                        <p:cTn id="423" dur="1" fill="hold">
                                          <p:stCondLst>
                                            <p:cond delay="0"/>
                                          </p:stCondLst>
                                        </p:cTn>
                                        <p:tgtEl>
                                          <p:spTgt spid="563"/>
                                        </p:tgtEl>
                                        <p:attrNameLst>
                                          <p:attrName>style.visibility</p:attrName>
                                        </p:attrNameLst>
                                      </p:cBhvr>
                                      <p:to>
                                        <p:strVal val="visible"/>
                                      </p:to>
                                    </p:set>
                                    <p:animEffect filter="fade" transition="in">
                                      <p:cBhvr additive="repl">
                                        <p:cTn id="424" dur="500"/>
                                        <p:tgtEl>
                                          <p:spTgt spid="563"/>
                                        </p:tgtEl>
                                      </p:cBhvr>
                                    </p:animEffect>
                                  </p:childTnLst>
                                </p:cTn>
                              </p:par>
                              <p:par>
                                <p:cTn id="425" nodeType="withEffect" fill="hold" presetClass="entr" presetID="10">
                                  <p:stCondLst>
                                    <p:cond delay="0"/>
                                  </p:stCondLst>
                                  <p:childTnLst>
                                    <p:set>
                                      <p:cBhvr>
                                        <p:cTn id="426" dur="1" fill="hold">
                                          <p:stCondLst>
                                            <p:cond delay="0"/>
                                          </p:stCondLst>
                                        </p:cTn>
                                        <p:tgtEl>
                                          <p:spTgt spid="564"/>
                                        </p:tgtEl>
                                        <p:attrNameLst>
                                          <p:attrName>style.visibility</p:attrName>
                                        </p:attrNameLst>
                                      </p:cBhvr>
                                      <p:to>
                                        <p:strVal val="visible"/>
                                      </p:to>
                                    </p:set>
                                    <p:animEffect filter="fade" transition="in">
                                      <p:cBhvr additive="repl">
                                        <p:cTn id="427" dur="500"/>
                                        <p:tgtEl>
                                          <p:spTgt spid="564"/>
                                        </p:tgtEl>
                                      </p:cBhvr>
                                    </p:animEffect>
                                  </p:childTnLst>
                                </p:cTn>
                              </p:par>
                              <p:par>
                                <p:cTn id="428" nodeType="withEffect" fill="hold" presetClass="entr" presetID="10">
                                  <p:stCondLst>
                                    <p:cond delay="0"/>
                                  </p:stCondLst>
                                  <p:childTnLst>
                                    <p:set>
                                      <p:cBhvr>
                                        <p:cTn id="429" dur="1" fill="hold">
                                          <p:stCondLst>
                                            <p:cond delay="0"/>
                                          </p:stCondLst>
                                        </p:cTn>
                                        <p:tgtEl>
                                          <p:spTgt spid="572"/>
                                        </p:tgtEl>
                                        <p:attrNameLst>
                                          <p:attrName>style.visibility</p:attrName>
                                        </p:attrNameLst>
                                      </p:cBhvr>
                                      <p:to>
                                        <p:strVal val="visible"/>
                                      </p:to>
                                    </p:set>
                                    <p:animEffect filter="fade" transition="in">
                                      <p:cBhvr additive="repl">
                                        <p:cTn id="430" dur="500"/>
                                        <p:tgtEl>
                                          <p:spTgt spid="572"/>
                                        </p:tgtEl>
                                      </p:cBhvr>
                                    </p:animEffect>
                                  </p:childTnLst>
                                </p:cTn>
                              </p:par>
                            </p:childTnLst>
                          </p:cTn>
                        </p:par>
                      </p:childTnLst>
                    </p:cTn>
                  </p:par>
                  <p:par>
                    <p:cTn id="431" fill="hold">
                      <p:stCondLst>
                        <p:cond delay="indefinite"/>
                      </p:stCondLst>
                      <p:childTnLst>
                        <p:par>
                          <p:cTn id="432" fill="hold">
                            <p:stCondLst>
                              <p:cond delay="0"/>
                            </p:stCondLst>
                            <p:childTnLst>
                              <p:par>
                                <p:cTn id="433" nodeType="clickEffect" fill="hold" presetClass="entr" presetID="10">
                                  <p:stCondLst>
                                    <p:cond delay="0"/>
                                  </p:stCondLst>
                                  <p:childTnLst>
                                    <p:set>
                                      <p:cBhvr>
                                        <p:cTn id="434" dur="1" fill="hold">
                                          <p:stCondLst>
                                            <p:cond delay="0"/>
                                          </p:stCondLst>
                                        </p:cTn>
                                        <p:tgtEl>
                                          <p:spTgt spid="565"/>
                                        </p:tgtEl>
                                        <p:attrNameLst>
                                          <p:attrName>style.visibility</p:attrName>
                                        </p:attrNameLst>
                                      </p:cBhvr>
                                      <p:to>
                                        <p:strVal val="visible"/>
                                      </p:to>
                                    </p:set>
                                    <p:animEffect filter="fade" transition="in">
                                      <p:cBhvr additive="repl">
                                        <p:cTn id="435" dur="500"/>
                                        <p:tgtEl>
                                          <p:spTgt spid="565"/>
                                        </p:tgtEl>
                                      </p:cBhvr>
                                    </p:animEffect>
                                  </p:childTnLst>
                                </p:cTn>
                              </p:par>
                              <p:par>
                                <p:cTn id="436" nodeType="withEffect" fill="hold" presetClass="entr" presetID="10">
                                  <p:stCondLst>
                                    <p:cond delay="0"/>
                                  </p:stCondLst>
                                  <p:childTnLst>
                                    <p:set>
                                      <p:cBhvr>
                                        <p:cTn id="437" dur="1" fill="hold">
                                          <p:stCondLst>
                                            <p:cond delay="0"/>
                                          </p:stCondLst>
                                        </p:cTn>
                                        <p:tgtEl>
                                          <p:spTgt spid="566"/>
                                        </p:tgtEl>
                                        <p:attrNameLst>
                                          <p:attrName>style.visibility</p:attrName>
                                        </p:attrNameLst>
                                      </p:cBhvr>
                                      <p:to>
                                        <p:strVal val="visible"/>
                                      </p:to>
                                    </p:set>
                                    <p:animEffect filter="fade" transition="in">
                                      <p:cBhvr additive="repl">
                                        <p:cTn id="438" dur="500"/>
                                        <p:tgtEl>
                                          <p:spTgt spid="566"/>
                                        </p:tgtEl>
                                      </p:cBhvr>
                                    </p:animEffect>
                                  </p:childTnLst>
                                </p:cTn>
                              </p:par>
                              <p:par>
                                <p:cTn id="439" nodeType="withEffect" fill="hold" presetClass="entr" presetID="10">
                                  <p:stCondLst>
                                    <p:cond delay="0"/>
                                  </p:stCondLst>
                                  <p:childTnLst>
                                    <p:set>
                                      <p:cBhvr>
                                        <p:cTn id="440" dur="1" fill="hold">
                                          <p:stCondLst>
                                            <p:cond delay="0"/>
                                          </p:stCondLst>
                                        </p:cTn>
                                        <p:tgtEl>
                                          <p:spTgt spid="567"/>
                                        </p:tgtEl>
                                        <p:attrNameLst>
                                          <p:attrName>style.visibility</p:attrName>
                                        </p:attrNameLst>
                                      </p:cBhvr>
                                      <p:to>
                                        <p:strVal val="visible"/>
                                      </p:to>
                                    </p:set>
                                    <p:animEffect filter="fade" transition="in">
                                      <p:cBhvr additive="repl">
                                        <p:cTn id="441" dur="500"/>
                                        <p:tgtEl>
                                          <p:spTgt spid="567"/>
                                        </p:tgtEl>
                                      </p:cBhvr>
                                    </p:animEffect>
                                  </p:childTnLst>
                                </p:cTn>
                              </p:par>
                            </p:childTnLst>
                          </p:cTn>
                        </p:par>
                      </p:childTnLst>
                    </p:cTn>
                  </p:par>
                  <p:par>
                    <p:cTn id="442" fill="hold">
                      <p:stCondLst>
                        <p:cond delay="indefinite"/>
                      </p:stCondLst>
                      <p:childTnLst>
                        <p:par>
                          <p:cTn id="443" fill="hold">
                            <p:stCondLst>
                              <p:cond delay="0"/>
                            </p:stCondLst>
                            <p:childTnLst>
                              <p:par>
                                <p:cTn id="444" nodeType="clickEffect" fill="hold" presetClass="entr" presetID="10">
                                  <p:stCondLst>
                                    <p:cond delay="0"/>
                                  </p:stCondLst>
                                  <p:childTnLst>
                                    <p:set>
                                      <p:cBhvr>
                                        <p:cTn id="445" dur="1" fill="hold">
                                          <p:stCondLst>
                                            <p:cond delay="0"/>
                                          </p:stCondLst>
                                        </p:cTn>
                                        <p:tgtEl>
                                          <p:spTgt spid="568"/>
                                        </p:tgtEl>
                                        <p:attrNameLst>
                                          <p:attrName>style.visibility</p:attrName>
                                        </p:attrNameLst>
                                      </p:cBhvr>
                                      <p:to>
                                        <p:strVal val="visible"/>
                                      </p:to>
                                    </p:set>
                                    <p:animEffect filter="fade" transition="in">
                                      <p:cBhvr additive="repl">
                                        <p:cTn id="446" dur="500"/>
                                        <p:tgtEl>
                                          <p:spTgt spid="568"/>
                                        </p:tgtEl>
                                      </p:cBhvr>
                                    </p:animEffect>
                                  </p:childTnLst>
                                </p:cTn>
                              </p:par>
                              <p:par>
                                <p:cTn id="447" nodeType="withEffect" fill="hold" presetClass="entr" presetID="10">
                                  <p:stCondLst>
                                    <p:cond delay="0"/>
                                  </p:stCondLst>
                                  <p:childTnLst>
                                    <p:set>
                                      <p:cBhvr>
                                        <p:cTn id="448" dur="1" fill="hold">
                                          <p:stCondLst>
                                            <p:cond delay="0"/>
                                          </p:stCondLst>
                                        </p:cTn>
                                        <p:tgtEl>
                                          <p:spTgt spid="569"/>
                                        </p:tgtEl>
                                        <p:attrNameLst>
                                          <p:attrName>style.visibility</p:attrName>
                                        </p:attrNameLst>
                                      </p:cBhvr>
                                      <p:to>
                                        <p:strVal val="visible"/>
                                      </p:to>
                                    </p:set>
                                    <p:animEffect filter="fade" transition="in">
                                      <p:cBhvr additive="repl">
                                        <p:cTn id="449" dur="500"/>
                                        <p:tgtEl>
                                          <p:spTgt spid="569"/>
                                        </p:tgtEl>
                                      </p:cBhvr>
                                    </p:animEffect>
                                  </p:childTnLst>
                                </p:cTn>
                              </p:par>
                              <p:par>
                                <p:cTn id="450" nodeType="withEffect" fill="hold" presetClass="entr" presetID="10">
                                  <p:stCondLst>
                                    <p:cond delay="0"/>
                                  </p:stCondLst>
                                  <p:childTnLst>
                                    <p:set>
                                      <p:cBhvr>
                                        <p:cTn id="451" dur="1" fill="hold">
                                          <p:stCondLst>
                                            <p:cond delay="0"/>
                                          </p:stCondLst>
                                        </p:cTn>
                                        <p:tgtEl>
                                          <p:spTgt spid="570"/>
                                        </p:tgtEl>
                                        <p:attrNameLst>
                                          <p:attrName>style.visibility</p:attrName>
                                        </p:attrNameLst>
                                      </p:cBhvr>
                                      <p:to>
                                        <p:strVal val="visible"/>
                                      </p:to>
                                    </p:set>
                                    <p:animEffect filter="fade" transition="in">
                                      <p:cBhvr additive="repl">
                                        <p:cTn id="452" dur="500"/>
                                        <p:tgtEl>
                                          <p:spTgt spid="570"/>
                                        </p:tgtEl>
                                      </p:cBhvr>
                                    </p:animEffect>
                                  </p:childTnLst>
                                </p:cTn>
                              </p:par>
                            </p:childTnLst>
                          </p:cTn>
                        </p:par>
                      </p:childTnLst>
                    </p:cTn>
                  </p:par>
                  <p:par>
                    <p:cTn id="453" fill="hold">
                      <p:stCondLst>
                        <p:cond delay="indefinite"/>
                      </p:stCondLst>
                      <p:childTnLst>
                        <p:par>
                          <p:cTn id="454" fill="hold">
                            <p:stCondLst>
                              <p:cond delay="0"/>
                            </p:stCondLst>
                            <p:childTnLst>
                              <p:par>
                                <p:cTn id="455" nodeType="clickEffect" fill="hold" presetClass="entr" presetID="10">
                                  <p:stCondLst>
                                    <p:cond delay="0"/>
                                  </p:stCondLst>
                                  <p:childTnLst>
                                    <p:set>
                                      <p:cBhvr>
                                        <p:cTn id="456" dur="1" fill="hold">
                                          <p:stCondLst>
                                            <p:cond delay="0"/>
                                          </p:stCondLst>
                                        </p:cTn>
                                        <p:tgtEl>
                                          <p:spTgt spid="571"/>
                                        </p:tgtEl>
                                        <p:attrNameLst>
                                          <p:attrName>style.visibility</p:attrName>
                                        </p:attrNameLst>
                                      </p:cBhvr>
                                      <p:to>
                                        <p:strVal val="visible"/>
                                      </p:to>
                                    </p:set>
                                    <p:animEffect filter="fade" transition="in">
                                      <p:cBhvr additive="repl">
                                        <p:cTn id="457" dur="500"/>
                                        <p:tgtEl>
                                          <p:spTgt spid="571"/>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4" name="PlaceHolder 1"/>
          <p:cNvSpPr>
            <a:spLocks noGrp="1"/>
          </p:cNvSpPr>
          <p:nvPr>
            <p:ph type="title"/>
          </p:nvPr>
        </p:nvSpPr>
        <p:spPr>
          <a:xfrm>
            <a:off x="374760" y="502920"/>
            <a:ext cx="10514520" cy="1026000"/>
          </a:xfrm>
          <a:prstGeom prst="rect">
            <a:avLst/>
          </a:prstGeom>
          <a:noFill/>
          <a:ln w="0">
            <a:noFill/>
          </a:ln>
        </p:spPr>
        <p:txBody>
          <a:bodyPr lIns="0" rIns="91440" tIns="45720" bIns="45720" anchor="t">
            <a:noAutofit/>
          </a:bodyPr>
          <a:p>
            <a:pPr indent="0" defTabSz="914400">
              <a:lnSpc>
                <a:spcPct val="90000"/>
              </a:lnSpc>
              <a:buNone/>
              <a:tabLst>
                <a:tab algn="l" pos="0"/>
              </a:tabLst>
            </a:pPr>
            <a:r>
              <a:rPr b="0" lang="en-US" sz="2400" spc="63" strike="noStrike">
                <a:solidFill>
                  <a:schemeClr val="dk1"/>
                </a:solidFill>
                <a:latin typeface="Avenir Next LT Pro"/>
                <a:ea typeface="Avenir Next"/>
              </a:rPr>
              <a:t>Cómo sabemos si funciona: un piloto de 90 días</a:t>
            </a:r>
            <a:endParaRPr b="0" lang="es-AR" sz="2400" spc="-1" strike="noStrike">
              <a:solidFill>
                <a:srgbClr val="000000"/>
              </a:solidFill>
              <a:latin typeface="Arial"/>
            </a:endParaRPr>
          </a:p>
        </p:txBody>
      </p:sp>
      <p:sp>
        <p:nvSpPr>
          <p:cNvPr id="575" name="PlaceHolder 2"/>
          <p:cNvSpPr>
            <a:spLocks noGrp="1"/>
          </p:cNvSpPr>
          <p:nvPr>
            <p:ph/>
          </p:nvPr>
        </p:nvSpPr>
        <p:spPr>
          <a:xfrm>
            <a:off x="394920" y="286920"/>
            <a:ext cx="3901320" cy="214920"/>
          </a:xfrm>
          <a:prstGeom prst="rect">
            <a:avLst/>
          </a:prstGeom>
          <a:noFill/>
          <a:ln w="0">
            <a:noFill/>
          </a:ln>
        </p:spPr>
        <p:txBody>
          <a:bodyPr lIns="0" rIns="91440" tIns="45720" bIns="45720" anchor="t">
            <a:noAutofit/>
          </a:bodyPr>
          <a:p>
            <a:pPr indent="0" defTabSz="914400">
              <a:lnSpc>
                <a:spcPct val="90000"/>
              </a:lnSpc>
              <a:spcBef>
                <a:spcPts val="1001"/>
              </a:spcBef>
              <a:buNone/>
              <a:tabLst>
                <a:tab algn="l" pos="0"/>
              </a:tabLst>
            </a:pPr>
            <a:r>
              <a:rPr b="0" lang="en-US" sz="900" spc="293" strike="noStrike" cap="all">
                <a:solidFill>
                  <a:schemeClr val="accent1"/>
                </a:solidFill>
                <a:latin typeface="Avenir Next LT Pro"/>
                <a:ea typeface="Avenir Next"/>
              </a:rPr>
              <a:t>03 · Factibilidad económica</a:t>
            </a:r>
            <a:endParaRPr b="0" lang="es-AR" sz="900" spc="-1" strike="noStrike">
              <a:solidFill>
                <a:srgbClr val="000000"/>
              </a:solidFill>
              <a:latin typeface="Arial"/>
            </a:endParaRPr>
          </a:p>
        </p:txBody>
      </p:sp>
      <p:sp>
        <p:nvSpPr>
          <p:cNvPr id="576" name="PlaceHolder 3"/>
          <p:cNvSpPr>
            <a:spLocks noGrp="1"/>
          </p:cNvSpPr>
          <p:nvPr>
            <p:ph type="sldNum" idx="67"/>
          </p:nvPr>
        </p:nvSpPr>
        <p:spPr>
          <a:xfrm>
            <a:off x="11521440" y="6486120"/>
            <a:ext cx="319680" cy="36396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932096CD-5648-45B1-B374-782097729593}"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
        <p:nvSpPr>
          <p:cNvPr id="577" name="lista_label"/>
          <p:cNvSpPr/>
          <p:nvPr/>
        </p:nvSpPr>
        <p:spPr>
          <a:xfrm>
            <a:off x="374760" y="1463040"/>
            <a:ext cx="5485320" cy="1522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000" spc="143" strike="noStrike">
                <a:solidFill>
                  <a:srgbClr val="1700f3"/>
                </a:solidFill>
                <a:latin typeface="Avenir Next LT Pro"/>
              </a:rPr>
              <a:t>LA LISTA DE UN MES, EN 10 GRUPOS</a:t>
            </a:r>
            <a:endParaRPr b="0" lang="es-AR" sz="1000" spc="-1" strike="noStrike">
              <a:solidFill>
                <a:srgbClr val="000000"/>
              </a:solidFill>
              <a:latin typeface="Arial"/>
            </a:endParaRPr>
          </a:p>
        </p:txBody>
      </p:sp>
      <p:sp>
        <p:nvSpPr>
          <p:cNvPr id="578" name="decil1"/>
          <p:cNvSpPr/>
          <p:nvPr/>
        </p:nvSpPr>
        <p:spPr>
          <a:xfrm>
            <a:off x="1143000" y="1874520"/>
            <a:ext cx="4753800" cy="300600"/>
          </a:xfrm>
          <a:prstGeom prst="rect">
            <a:avLst/>
          </a:prstGeom>
          <a:solidFill>
            <a:srgbClr val="0009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579" name="decil1_n"/>
          <p:cNvSpPr/>
          <p:nvPr/>
        </p:nvSpPr>
        <p:spPr>
          <a:xfrm>
            <a:off x="374760" y="1901880"/>
            <a:ext cx="684720" cy="167400"/>
          </a:xfrm>
          <a:prstGeom prst="rect">
            <a:avLst/>
          </a:prstGeom>
          <a:noFill/>
          <a:ln w="0">
            <a:noFill/>
          </a:ln>
        </p:spPr>
        <p:style>
          <a:lnRef idx="0"/>
          <a:fillRef idx="0"/>
          <a:effectRef idx="0"/>
          <a:fontRef idx="minor"/>
        </p:style>
        <p:txBody>
          <a:bodyPr lIns="0" rIns="0" tIns="0" bIns="0" anchor="t">
            <a:spAutoFit/>
          </a:bodyPr>
          <a:p>
            <a:pPr algn="r" defTabSz="914400">
              <a:lnSpc>
                <a:spcPct val="100000"/>
              </a:lnSpc>
            </a:pPr>
            <a:r>
              <a:rPr b="0" lang="en-US" sz="1100" spc="-1" strike="noStrike">
                <a:solidFill>
                  <a:srgbClr val="7f7f7f"/>
                </a:solidFill>
                <a:latin typeface="Avenir Next LT Pro"/>
              </a:rPr>
              <a:t>1</a:t>
            </a:r>
            <a:endParaRPr b="0" lang="es-AR" sz="1100" spc="-1" strike="noStrike">
              <a:solidFill>
                <a:srgbClr val="000000"/>
              </a:solidFill>
              <a:latin typeface="Arial"/>
            </a:endParaRPr>
          </a:p>
        </p:txBody>
      </p:sp>
      <p:sp>
        <p:nvSpPr>
          <p:cNvPr id="580" name="control1"/>
          <p:cNvSpPr/>
          <p:nvPr/>
        </p:nvSpPr>
        <p:spPr>
          <a:xfrm>
            <a:off x="3520440" y="1874520"/>
            <a:ext cx="2376360" cy="300600"/>
          </a:xfrm>
          <a:prstGeom prst="rect">
            <a:avLst/>
          </a:prstGeom>
          <a:solidFill>
            <a:srgbClr val="f3f3f3"/>
          </a:solidFill>
          <a:ln w="9525">
            <a:solidFill>
              <a:srgbClr val="b9bcbd"/>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581" name="decil2"/>
          <p:cNvSpPr/>
          <p:nvPr/>
        </p:nvSpPr>
        <p:spPr>
          <a:xfrm>
            <a:off x="1143000" y="2267640"/>
            <a:ext cx="4753800" cy="300600"/>
          </a:xfrm>
          <a:prstGeom prst="rect">
            <a:avLst/>
          </a:prstGeom>
          <a:solidFill>
            <a:srgbClr val="141c65"/>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582" name="decil2_n"/>
          <p:cNvSpPr/>
          <p:nvPr/>
        </p:nvSpPr>
        <p:spPr>
          <a:xfrm>
            <a:off x="374760" y="2295000"/>
            <a:ext cx="684720" cy="167400"/>
          </a:xfrm>
          <a:prstGeom prst="rect">
            <a:avLst/>
          </a:prstGeom>
          <a:noFill/>
          <a:ln w="0">
            <a:noFill/>
          </a:ln>
        </p:spPr>
        <p:style>
          <a:lnRef idx="0"/>
          <a:fillRef idx="0"/>
          <a:effectRef idx="0"/>
          <a:fontRef idx="minor"/>
        </p:style>
        <p:txBody>
          <a:bodyPr lIns="0" rIns="0" tIns="0" bIns="0" anchor="t">
            <a:spAutoFit/>
          </a:bodyPr>
          <a:p>
            <a:pPr algn="r" defTabSz="914400">
              <a:lnSpc>
                <a:spcPct val="100000"/>
              </a:lnSpc>
            </a:pPr>
            <a:r>
              <a:rPr b="0" lang="en-US" sz="1100" spc="-1" strike="noStrike">
                <a:solidFill>
                  <a:srgbClr val="7f7f7f"/>
                </a:solidFill>
                <a:latin typeface="Avenir Next LT Pro"/>
              </a:rPr>
              <a:t>2</a:t>
            </a:r>
            <a:endParaRPr b="0" lang="es-AR" sz="1100" spc="-1" strike="noStrike">
              <a:solidFill>
                <a:srgbClr val="000000"/>
              </a:solidFill>
              <a:latin typeface="Arial"/>
            </a:endParaRPr>
          </a:p>
        </p:txBody>
      </p:sp>
      <p:sp>
        <p:nvSpPr>
          <p:cNvPr id="583" name="control2"/>
          <p:cNvSpPr/>
          <p:nvPr/>
        </p:nvSpPr>
        <p:spPr>
          <a:xfrm>
            <a:off x="3520440" y="2267640"/>
            <a:ext cx="2376360" cy="300600"/>
          </a:xfrm>
          <a:prstGeom prst="rect">
            <a:avLst/>
          </a:prstGeom>
          <a:solidFill>
            <a:srgbClr val="f3f3f3"/>
          </a:solidFill>
          <a:ln w="9525">
            <a:solidFill>
              <a:srgbClr val="b9bcbd"/>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584" name="decil3"/>
          <p:cNvSpPr/>
          <p:nvPr/>
        </p:nvSpPr>
        <p:spPr>
          <a:xfrm>
            <a:off x="1143000" y="2660760"/>
            <a:ext cx="4753800" cy="300600"/>
          </a:xfrm>
          <a:prstGeom prst="rect">
            <a:avLst/>
          </a:prstGeom>
          <a:solidFill>
            <a:srgbClr val="293070"/>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585" name="decil3_n"/>
          <p:cNvSpPr/>
          <p:nvPr/>
        </p:nvSpPr>
        <p:spPr>
          <a:xfrm>
            <a:off x="374760" y="2688480"/>
            <a:ext cx="684720" cy="167400"/>
          </a:xfrm>
          <a:prstGeom prst="rect">
            <a:avLst/>
          </a:prstGeom>
          <a:noFill/>
          <a:ln w="0">
            <a:noFill/>
          </a:ln>
        </p:spPr>
        <p:style>
          <a:lnRef idx="0"/>
          <a:fillRef idx="0"/>
          <a:effectRef idx="0"/>
          <a:fontRef idx="minor"/>
        </p:style>
        <p:txBody>
          <a:bodyPr lIns="0" rIns="0" tIns="0" bIns="0" anchor="t">
            <a:spAutoFit/>
          </a:bodyPr>
          <a:p>
            <a:pPr algn="r" defTabSz="914400">
              <a:lnSpc>
                <a:spcPct val="100000"/>
              </a:lnSpc>
            </a:pPr>
            <a:r>
              <a:rPr b="0" lang="en-US" sz="1100" spc="-1" strike="noStrike">
                <a:solidFill>
                  <a:srgbClr val="7f7f7f"/>
                </a:solidFill>
                <a:latin typeface="Avenir Next LT Pro"/>
              </a:rPr>
              <a:t>3</a:t>
            </a:r>
            <a:endParaRPr b="0" lang="es-AR" sz="1100" spc="-1" strike="noStrike">
              <a:solidFill>
                <a:srgbClr val="000000"/>
              </a:solidFill>
              <a:latin typeface="Arial"/>
            </a:endParaRPr>
          </a:p>
        </p:txBody>
      </p:sp>
      <p:sp>
        <p:nvSpPr>
          <p:cNvPr id="586" name="control3"/>
          <p:cNvSpPr/>
          <p:nvPr/>
        </p:nvSpPr>
        <p:spPr>
          <a:xfrm>
            <a:off x="3520440" y="2660760"/>
            <a:ext cx="2376360" cy="300600"/>
          </a:xfrm>
          <a:prstGeom prst="rect">
            <a:avLst/>
          </a:prstGeom>
          <a:solidFill>
            <a:srgbClr val="f3f3f3"/>
          </a:solidFill>
          <a:ln w="9525">
            <a:solidFill>
              <a:srgbClr val="b9bcbd"/>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587" name="decil4"/>
          <p:cNvSpPr/>
          <p:nvPr/>
        </p:nvSpPr>
        <p:spPr>
          <a:xfrm>
            <a:off x="1143000" y="3054240"/>
            <a:ext cx="4753800" cy="300600"/>
          </a:xfrm>
          <a:prstGeom prst="rect">
            <a:avLst/>
          </a:prstGeom>
          <a:solidFill>
            <a:srgbClr val="3d447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588" name="decil4_n"/>
          <p:cNvSpPr/>
          <p:nvPr/>
        </p:nvSpPr>
        <p:spPr>
          <a:xfrm>
            <a:off x="374760" y="3081600"/>
            <a:ext cx="684720" cy="167400"/>
          </a:xfrm>
          <a:prstGeom prst="rect">
            <a:avLst/>
          </a:prstGeom>
          <a:noFill/>
          <a:ln w="0">
            <a:noFill/>
          </a:ln>
        </p:spPr>
        <p:style>
          <a:lnRef idx="0"/>
          <a:fillRef idx="0"/>
          <a:effectRef idx="0"/>
          <a:fontRef idx="minor"/>
        </p:style>
        <p:txBody>
          <a:bodyPr lIns="0" rIns="0" tIns="0" bIns="0" anchor="t">
            <a:spAutoFit/>
          </a:bodyPr>
          <a:p>
            <a:pPr algn="r" defTabSz="914400">
              <a:lnSpc>
                <a:spcPct val="100000"/>
              </a:lnSpc>
            </a:pPr>
            <a:r>
              <a:rPr b="0" lang="en-US" sz="1100" spc="-1" strike="noStrike">
                <a:solidFill>
                  <a:srgbClr val="7f7f7f"/>
                </a:solidFill>
                <a:latin typeface="Avenir Next LT Pro"/>
              </a:rPr>
              <a:t>4</a:t>
            </a:r>
            <a:endParaRPr b="0" lang="es-AR" sz="1100" spc="-1" strike="noStrike">
              <a:solidFill>
                <a:srgbClr val="000000"/>
              </a:solidFill>
              <a:latin typeface="Arial"/>
            </a:endParaRPr>
          </a:p>
        </p:txBody>
      </p:sp>
      <p:sp>
        <p:nvSpPr>
          <p:cNvPr id="589" name="control4"/>
          <p:cNvSpPr/>
          <p:nvPr/>
        </p:nvSpPr>
        <p:spPr>
          <a:xfrm>
            <a:off x="3520440" y="3054240"/>
            <a:ext cx="2376360" cy="300600"/>
          </a:xfrm>
          <a:prstGeom prst="rect">
            <a:avLst/>
          </a:prstGeom>
          <a:solidFill>
            <a:srgbClr val="f3f3f3"/>
          </a:solidFill>
          <a:ln w="9525">
            <a:solidFill>
              <a:srgbClr val="b9bcbd"/>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590" name="decil5"/>
          <p:cNvSpPr/>
          <p:nvPr/>
        </p:nvSpPr>
        <p:spPr>
          <a:xfrm>
            <a:off x="1143000" y="3447360"/>
            <a:ext cx="4753800" cy="300600"/>
          </a:xfrm>
          <a:prstGeom prst="rect">
            <a:avLst/>
          </a:prstGeom>
          <a:solidFill>
            <a:srgbClr val="525886"/>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591" name="decil5_n"/>
          <p:cNvSpPr/>
          <p:nvPr/>
        </p:nvSpPr>
        <p:spPr>
          <a:xfrm>
            <a:off x="374760" y="3474720"/>
            <a:ext cx="684720" cy="167400"/>
          </a:xfrm>
          <a:prstGeom prst="rect">
            <a:avLst/>
          </a:prstGeom>
          <a:noFill/>
          <a:ln w="0">
            <a:noFill/>
          </a:ln>
        </p:spPr>
        <p:style>
          <a:lnRef idx="0"/>
          <a:fillRef idx="0"/>
          <a:effectRef idx="0"/>
          <a:fontRef idx="minor"/>
        </p:style>
        <p:txBody>
          <a:bodyPr lIns="0" rIns="0" tIns="0" bIns="0" anchor="t">
            <a:spAutoFit/>
          </a:bodyPr>
          <a:p>
            <a:pPr algn="r" defTabSz="914400">
              <a:lnSpc>
                <a:spcPct val="100000"/>
              </a:lnSpc>
            </a:pPr>
            <a:r>
              <a:rPr b="0" lang="en-US" sz="1100" spc="-1" strike="noStrike">
                <a:solidFill>
                  <a:srgbClr val="7f7f7f"/>
                </a:solidFill>
                <a:latin typeface="Avenir Next LT Pro"/>
              </a:rPr>
              <a:t>5</a:t>
            </a:r>
            <a:endParaRPr b="0" lang="es-AR" sz="1100" spc="-1" strike="noStrike">
              <a:solidFill>
                <a:srgbClr val="000000"/>
              </a:solidFill>
              <a:latin typeface="Arial"/>
            </a:endParaRPr>
          </a:p>
        </p:txBody>
      </p:sp>
      <p:sp>
        <p:nvSpPr>
          <p:cNvPr id="592" name="control5"/>
          <p:cNvSpPr/>
          <p:nvPr/>
        </p:nvSpPr>
        <p:spPr>
          <a:xfrm>
            <a:off x="3520440" y="3447360"/>
            <a:ext cx="2376360" cy="300600"/>
          </a:xfrm>
          <a:prstGeom prst="rect">
            <a:avLst/>
          </a:prstGeom>
          <a:solidFill>
            <a:srgbClr val="f3f3f3"/>
          </a:solidFill>
          <a:ln w="9525">
            <a:solidFill>
              <a:srgbClr val="b9bcbd"/>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593" name="decil6"/>
          <p:cNvSpPr/>
          <p:nvPr/>
        </p:nvSpPr>
        <p:spPr>
          <a:xfrm>
            <a:off x="1143000" y="3840480"/>
            <a:ext cx="4753800" cy="300600"/>
          </a:xfrm>
          <a:prstGeom prst="rect">
            <a:avLst/>
          </a:prstGeom>
          <a:solidFill>
            <a:srgbClr val="666c91"/>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594" name="decil6_n"/>
          <p:cNvSpPr/>
          <p:nvPr/>
        </p:nvSpPr>
        <p:spPr>
          <a:xfrm>
            <a:off x="374760" y="3867840"/>
            <a:ext cx="684720" cy="167400"/>
          </a:xfrm>
          <a:prstGeom prst="rect">
            <a:avLst/>
          </a:prstGeom>
          <a:noFill/>
          <a:ln w="0">
            <a:noFill/>
          </a:ln>
        </p:spPr>
        <p:style>
          <a:lnRef idx="0"/>
          <a:fillRef idx="0"/>
          <a:effectRef idx="0"/>
          <a:fontRef idx="minor"/>
        </p:style>
        <p:txBody>
          <a:bodyPr lIns="0" rIns="0" tIns="0" bIns="0" anchor="t">
            <a:spAutoFit/>
          </a:bodyPr>
          <a:p>
            <a:pPr algn="r" defTabSz="914400">
              <a:lnSpc>
                <a:spcPct val="100000"/>
              </a:lnSpc>
            </a:pPr>
            <a:r>
              <a:rPr b="0" lang="en-US" sz="1100" spc="-1" strike="noStrike">
                <a:solidFill>
                  <a:srgbClr val="7f7f7f"/>
                </a:solidFill>
                <a:latin typeface="Avenir Next LT Pro"/>
              </a:rPr>
              <a:t>6</a:t>
            </a:r>
            <a:endParaRPr b="0" lang="es-AR" sz="1100" spc="-1" strike="noStrike">
              <a:solidFill>
                <a:srgbClr val="000000"/>
              </a:solidFill>
              <a:latin typeface="Arial"/>
            </a:endParaRPr>
          </a:p>
        </p:txBody>
      </p:sp>
      <p:sp>
        <p:nvSpPr>
          <p:cNvPr id="595" name="control6"/>
          <p:cNvSpPr/>
          <p:nvPr/>
        </p:nvSpPr>
        <p:spPr>
          <a:xfrm>
            <a:off x="3520440" y="3840480"/>
            <a:ext cx="2376360" cy="300600"/>
          </a:xfrm>
          <a:prstGeom prst="rect">
            <a:avLst/>
          </a:prstGeom>
          <a:solidFill>
            <a:srgbClr val="f3f3f3"/>
          </a:solidFill>
          <a:ln w="9525">
            <a:solidFill>
              <a:srgbClr val="b9bcbd"/>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596" name="decil7"/>
          <p:cNvSpPr/>
          <p:nvPr/>
        </p:nvSpPr>
        <p:spPr>
          <a:xfrm>
            <a:off x="1143000" y="4233600"/>
            <a:ext cx="4753800" cy="300600"/>
          </a:xfrm>
          <a:prstGeom prst="rect">
            <a:avLst/>
          </a:prstGeom>
          <a:solidFill>
            <a:srgbClr val="7b809c"/>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597" name="decil7_n"/>
          <p:cNvSpPr/>
          <p:nvPr/>
        </p:nvSpPr>
        <p:spPr>
          <a:xfrm>
            <a:off x="374760" y="4260960"/>
            <a:ext cx="684720" cy="167400"/>
          </a:xfrm>
          <a:prstGeom prst="rect">
            <a:avLst/>
          </a:prstGeom>
          <a:noFill/>
          <a:ln w="0">
            <a:noFill/>
          </a:ln>
        </p:spPr>
        <p:style>
          <a:lnRef idx="0"/>
          <a:fillRef idx="0"/>
          <a:effectRef idx="0"/>
          <a:fontRef idx="minor"/>
        </p:style>
        <p:txBody>
          <a:bodyPr lIns="0" rIns="0" tIns="0" bIns="0" anchor="t">
            <a:spAutoFit/>
          </a:bodyPr>
          <a:p>
            <a:pPr algn="r" defTabSz="914400">
              <a:lnSpc>
                <a:spcPct val="100000"/>
              </a:lnSpc>
            </a:pPr>
            <a:r>
              <a:rPr b="0" lang="en-US" sz="1100" spc="-1" strike="noStrike">
                <a:solidFill>
                  <a:srgbClr val="7f7f7f"/>
                </a:solidFill>
                <a:latin typeface="Avenir Next LT Pro"/>
              </a:rPr>
              <a:t>7</a:t>
            </a:r>
            <a:endParaRPr b="0" lang="es-AR" sz="1100" spc="-1" strike="noStrike">
              <a:solidFill>
                <a:srgbClr val="000000"/>
              </a:solidFill>
              <a:latin typeface="Arial"/>
            </a:endParaRPr>
          </a:p>
        </p:txBody>
      </p:sp>
      <p:sp>
        <p:nvSpPr>
          <p:cNvPr id="598" name="control7"/>
          <p:cNvSpPr/>
          <p:nvPr/>
        </p:nvSpPr>
        <p:spPr>
          <a:xfrm>
            <a:off x="3520440" y="4233600"/>
            <a:ext cx="2376360" cy="300600"/>
          </a:xfrm>
          <a:prstGeom prst="rect">
            <a:avLst/>
          </a:prstGeom>
          <a:solidFill>
            <a:srgbClr val="f3f3f3"/>
          </a:solidFill>
          <a:ln w="9525">
            <a:solidFill>
              <a:srgbClr val="b9bcbd"/>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599" name="decil8"/>
          <p:cNvSpPr/>
          <p:nvPr/>
        </p:nvSpPr>
        <p:spPr>
          <a:xfrm>
            <a:off x="1143000" y="4626720"/>
            <a:ext cx="4753800" cy="300600"/>
          </a:xfrm>
          <a:prstGeom prst="rect">
            <a:avLst/>
          </a:prstGeom>
          <a:solidFill>
            <a:srgbClr val="8f94a7"/>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600" name="decil8_n"/>
          <p:cNvSpPr/>
          <p:nvPr/>
        </p:nvSpPr>
        <p:spPr>
          <a:xfrm>
            <a:off x="374760" y="4654440"/>
            <a:ext cx="684720" cy="167400"/>
          </a:xfrm>
          <a:prstGeom prst="rect">
            <a:avLst/>
          </a:prstGeom>
          <a:noFill/>
          <a:ln w="0">
            <a:noFill/>
          </a:ln>
        </p:spPr>
        <p:style>
          <a:lnRef idx="0"/>
          <a:fillRef idx="0"/>
          <a:effectRef idx="0"/>
          <a:fontRef idx="minor"/>
        </p:style>
        <p:txBody>
          <a:bodyPr lIns="0" rIns="0" tIns="0" bIns="0" anchor="t">
            <a:spAutoFit/>
          </a:bodyPr>
          <a:p>
            <a:pPr algn="r" defTabSz="914400">
              <a:lnSpc>
                <a:spcPct val="100000"/>
              </a:lnSpc>
            </a:pPr>
            <a:r>
              <a:rPr b="0" lang="en-US" sz="1100" spc="-1" strike="noStrike">
                <a:solidFill>
                  <a:srgbClr val="7f7f7f"/>
                </a:solidFill>
                <a:latin typeface="Avenir Next LT Pro"/>
              </a:rPr>
              <a:t>8</a:t>
            </a:r>
            <a:endParaRPr b="0" lang="es-AR" sz="1100" spc="-1" strike="noStrike">
              <a:solidFill>
                <a:srgbClr val="000000"/>
              </a:solidFill>
              <a:latin typeface="Arial"/>
            </a:endParaRPr>
          </a:p>
        </p:txBody>
      </p:sp>
      <p:sp>
        <p:nvSpPr>
          <p:cNvPr id="601" name="control8"/>
          <p:cNvSpPr/>
          <p:nvPr/>
        </p:nvSpPr>
        <p:spPr>
          <a:xfrm>
            <a:off x="3520440" y="4626720"/>
            <a:ext cx="2376360" cy="300600"/>
          </a:xfrm>
          <a:prstGeom prst="rect">
            <a:avLst/>
          </a:prstGeom>
          <a:solidFill>
            <a:srgbClr val="f3f3f3"/>
          </a:solidFill>
          <a:ln w="9525">
            <a:solidFill>
              <a:srgbClr val="b9bcbd"/>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602" name="decil9"/>
          <p:cNvSpPr/>
          <p:nvPr/>
        </p:nvSpPr>
        <p:spPr>
          <a:xfrm>
            <a:off x="1143000" y="5020200"/>
            <a:ext cx="4753800" cy="300600"/>
          </a:xfrm>
          <a:prstGeom prst="rect">
            <a:avLst/>
          </a:prstGeom>
          <a:solidFill>
            <a:srgbClr val="a4a8b2"/>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603" name="decil9_n"/>
          <p:cNvSpPr/>
          <p:nvPr/>
        </p:nvSpPr>
        <p:spPr>
          <a:xfrm>
            <a:off x="374760" y="5047560"/>
            <a:ext cx="684720" cy="167400"/>
          </a:xfrm>
          <a:prstGeom prst="rect">
            <a:avLst/>
          </a:prstGeom>
          <a:noFill/>
          <a:ln w="0">
            <a:noFill/>
          </a:ln>
        </p:spPr>
        <p:style>
          <a:lnRef idx="0"/>
          <a:fillRef idx="0"/>
          <a:effectRef idx="0"/>
          <a:fontRef idx="minor"/>
        </p:style>
        <p:txBody>
          <a:bodyPr lIns="0" rIns="0" tIns="0" bIns="0" anchor="t">
            <a:spAutoFit/>
          </a:bodyPr>
          <a:p>
            <a:pPr algn="r" defTabSz="914400">
              <a:lnSpc>
                <a:spcPct val="100000"/>
              </a:lnSpc>
            </a:pPr>
            <a:r>
              <a:rPr b="0" lang="en-US" sz="1100" spc="-1" strike="noStrike">
                <a:solidFill>
                  <a:srgbClr val="7f7f7f"/>
                </a:solidFill>
                <a:latin typeface="Avenir Next LT Pro"/>
              </a:rPr>
              <a:t>9</a:t>
            </a:r>
            <a:endParaRPr b="0" lang="es-AR" sz="1100" spc="-1" strike="noStrike">
              <a:solidFill>
                <a:srgbClr val="000000"/>
              </a:solidFill>
              <a:latin typeface="Arial"/>
            </a:endParaRPr>
          </a:p>
        </p:txBody>
      </p:sp>
      <p:sp>
        <p:nvSpPr>
          <p:cNvPr id="604" name="control9"/>
          <p:cNvSpPr/>
          <p:nvPr/>
        </p:nvSpPr>
        <p:spPr>
          <a:xfrm>
            <a:off x="3520440" y="5020200"/>
            <a:ext cx="2376360" cy="300600"/>
          </a:xfrm>
          <a:prstGeom prst="rect">
            <a:avLst/>
          </a:prstGeom>
          <a:solidFill>
            <a:srgbClr val="f3f3f3"/>
          </a:solidFill>
          <a:ln w="9525">
            <a:solidFill>
              <a:srgbClr val="b9bcbd"/>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605" name="decil10"/>
          <p:cNvSpPr/>
          <p:nvPr/>
        </p:nvSpPr>
        <p:spPr>
          <a:xfrm>
            <a:off x="1143000" y="5413320"/>
            <a:ext cx="4753800" cy="300600"/>
          </a:xfrm>
          <a:prstGeom prst="rect">
            <a:avLst/>
          </a:prstGeom>
          <a:solidFill>
            <a:srgbClr val="b9bcbd"/>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606" name="decil10_n"/>
          <p:cNvSpPr/>
          <p:nvPr/>
        </p:nvSpPr>
        <p:spPr>
          <a:xfrm>
            <a:off x="374760" y="5440680"/>
            <a:ext cx="684720" cy="167400"/>
          </a:xfrm>
          <a:prstGeom prst="rect">
            <a:avLst/>
          </a:prstGeom>
          <a:noFill/>
          <a:ln w="0">
            <a:noFill/>
          </a:ln>
        </p:spPr>
        <p:style>
          <a:lnRef idx="0"/>
          <a:fillRef idx="0"/>
          <a:effectRef idx="0"/>
          <a:fontRef idx="minor"/>
        </p:style>
        <p:txBody>
          <a:bodyPr lIns="0" rIns="0" tIns="0" bIns="0" anchor="t">
            <a:spAutoFit/>
          </a:bodyPr>
          <a:p>
            <a:pPr algn="r" defTabSz="914400">
              <a:lnSpc>
                <a:spcPct val="100000"/>
              </a:lnSpc>
            </a:pPr>
            <a:r>
              <a:rPr b="0" lang="en-US" sz="1100" spc="-1" strike="noStrike">
                <a:solidFill>
                  <a:srgbClr val="7f7f7f"/>
                </a:solidFill>
                <a:latin typeface="Avenir Next LT Pro"/>
              </a:rPr>
              <a:t>10</a:t>
            </a:r>
            <a:endParaRPr b="0" lang="es-AR" sz="1100" spc="-1" strike="noStrike">
              <a:solidFill>
                <a:srgbClr val="000000"/>
              </a:solidFill>
              <a:latin typeface="Arial"/>
            </a:endParaRPr>
          </a:p>
        </p:txBody>
      </p:sp>
      <p:sp>
        <p:nvSpPr>
          <p:cNvPr id="607" name="control10"/>
          <p:cNvSpPr/>
          <p:nvPr/>
        </p:nvSpPr>
        <p:spPr>
          <a:xfrm>
            <a:off x="3520440" y="5413320"/>
            <a:ext cx="2376360" cy="300600"/>
          </a:xfrm>
          <a:prstGeom prst="rect">
            <a:avLst/>
          </a:prstGeom>
          <a:solidFill>
            <a:srgbClr val="f3f3f3"/>
          </a:solidFill>
          <a:ln w="9525">
            <a:solidFill>
              <a:srgbClr val="b9bcbd"/>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608" name="brazo_a"/>
          <p:cNvSpPr/>
          <p:nvPr/>
        </p:nvSpPr>
        <p:spPr>
          <a:xfrm>
            <a:off x="1143000" y="5824800"/>
            <a:ext cx="2376360" cy="18252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1" lang="en-US" sz="1200" spc="-1" strike="noStrike">
                <a:solidFill>
                  <a:srgbClr val="00095b"/>
                </a:solidFill>
                <a:latin typeface="Avenir Next LT Pro"/>
              </a:rPr>
              <a:t>con la acción</a:t>
            </a:r>
            <a:endParaRPr b="0" lang="es-AR" sz="1200" spc="-1" strike="noStrike">
              <a:solidFill>
                <a:srgbClr val="000000"/>
              </a:solidFill>
              <a:latin typeface="Arial"/>
            </a:endParaRPr>
          </a:p>
        </p:txBody>
      </p:sp>
      <p:sp>
        <p:nvSpPr>
          <p:cNvPr id="609" name="brazo_b"/>
          <p:cNvSpPr/>
          <p:nvPr/>
        </p:nvSpPr>
        <p:spPr>
          <a:xfrm>
            <a:off x="3520440" y="5824800"/>
            <a:ext cx="2376360" cy="18252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1" lang="en-US" sz="1200" spc="-1" strike="noStrike">
                <a:solidFill>
                  <a:srgbClr val="7f7f7f"/>
                </a:solidFill>
                <a:latin typeface="Avenir Next LT Pro"/>
              </a:rPr>
              <a:t>como hoy</a:t>
            </a:r>
            <a:endParaRPr b="0" lang="es-AR" sz="1200" spc="-1" strike="noStrike">
              <a:solidFill>
                <a:srgbClr val="000000"/>
              </a:solidFill>
              <a:latin typeface="Arial"/>
            </a:endParaRPr>
          </a:p>
        </p:txBody>
      </p:sp>
      <p:sp>
        <p:nvSpPr>
          <p:cNvPr id="610" name="mas_riesgo"/>
          <p:cNvSpPr/>
          <p:nvPr/>
        </p:nvSpPr>
        <p:spPr>
          <a:xfrm>
            <a:off x="91440" y="1856160"/>
            <a:ext cx="913320" cy="137160"/>
          </a:xfrm>
          <a:prstGeom prst="rect">
            <a:avLst/>
          </a:prstGeom>
          <a:noFill/>
          <a:ln w="0">
            <a:noFill/>
          </a:ln>
        </p:spPr>
        <p:style>
          <a:lnRef idx="0"/>
          <a:fillRef idx="0"/>
          <a:effectRef idx="0"/>
          <a:fontRef idx="minor"/>
        </p:style>
        <p:txBody>
          <a:bodyPr lIns="0" rIns="0" tIns="0" bIns="0" anchor="t">
            <a:spAutoFit/>
          </a:bodyPr>
          <a:p>
            <a:pPr algn="r" defTabSz="914400">
              <a:lnSpc>
                <a:spcPct val="100000"/>
              </a:lnSpc>
            </a:pPr>
            <a:r>
              <a:rPr b="0" lang="en-US" sz="900" spc="-1" strike="noStrike">
                <a:solidFill>
                  <a:srgbClr val="7f7f7f"/>
                </a:solidFill>
                <a:latin typeface="Avenir Next LT Pro"/>
              </a:rPr>
              <a:t>más riesgo</a:t>
            </a:r>
            <a:endParaRPr b="0" lang="es-AR" sz="900" spc="-1" strike="noStrike">
              <a:solidFill>
                <a:srgbClr val="000000"/>
              </a:solidFill>
              <a:latin typeface="Arial"/>
            </a:endParaRPr>
          </a:p>
        </p:txBody>
      </p:sp>
      <p:sp>
        <p:nvSpPr>
          <p:cNvPr id="611" name="flecha"/>
          <p:cNvSpPr/>
          <p:nvPr/>
        </p:nvSpPr>
        <p:spPr>
          <a:xfrm>
            <a:off x="6172200" y="3246120"/>
            <a:ext cx="730440" cy="456120"/>
          </a:xfrm>
          <a:prstGeom prst="rightArrow">
            <a:avLst>
              <a:gd name="adj1" fmla="val 50000"/>
              <a:gd name="adj2" fmla="val 50000"/>
            </a:avLst>
          </a:prstGeom>
          <a:solidFill>
            <a:srgbClr val="b9bcbd"/>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612" name="medicion"/>
          <p:cNvSpPr/>
          <p:nvPr/>
        </p:nvSpPr>
        <p:spPr>
          <a:xfrm>
            <a:off x="7132320" y="2926080"/>
            <a:ext cx="4570920" cy="5180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2000" spc="-1" strike="noStrike">
                <a:solidFill>
                  <a:srgbClr val="00095b"/>
                </a:solidFill>
                <a:latin typeface="Avenir Next LT Pro"/>
              </a:rPr>
              <a:t>A los 90 días: </a:t>
            </a:r>
            <a:r>
              <a:rPr b="0" lang="en-US" sz="2000" spc="-1" strike="noStrike">
                <a:solidFill>
                  <a:srgbClr val="00095b"/>
                </a:solidFill>
                <a:latin typeface="Avenir Next LT Pro"/>
              </a:rPr>
              <a:t>¿hizo el service?</a:t>
            </a:r>
            <a:endParaRPr b="0" lang="es-AR" sz="2000" spc="-1" strike="noStrike">
              <a:solidFill>
                <a:srgbClr val="000000"/>
              </a:solidFill>
              <a:latin typeface="Arial"/>
            </a:endParaRPr>
          </a:p>
          <a:p>
            <a:pPr defTabSz="914400">
              <a:lnSpc>
                <a:spcPct val="100000"/>
              </a:lnSpc>
            </a:pPr>
            <a:r>
              <a:rPr b="0" lang="en-US" sz="1400" spc="-1" strike="noStrike">
                <a:solidFill>
                  <a:srgbClr val="7f7f7f"/>
                </a:solidFill>
                <a:latin typeface="Avenir Next LT Pro"/>
              </a:rPr>
              <a:t>Se compara por grupo, acción y concesionario.</a:t>
            </a:r>
            <a:endParaRPr b="0" lang="es-AR" sz="1400" spc="-1" strike="noStrike">
              <a:solidFill>
                <a:srgbClr val="000000"/>
              </a:solidFill>
              <a:latin typeface="Arial"/>
            </a:endParaRPr>
          </a:p>
        </p:txBody>
      </p:sp>
      <p:sp>
        <p:nvSpPr>
          <p:cNvPr id="613" name="dos_meses"/>
          <p:cNvSpPr/>
          <p:nvPr/>
        </p:nvSpPr>
        <p:spPr>
          <a:xfrm>
            <a:off x="7132320" y="4251960"/>
            <a:ext cx="2193480" cy="4874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3200" spc="-1" strike="noStrike">
                <a:solidFill>
                  <a:srgbClr val="1700f3"/>
                </a:solidFill>
                <a:latin typeface="Avenir Next LT Pro"/>
              </a:rPr>
              <a:t>2 meses</a:t>
            </a:r>
            <a:endParaRPr b="0" lang="es-AR" sz="3200" spc="-1" strike="noStrike">
              <a:solidFill>
                <a:srgbClr val="000000"/>
              </a:solidFill>
              <a:latin typeface="Arial"/>
            </a:endParaRPr>
          </a:p>
        </p:txBody>
      </p:sp>
      <p:sp>
        <p:nvSpPr>
          <p:cNvPr id="614" name="dos_meses_txt"/>
          <p:cNvSpPr/>
          <p:nvPr/>
        </p:nvSpPr>
        <p:spPr>
          <a:xfrm>
            <a:off x="7132320" y="4892040"/>
            <a:ext cx="2102040" cy="3963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300" spc="-1" strike="noStrike">
                <a:solidFill>
                  <a:srgbClr val="00095b"/>
                </a:solidFill>
                <a:latin typeface="Avenir Next LT Pro"/>
              </a:rPr>
              <a:t>alcanzan para ver una mejora de 5 puntos</a:t>
            </a:r>
            <a:endParaRPr b="0" lang="es-AR" sz="1300" spc="-1" strike="noStrike">
              <a:solidFill>
                <a:srgbClr val="000000"/>
              </a:solidFill>
              <a:latin typeface="Arial"/>
            </a:endParaRPr>
          </a:p>
        </p:txBody>
      </p:sp>
      <p:sp>
        <p:nvSpPr>
          <p:cNvPr id="615" name="cero"/>
          <p:cNvSpPr/>
          <p:nvPr/>
        </p:nvSpPr>
        <p:spPr>
          <a:xfrm>
            <a:off x="9509760" y="4251960"/>
            <a:ext cx="2376360" cy="4874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3200" spc="-1" strike="noStrike">
                <a:solidFill>
                  <a:srgbClr val="1700f3"/>
                </a:solidFill>
                <a:latin typeface="Avenir Next LT Pro"/>
              </a:rPr>
              <a:t>0</a:t>
            </a:r>
            <a:endParaRPr b="0" lang="es-AR" sz="3200" spc="-1" strike="noStrike">
              <a:solidFill>
                <a:srgbClr val="000000"/>
              </a:solidFill>
              <a:latin typeface="Arial"/>
            </a:endParaRPr>
          </a:p>
        </p:txBody>
      </p:sp>
      <p:sp>
        <p:nvSpPr>
          <p:cNvPr id="616" name="cero_txt"/>
          <p:cNvSpPr/>
          <p:nvPr/>
        </p:nvSpPr>
        <p:spPr>
          <a:xfrm>
            <a:off x="9509760" y="4892040"/>
            <a:ext cx="2284920" cy="5947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300" spc="-1" strike="noStrike">
                <a:solidFill>
                  <a:srgbClr val="00095b"/>
                </a:solidFill>
                <a:latin typeface="Avenir Next LT Pro"/>
              </a:rPr>
              <a:t>sistemas nuevos: Service Leads, FordPass y Service Reminder</a:t>
            </a:r>
            <a:endParaRPr b="0" lang="es-AR" sz="1300" spc="-1" strike="noStrike">
              <a:solidFill>
                <a:srgbClr val="000000"/>
              </a:solidFill>
              <a:latin typeface="Arial"/>
            </a:endParaRPr>
          </a:p>
        </p:txBody>
      </p:sp>
      <p:sp>
        <p:nvSpPr>
          <p:cNvPr id="617" name="orador"/>
          <p:cNvSpPr/>
          <p:nvPr/>
        </p:nvSpPr>
        <p:spPr>
          <a:xfrm>
            <a:off x="394920" y="6540120"/>
            <a:ext cx="4998960" cy="2790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pPr>
            <a:r>
              <a:rPr b="0" lang="en-US" sz="1000" spc="-1" strike="noStrike">
                <a:solidFill>
                  <a:srgbClr val="7f7f7f"/>
                </a:solidFill>
                <a:latin typeface="Avenir Next LT Pro"/>
              </a:rPr>
              <a:t>Franco Tomás Malfetano</a:t>
            </a:r>
            <a:endParaRPr b="0" lang="es-AR" sz="1000" spc="-1" strike="noStrike">
              <a:solidFill>
                <a:srgbClr val="000000"/>
              </a:solidFill>
              <a:latin typeface="Arial"/>
            </a:endParaRPr>
          </a:p>
        </p:txBody>
      </p:sp>
    </p:spTree>
  </p:cSld>
  <mc:AlternateContent>
    <mc:Choice Requires="p14">
      <p:transition spd="med" p14:dur="600">
        <p:fade/>
      </p:transition>
    </mc:Choice>
    <mc:Fallback>
      <p:transition spd="med">
        <p:fade/>
      </p:transition>
    </mc:Fallback>
  </mc:AlternateContent>
  <p:timing>
    <p:tnLst>
      <p:par>
        <p:cTn id="458" dur="indefinite" restart="never" nodeType="tmRoot">
          <p:childTnLst>
            <p:seq>
              <p:cTn id="459" dur="indefinite" nodeType="mainSeq">
                <p:childTnLst>
                  <p:par>
                    <p:cTn id="460" fill="hold">
                      <p:stCondLst>
                        <p:cond delay="indefinite"/>
                      </p:stCondLst>
                      <p:childTnLst>
                        <p:par>
                          <p:cTn id="461" fill="hold">
                            <p:stCondLst>
                              <p:cond delay="0"/>
                            </p:stCondLst>
                            <p:childTnLst>
                              <p:par>
                                <p:cTn id="462" nodeType="clickEffect" fill="hold" presetClass="entr" presetID="10">
                                  <p:stCondLst>
                                    <p:cond delay="0"/>
                                  </p:stCondLst>
                                  <p:childTnLst>
                                    <p:set>
                                      <p:cBhvr>
                                        <p:cTn id="463" dur="1" fill="hold">
                                          <p:stCondLst>
                                            <p:cond delay="0"/>
                                          </p:stCondLst>
                                        </p:cTn>
                                        <p:tgtEl>
                                          <p:spTgt spid="577"/>
                                        </p:tgtEl>
                                        <p:attrNameLst>
                                          <p:attrName>style.visibility</p:attrName>
                                        </p:attrNameLst>
                                      </p:cBhvr>
                                      <p:to>
                                        <p:strVal val="visible"/>
                                      </p:to>
                                    </p:set>
                                    <p:animEffect filter="fade" transition="in">
                                      <p:cBhvr additive="repl">
                                        <p:cTn id="464" dur="500"/>
                                        <p:tgtEl>
                                          <p:spTgt spid="577"/>
                                        </p:tgtEl>
                                      </p:cBhvr>
                                    </p:animEffect>
                                  </p:childTnLst>
                                </p:cTn>
                              </p:par>
                              <p:par>
                                <p:cTn id="465" nodeType="withEffect" fill="hold" presetClass="entr" presetID="22" presetSubtype="8">
                                  <p:stCondLst>
                                    <p:cond delay="0"/>
                                  </p:stCondLst>
                                  <p:childTnLst>
                                    <p:set>
                                      <p:cBhvr>
                                        <p:cTn id="466" dur="1" fill="hold">
                                          <p:stCondLst>
                                            <p:cond delay="0"/>
                                          </p:stCondLst>
                                        </p:cTn>
                                        <p:tgtEl>
                                          <p:spTgt spid="578"/>
                                        </p:tgtEl>
                                        <p:attrNameLst>
                                          <p:attrName>style.visibility</p:attrName>
                                        </p:attrNameLst>
                                      </p:cBhvr>
                                      <p:to>
                                        <p:strVal val="visible"/>
                                      </p:to>
                                    </p:set>
                                    <p:animEffect filter="wipe(left)" transition="in">
                                      <p:cBhvr additive="repl">
                                        <p:cTn id="467" dur="700"/>
                                        <p:tgtEl>
                                          <p:spTgt spid="578"/>
                                        </p:tgtEl>
                                      </p:cBhvr>
                                    </p:animEffect>
                                  </p:childTnLst>
                                </p:cTn>
                              </p:par>
                              <p:par>
                                <p:cTn id="468" nodeType="withEffect" fill="hold" presetClass="entr" presetID="10">
                                  <p:stCondLst>
                                    <p:cond delay="0"/>
                                  </p:stCondLst>
                                  <p:childTnLst>
                                    <p:set>
                                      <p:cBhvr>
                                        <p:cTn id="469" dur="1" fill="hold">
                                          <p:stCondLst>
                                            <p:cond delay="0"/>
                                          </p:stCondLst>
                                        </p:cTn>
                                        <p:tgtEl>
                                          <p:spTgt spid="579"/>
                                        </p:tgtEl>
                                        <p:attrNameLst>
                                          <p:attrName>style.visibility</p:attrName>
                                        </p:attrNameLst>
                                      </p:cBhvr>
                                      <p:to>
                                        <p:strVal val="visible"/>
                                      </p:to>
                                    </p:set>
                                    <p:animEffect filter="fade" transition="in">
                                      <p:cBhvr additive="repl">
                                        <p:cTn id="470" dur="500"/>
                                        <p:tgtEl>
                                          <p:spTgt spid="579"/>
                                        </p:tgtEl>
                                      </p:cBhvr>
                                    </p:animEffect>
                                  </p:childTnLst>
                                </p:cTn>
                              </p:par>
                              <p:par>
                                <p:cTn id="471" nodeType="withEffect" fill="hold" presetClass="entr" presetID="22" presetSubtype="8">
                                  <p:stCondLst>
                                    <p:cond delay="0"/>
                                  </p:stCondLst>
                                  <p:childTnLst>
                                    <p:set>
                                      <p:cBhvr>
                                        <p:cTn id="472" dur="1" fill="hold">
                                          <p:stCondLst>
                                            <p:cond delay="0"/>
                                          </p:stCondLst>
                                        </p:cTn>
                                        <p:tgtEl>
                                          <p:spTgt spid="581"/>
                                        </p:tgtEl>
                                        <p:attrNameLst>
                                          <p:attrName>style.visibility</p:attrName>
                                        </p:attrNameLst>
                                      </p:cBhvr>
                                      <p:to>
                                        <p:strVal val="visible"/>
                                      </p:to>
                                    </p:set>
                                    <p:animEffect filter="wipe(left)" transition="in">
                                      <p:cBhvr additive="repl">
                                        <p:cTn id="473" dur="700"/>
                                        <p:tgtEl>
                                          <p:spTgt spid="581"/>
                                        </p:tgtEl>
                                      </p:cBhvr>
                                    </p:animEffect>
                                  </p:childTnLst>
                                </p:cTn>
                              </p:par>
                              <p:par>
                                <p:cTn id="474" nodeType="withEffect" fill="hold" presetClass="entr" presetID="10">
                                  <p:stCondLst>
                                    <p:cond delay="0"/>
                                  </p:stCondLst>
                                  <p:childTnLst>
                                    <p:set>
                                      <p:cBhvr>
                                        <p:cTn id="475" dur="1" fill="hold">
                                          <p:stCondLst>
                                            <p:cond delay="0"/>
                                          </p:stCondLst>
                                        </p:cTn>
                                        <p:tgtEl>
                                          <p:spTgt spid="582"/>
                                        </p:tgtEl>
                                        <p:attrNameLst>
                                          <p:attrName>style.visibility</p:attrName>
                                        </p:attrNameLst>
                                      </p:cBhvr>
                                      <p:to>
                                        <p:strVal val="visible"/>
                                      </p:to>
                                    </p:set>
                                    <p:animEffect filter="fade" transition="in">
                                      <p:cBhvr additive="repl">
                                        <p:cTn id="476" dur="500"/>
                                        <p:tgtEl>
                                          <p:spTgt spid="582"/>
                                        </p:tgtEl>
                                      </p:cBhvr>
                                    </p:animEffect>
                                  </p:childTnLst>
                                </p:cTn>
                              </p:par>
                              <p:par>
                                <p:cTn id="477" nodeType="withEffect" fill="hold" presetClass="entr" presetID="22" presetSubtype="8">
                                  <p:stCondLst>
                                    <p:cond delay="0"/>
                                  </p:stCondLst>
                                  <p:childTnLst>
                                    <p:set>
                                      <p:cBhvr>
                                        <p:cTn id="478" dur="1" fill="hold">
                                          <p:stCondLst>
                                            <p:cond delay="0"/>
                                          </p:stCondLst>
                                        </p:cTn>
                                        <p:tgtEl>
                                          <p:spTgt spid="584"/>
                                        </p:tgtEl>
                                        <p:attrNameLst>
                                          <p:attrName>style.visibility</p:attrName>
                                        </p:attrNameLst>
                                      </p:cBhvr>
                                      <p:to>
                                        <p:strVal val="visible"/>
                                      </p:to>
                                    </p:set>
                                    <p:animEffect filter="wipe(left)" transition="in">
                                      <p:cBhvr additive="repl">
                                        <p:cTn id="479" dur="700"/>
                                        <p:tgtEl>
                                          <p:spTgt spid="584"/>
                                        </p:tgtEl>
                                      </p:cBhvr>
                                    </p:animEffect>
                                  </p:childTnLst>
                                </p:cTn>
                              </p:par>
                              <p:par>
                                <p:cTn id="480" nodeType="withEffect" fill="hold" presetClass="entr" presetID="10">
                                  <p:stCondLst>
                                    <p:cond delay="0"/>
                                  </p:stCondLst>
                                  <p:childTnLst>
                                    <p:set>
                                      <p:cBhvr>
                                        <p:cTn id="481" dur="1" fill="hold">
                                          <p:stCondLst>
                                            <p:cond delay="0"/>
                                          </p:stCondLst>
                                        </p:cTn>
                                        <p:tgtEl>
                                          <p:spTgt spid="585"/>
                                        </p:tgtEl>
                                        <p:attrNameLst>
                                          <p:attrName>style.visibility</p:attrName>
                                        </p:attrNameLst>
                                      </p:cBhvr>
                                      <p:to>
                                        <p:strVal val="visible"/>
                                      </p:to>
                                    </p:set>
                                    <p:animEffect filter="fade" transition="in">
                                      <p:cBhvr additive="repl">
                                        <p:cTn id="482" dur="500"/>
                                        <p:tgtEl>
                                          <p:spTgt spid="585"/>
                                        </p:tgtEl>
                                      </p:cBhvr>
                                    </p:animEffect>
                                  </p:childTnLst>
                                </p:cTn>
                              </p:par>
                              <p:par>
                                <p:cTn id="483" nodeType="withEffect" fill="hold" presetClass="entr" presetID="22" presetSubtype="8">
                                  <p:stCondLst>
                                    <p:cond delay="0"/>
                                  </p:stCondLst>
                                  <p:childTnLst>
                                    <p:set>
                                      <p:cBhvr>
                                        <p:cTn id="484" dur="1" fill="hold">
                                          <p:stCondLst>
                                            <p:cond delay="0"/>
                                          </p:stCondLst>
                                        </p:cTn>
                                        <p:tgtEl>
                                          <p:spTgt spid="587"/>
                                        </p:tgtEl>
                                        <p:attrNameLst>
                                          <p:attrName>style.visibility</p:attrName>
                                        </p:attrNameLst>
                                      </p:cBhvr>
                                      <p:to>
                                        <p:strVal val="visible"/>
                                      </p:to>
                                    </p:set>
                                    <p:animEffect filter="wipe(left)" transition="in">
                                      <p:cBhvr additive="repl">
                                        <p:cTn id="485" dur="700"/>
                                        <p:tgtEl>
                                          <p:spTgt spid="587"/>
                                        </p:tgtEl>
                                      </p:cBhvr>
                                    </p:animEffect>
                                  </p:childTnLst>
                                </p:cTn>
                              </p:par>
                              <p:par>
                                <p:cTn id="486" nodeType="withEffect" fill="hold" presetClass="entr" presetID="10">
                                  <p:stCondLst>
                                    <p:cond delay="0"/>
                                  </p:stCondLst>
                                  <p:childTnLst>
                                    <p:set>
                                      <p:cBhvr>
                                        <p:cTn id="487" dur="1" fill="hold">
                                          <p:stCondLst>
                                            <p:cond delay="0"/>
                                          </p:stCondLst>
                                        </p:cTn>
                                        <p:tgtEl>
                                          <p:spTgt spid="588"/>
                                        </p:tgtEl>
                                        <p:attrNameLst>
                                          <p:attrName>style.visibility</p:attrName>
                                        </p:attrNameLst>
                                      </p:cBhvr>
                                      <p:to>
                                        <p:strVal val="visible"/>
                                      </p:to>
                                    </p:set>
                                    <p:animEffect filter="fade" transition="in">
                                      <p:cBhvr additive="repl">
                                        <p:cTn id="488" dur="500"/>
                                        <p:tgtEl>
                                          <p:spTgt spid="588"/>
                                        </p:tgtEl>
                                      </p:cBhvr>
                                    </p:animEffect>
                                  </p:childTnLst>
                                </p:cTn>
                              </p:par>
                              <p:par>
                                <p:cTn id="489" nodeType="withEffect" fill="hold" presetClass="entr" presetID="22" presetSubtype="8">
                                  <p:stCondLst>
                                    <p:cond delay="0"/>
                                  </p:stCondLst>
                                  <p:childTnLst>
                                    <p:set>
                                      <p:cBhvr>
                                        <p:cTn id="490" dur="1" fill="hold">
                                          <p:stCondLst>
                                            <p:cond delay="0"/>
                                          </p:stCondLst>
                                        </p:cTn>
                                        <p:tgtEl>
                                          <p:spTgt spid="590"/>
                                        </p:tgtEl>
                                        <p:attrNameLst>
                                          <p:attrName>style.visibility</p:attrName>
                                        </p:attrNameLst>
                                      </p:cBhvr>
                                      <p:to>
                                        <p:strVal val="visible"/>
                                      </p:to>
                                    </p:set>
                                    <p:animEffect filter="wipe(left)" transition="in">
                                      <p:cBhvr additive="repl">
                                        <p:cTn id="491" dur="700"/>
                                        <p:tgtEl>
                                          <p:spTgt spid="590"/>
                                        </p:tgtEl>
                                      </p:cBhvr>
                                    </p:animEffect>
                                  </p:childTnLst>
                                </p:cTn>
                              </p:par>
                              <p:par>
                                <p:cTn id="492" nodeType="withEffect" fill="hold" presetClass="entr" presetID="10">
                                  <p:stCondLst>
                                    <p:cond delay="0"/>
                                  </p:stCondLst>
                                  <p:childTnLst>
                                    <p:set>
                                      <p:cBhvr>
                                        <p:cTn id="493" dur="1" fill="hold">
                                          <p:stCondLst>
                                            <p:cond delay="0"/>
                                          </p:stCondLst>
                                        </p:cTn>
                                        <p:tgtEl>
                                          <p:spTgt spid="591"/>
                                        </p:tgtEl>
                                        <p:attrNameLst>
                                          <p:attrName>style.visibility</p:attrName>
                                        </p:attrNameLst>
                                      </p:cBhvr>
                                      <p:to>
                                        <p:strVal val="visible"/>
                                      </p:to>
                                    </p:set>
                                    <p:animEffect filter="fade" transition="in">
                                      <p:cBhvr additive="repl">
                                        <p:cTn id="494" dur="500"/>
                                        <p:tgtEl>
                                          <p:spTgt spid="591"/>
                                        </p:tgtEl>
                                      </p:cBhvr>
                                    </p:animEffect>
                                  </p:childTnLst>
                                </p:cTn>
                              </p:par>
                              <p:par>
                                <p:cTn id="495" nodeType="withEffect" fill="hold" presetClass="entr" presetID="22" presetSubtype="8">
                                  <p:stCondLst>
                                    <p:cond delay="0"/>
                                  </p:stCondLst>
                                  <p:childTnLst>
                                    <p:set>
                                      <p:cBhvr>
                                        <p:cTn id="496" dur="1" fill="hold">
                                          <p:stCondLst>
                                            <p:cond delay="0"/>
                                          </p:stCondLst>
                                        </p:cTn>
                                        <p:tgtEl>
                                          <p:spTgt spid="593"/>
                                        </p:tgtEl>
                                        <p:attrNameLst>
                                          <p:attrName>style.visibility</p:attrName>
                                        </p:attrNameLst>
                                      </p:cBhvr>
                                      <p:to>
                                        <p:strVal val="visible"/>
                                      </p:to>
                                    </p:set>
                                    <p:animEffect filter="wipe(left)" transition="in">
                                      <p:cBhvr additive="repl">
                                        <p:cTn id="497" dur="700"/>
                                        <p:tgtEl>
                                          <p:spTgt spid="593"/>
                                        </p:tgtEl>
                                      </p:cBhvr>
                                    </p:animEffect>
                                  </p:childTnLst>
                                </p:cTn>
                              </p:par>
                              <p:par>
                                <p:cTn id="498" nodeType="withEffect" fill="hold" presetClass="entr" presetID="10">
                                  <p:stCondLst>
                                    <p:cond delay="0"/>
                                  </p:stCondLst>
                                  <p:childTnLst>
                                    <p:set>
                                      <p:cBhvr>
                                        <p:cTn id="499" dur="1" fill="hold">
                                          <p:stCondLst>
                                            <p:cond delay="0"/>
                                          </p:stCondLst>
                                        </p:cTn>
                                        <p:tgtEl>
                                          <p:spTgt spid="594"/>
                                        </p:tgtEl>
                                        <p:attrNameLst>
                                          <p:attrName>style.visibility</p:attrName>
                                        </p:attrNameLst>
                                      </p:cBhvr>
                                      <p:to>
                                        <p:strVal val="visible"/>
                                      </p:to>
                                    </p:set>
                                    <p:animEffect filter="fade" transition="in">
                                      <p:cBhvr additive="repl">
                                        <p:cTn id="500" dur="500"/>
                                        <p:tgtEl>
                                          <p:spTgt spid="594"/>
                                        </p:tgtEl>
                                      </p:cBhvr>
                                    </p:animEffect>
                                  </p:childTnLst>
                                </p:cTn>
                              </p:par>
                              <p:par>
                                <p:cTn id="501" nodeType="withEffect" fill="hold" presetClass="entr" presetID="22" presetSubtype="8">
                                  <p:stCondLst>
                                    <p:cond delay="0"/>
                                  </p:stCondLst>
                                  <p:childTnLst>
                                    <p:set>
                                      <p:cBhvr>
                                        <p:cTn id="502" dur="1" fill="hold">
                                          <p:stCondLst>
                                            <p:cond delay="0"/>
                                          </p:stCondLst>
                                        </p:cTn>
                                        <p:tgtEl>
                                          <p:spTgt spid="596"/>
                                        </p:tgtEl>
                                        <p:attrNameLst>
                                          <p:attrName>style.visibility</p:attrName>
                                        </p:attrNameLst>
                                      </p:cBhvr>
                                      <p:to>
                                        <p:strVal val="visible"/>
                                      </p:to>
                                    </p:set>
                                    <p:animEffect filter="wipe(left)" transition="in">
                                      <p:cBhvr additive="repl">
                                        <p:cTn id="503" dur="700"/>
                                        <p:tgtEl>
                                          <p:spTgt spid="596"/>
                                        </p:tgtEl>
                                      </p:cBhvr>
                                    </p:animEffect>
                                  </p:childTnLst>
                                </p:cTn>
                              </p:par>
                              <p:par>
                                <p:cTn id="504" nodeType="withEffect" fill="hold" presetClass="entr" presetID="10">
                                  <p:stCondLst>
                                    <p:cond delay="0"/>
                                  </p:stCondLst>
                                  <p:childTnLst>
                                    <p:set>
                                      <p:cBhvr>
                                        <p:cTn id="505" dur="1" fill="hold">
                                          <p:stCondLst>
                                            <p:cond delay="0"/>
                                          </p:stCondLst>
                                        </p:cTn>
                                        <p:tgtEl>
                                          <p:spTgt spid="597"/>
                                        </p:tgtEl>
                                        <p:attrNameLst>
                                          <p:attrName>style.visibility</p:attrName>
                                        </p:attrNameLst>
                                      </p:cBhvr>
                                      <p:to>
                                        <p:strVal val="visible"/>
                                      </p:to>
                                    </p:set>
                                    <p:animEffect filter="fade" transition="in">
                                      <p:cBhvr additive="repl">
                                        <p:cTn id="506" dur="500"/>
                                        <p:tgtEl>
                                          <p:spTgt spid="597"/>
                                        </p:tgtEl>
                                      </p:cBhvr>
                                    </p:animEffect>
                                  </p:childTnLst>
                                </p:cTn>
                              </p:par>
                              <p:par>
                                <p:cTn id="507" nodeType="withEffect" fill="hold" presetClass="entr" presetID="22" presetSubtype="8">
                                  <p:stCondLst>
                                    <p:cond delay="0"/>
                                  </p:stCondLst>
                                  <p:childTnLst>
                                    <p:set>
                                      <p:cBhvr>
                                        <p:cTn id="508" dur="1" fill="hold">
                                          <p:stCondLst>
                                            <p:cond delay="0"/>
                                          </p:stCondLst>
                                        </p:cTn>
                                        <p:tgtEl>
                                          <p:spTgt spid="599"/>
                                        </p:tgtEl>
                                        <p:attrNameLst>
                                          <p:attrName>style.visibility</p:attrName>
                                        </p:attrNameLst>
                                      </p:cBhvr>
                                      <p:to>
                                        <p:strVal val="visible"/>
                                      </p:to>
                                    </p:set>
                                    <p:animEffect filter="wipe(left)" transition="in">
                                      <p:cBhvr additive="repl">
                                        <p:cTn id="509" dur="700"/>
                                        <p:tgtEl>
                                          <p:spTgt spid="599"/>
                                        </p:tgtEl>
                                      </p:cBhvr>
                                    </p:animEffect>
                                  </p:childTnLst>
                                </p:cTn>
                              </p:par>
                              <p:par>
                                <p:cTn id="510" nodeType="withEffect" fill="hold" presetClass="entr" presetID="10">
                                  <p:stCondLst>
                                    <p:cond delay="0"/>
                                  </p:stCondLst>
                                  <p:childTnLst>
                                    <p:set>
                                      <p:cBhvr>
                                        <p:cTn id="511" dur="1" fill="hold">
                                          <p:stCondLst>
                                            <p:cond delay="0"/>
                                          </p:stCondLst>
                                        </p:cTn>
                                        <p:tgtEl>
                                          <p:spTgt spid="600"/>
                                        </p:tgtEl>
                                        <p:attrNameLst>
                                          <p:attrName>style.visibility</p:attrName>
                                        </p:attrNameLst>
                                      </p:cBhvr>
                                      <p:to>
                                        <p:strVal val="visible"/>
                                      </p:to>
                                    </p:set>
                                    <p:animEffect filter="fade" transition="in">
                                      <p:cBhvr additive="repl">
                                        <p:cTn id="512" dur="500"/>
                                        <p:tgtEl>
                                          <p:spTgt spid="600"/>
                                        </p:tgtEl>
                                      </p:cBhvr>
                                    </p:animEffect>
                                  </p:childTnLst>
                                </p:cTn>
                              </p:par>
                              <p:par>
                                <p:cTn id="513" nodeType="withEffect" fill="hold" presetClass="entr" presetID="22" presetSubtype="8">
                                  <p:stCondLst>
                                    <p:cond delay="0"/>
                                  </p:stCondLst>
                                  <p:childTnLst>
                                    <p:set>
                                      <p:cBhvr>
                                        <p:cTn id="514" dur="1" fill="hold">
                                          <p:stCondLst>
                                            <p:cond delay="0"/>
                                          </p:stCondLst>
                                        </p:cTn>
                                        <p:tgtEl>
                                          <p:spTgt spid="602"/>
                                        </p:tgtEl>
                                        <p:attrNameLst>
                                          <p:attrName>style.visibility</p:attrName>
                                        </p:attrNameLst>
                                      </p:cBhvr>
                                      <p:to>
                                        <p:strVal val="visible"/>
                                      </p:to>
                                    </p:set>
                                    <p:animEffect filter="wipe(left)" transition="in">
                                      <p:cBhvr additive="repl">
                                        <p:cTn id="515" dur="700"/>
                                        <p:tgtEl>
                                          <p:spTgt spid="602"/>
                                        </p:tgtEl>
                                      </p:cBhvr>
                                    </p:animEffect>
                                  </p:childTnLst>
                                </p:cTn>
                              </p:par>
                              <p:par>
                                <p:cTn id="516" nodeType="withEffect" fill="hold" presetClass="entr" presetID="10">
                                  <p:stCondLst>
                                    <p:cond delay="0"/>
                                  </p:stCondLst>
                                  <p:childTnLst>
                                    <p:set>
                                      <p:cBhvr>
                                        <p:cTn id="517" dur="1" fill="hold">
                                          <p:stCondLst>
                                            <p:cond delay="0"/>
                                          </p:stCondLst>
                                        </p:cTn>
                                        <p:tgtEl>
                                          <p:spTgt spid="603"/>
                                        </p:tgtEl>
                                        <p:attrNameLst>
                                          <p:attrName>style.visibility</p:attrName>
                                        </p:attrNameLst>
                                      </p:cBhvr>
                                      <p:to>
                                        <p:strVal val="visible"/>
                                      </p:to>
                                    </p:set>
                                    <p:animEffect filter="fade" transition="in">
                                      <p:cBhvr additive="repl">
                                        <p:cTn id="518" dur="500"/>
                                        <p:tgtEl>
                                          <p:spTgt spid="603"/>
                                        </p:tgtEl>
                                      </p:cBhvr>
                                    </p:animEffect>
                                  </p:childTnLst>
                                </p:cTn>
                              </p:par>
                              <p:par>
                                <p:cTn id="519" nodeType="withEffect" fill="hold" presetClass="entr" presetID="22" presetSubtype="8">
                                  <p:stCondLst>
                                    <p:cond delay="0"/>
                                  </p:stCondLst>
                                  <p:childTnLst>
                                    <p:set>
                                      <p:cBhvr>
                                        <p:cTn id="520" dur="1" fill="hold">
                                          <p:stCondLst>
                                            <p:cond delay="0"/>
                                          </p:stCondLst>
                                        </p:cTn>
                                        <p:tgtEl>
                                          <p:spTgt spid="605"/>
                                        </p:tgtEl>
                                        <p:attrNameLst>
                                          <p:attrName>style.visibility</p:attrName>
                                        </p:attrNameLst>
                                      </p:cBhvr>
                                      <p:to>
                                        <p:strVal val="visible"/>
                                      </p:to>
                                    </p:set>
                                    <p:animEffect filter="wipe(left)" transition="in">
                                      <p:cBhvr additive="repl">
                                        <p:cTn id="521" dur="700"/>
                                        <p:tgtEl>
                                          <p:spTgt spid="605"/>
                                        </p:tgtEl>
                                      </p:cBhvr>
                                    </p:animEffect>
                                  </p:childTnLst>
                                </p:cTn>
                              </p:par>
                              <p:par>
                                <p:cTn id="522" nodeType="withEffect" fill="hold" presetClass="entr" presetID="10">
                                  <p:stCondLst>
                                    <p:cond delay="0"/>
                                  </p:stCondLst>
                                  <p:childTnLst>
                                    <p:set>
                                      <p:cBhvr>
                                        <p:cTn id="523" dur="1" fill="hold">
                                          <p:stCondLst>
                                            <p:cond delay="0"/>
                                          </p:stCondLst>
                                        </p:cTn>
                                        <p:tgtEl>
                                          <p:spTgt spid="606"/>
                                        </p:tgtEl>
                                        <p:attrNameLst>
                                          <p:attrName>style.visibility</p:attrName>
                                        </p:attrNameLst>
                                      </p:cBhvr>
                                      <p:to>
                                        <p:strVal val="visible"/>
                                      </p:to>
                                    </p:set>
                                    <p:animEffect filter="fade" transition="in">
                                      <p:cBhvr additive="repl">
                                        <p:cTn id="524" dur="500"/>
                                        <p:tgtEl>
                                          <p:spTgt spid="606"/>
                                        </p:tgtEl>
                                      </p:cBhvr>
                                    </p:animEffect>
                                  </p:childTnLst>
                                </p:cTn>
                              </p:par>
                              <p:par>
                                <p:cTn id="525" nodeType="withEffect" fill="hold" presetClass="entr" presetID="10">
                                  <p:stCondLst>
                                    <p:cond delay="0"/>
                                  </p:stCondLst>
                                  <p:childTnLst>
                                    <p:set>
                                      <p:cBhvr>
                                        <p:cTn id="526" dur="1" fill="hold">
                                          <p:stCondLst>
                                            <p:cond delay="0"/>
                                          </p:stCondLst>
                                        </p:cTn>
                                        <p:tgtEl>
                                          <p:spTgt spid="610"/>
                                        </p:tgtEl>
                                        <p:attrNameLst>
                                          <p:attrName>style.visibility</p:attrName>
                                        </p:attrNameLst>
                                      </p:cBhvr>
                                      <p:to>
                                        <p:strVal val="visible"/>
                                      </p:to>
                                    </p:set>
                                    <p:animEffect filter="fade" transition="in">
                                      <p:cBhvr additive="repl">
                                        <p:cTn id="527" dur="500"/>
                                        <p:tgtEl>
                                          <p:spTgt spid="610"/>
                                        </p:tgtEl>
                                      </p:cBhvr>
                                    </p:animEffect>
                                  </p:childTnLst>
                                </p:cTn>
                              </p:par>
                            </p:childTnLst>
                          </p:cTn>
                        </p:par>
                      </p:childTnLst>
                    </p:cTn>
                  </p:par>
                  <p:par>
                    <p:cTn id="528" fill="hold">
                      <p:stCondLst>
                        <p:cond delay="indefinite"/>
                      </p:stCondLst>
                      <p:childTnLst>
                        <p:par>
                          <p:cTn id="529" fill="hold">
                            <p:stCondLst>
                              <p:cond delay="0"/>
                            </p:stCondLst>
                            <p:childTnLst>
                              <p:par>
                                <p:cTn id="530" nodeType="clickEffect" fill="hold" presetClass="entr" presetID="10">
                                  <p:stCondLst>
                                    <p:cond delay="0"/>
                                  </p:stCondLst>
                                  <p:childTnLst>
                                    <p:set>
                                      <p:cBhvr>
                                        <p:cTn id="531" dur="1" fill="hold">
                                          <p:stCondLst>
                                            <p:cond delay="0"/>
                                          </p:stCondLst>
                                        </p:cTn>
                                        <p:tgtEl>
                                          <p:spTgt spid="580"/>
                                        </p:tgtEl>
                                        <p:attrNameLst>
                                          <p:attrName>style.visibility</p:attrName>
                                        </p:attrNameLst>
                                      </p:cBhvr>
                                      <p:to>
                                        <p:strVal val="visible"/>
                                      </p:to>
                                    </p:set>
                                    <p:animEffect filter="fade" transition="in">
                                      <p:cBhvr additive="repl">
                                        <p:cTn id="532" dur="500"/>
                                        <p:tgtEl>
                                          <p:spTgt spid="580"/>
                                        </p:tgtEl>
                                      </p:cBhvr>
                                    </p:animEffect>
                                  </p:childTnLst>
                                </p:cTn>
                              </p:par>
                              <p:par>
                                <p:cTn id="533" nodeType="withEffect" fill="hold" presetClass="entr" presetID="10">
                                  <p:stCondLst>
                                    <p:cond delay="0"/>
                                  </p:stCondLst>
                                  <p:childTnLst>
                                    <p:set>
                                      <p:cBhvr>
                                        <p:cTn id="534" dur="1" fill="hold">
                                          <p:stCondLst>
                                            <p:cond delay="0"/>
                                          </p:stCondLst>
                                        </p:cTn>
                                        <p:tgtEl>
                                          <p:spTgt spid="583"/>
                                        </p:tgtEl>
                                        <p:attrNameLst>
                                          <p:attrName>style.visibility</p:attrName>
                                        </p:attrNameLst>
                                      </p:cBhvr>
                                      <p:to>
                                        <p:strVal val="visible"/>
                                      </p:to>
                                    </p:set>
                                    <p:animEffect filter="fade" transition="in">
                                      <p:cBhvr additive="repl">
                                        <p:cTn id="535" dur="500"/>
                                        <p:tgtEl>
                                          <p:spTgt spid="583"/>
                                        </p:tgtEl>
                                      </p:cBhvr>
                                    </p:animEffect>
                                  </p:childTnLst>
                                </p:cTn>
                              </p:par>
                              <p:par>
                                <p:cTn id="536" nodeType="withEffect" fill="hold" presetClass="entr" presetID="10">
                                  <p:stCondLst>
                                    <p:cond delay="0"/>
                                  </p:stCondLst>
                                  <p:childTnLst>
                                    <p:set>
                                      <p:cBhvr>
                                        <p:cTn id="537" dur="1" fill="hold">
                                          <p:stCondLst>
                                            <p:cond delay="0"/>
                                          </p:stCondLst>
                                        </p:cTn>
                                        <p:tgtEl>
                                          <p:spTgt spid="586"/>
                                        </p:tgtEl>
                                        <p:attrNameLst>
                                          <p:attrName>style.visibility</p:attrName>
                                        </p:attrNameLst>
                                      </p:cBhvr>
                                      <p:to>
                                        <p:strVal val="visible"/>
                                      </p:to>
                                    </p:set>
                                    <p:animEffect filter="fade" transition="in">
                                      <p:cBhvr additive="repl">
                                        <p:cTn id="538" dur="500"/>
                                        <p:tgtEl>
                                          <p:spTgt spid="586"/>
                                        </p:tgtEl>
                                      </p:cBhvr>
                                    </p:animEffect>
                                  </p:childTnLst>
                                </p:cTn>
                              </p:par>
                              <p:par>
                                <p:cTn id="539" nodeType="withEffect" fill="hold" presetClass="entr" presetID="10">
                                  <p:stCondLst>
                                    <p:cond delay="0"/>
                                  </p:stCondLst>
                                  <p:childTnLst>
                                    <p:set>
                                      <p:cBhvr>
                                        <p:cTn id="540" dur="1" fill="hold">
                                          <p:stCondLst>
                                            <p:cond delay="0"/>
                                          </p:stCondLst>
                                        </p:cTn>
                                        <p:tgtEl>
                                          <p:spTgt spid="589"/>
                                        </p:tgtEl>
                                        <p:attrNameLst>
                                          <p:attrName>style.visibility</p:attrName>
                                        </p:attrNameLst>
                                      </p:cBhvr>
                                      <p:to>
                                        <p:strVal val="visible"/>
                                      </p:to>
                                    </p:set>
                                    <p:animEffect filter="fade" transition="in">
                                      <p:cBhvr additive="repl">
                                        <p:cTn id="541" dur="500"/>
                                        <p:tgtEl>
                                          <p:spTgt spid="589"/>
                                        </p:tgtEl>
                                      </p:cBhvr>
                                    </p:animEffect>
                                  </p:childTnLst>
                                </p:cTn>
                              </p:par>
                              <p:par>
                                <p:cTn id="542" nodeType="withEffect" fill="hold" presetClass="entr" presetID="10">
                                  <p:stCondLst>
                                    <p:cond delay="0"/>
                                  </p:stCondLst>
                                  <p:childTnLst>
                                    <p:set>
                                      <p:cBhvr>
                                        <p:cTn id="543" dur="1" fill="hold">
                                          <p:stCondLst>
                                            <p:cond delay="0"/>
                                          </p:stCondLst>
                                        </p:cTn>
                                        <p:tgtEl>
                                          <p:spTgt spid="592"/>
                                        </p:tgtEl>
                                        <p:attrNameLst>
                                          <p:attrName>style.visibility</p:attrName>
                                        </p:attrNameLst>
                                      </p:cBhvr>
                                      <p:to>
                                        <p:strVal val="visible"/>
                                      </p:to>
                                    </p:set>
                                    <p:animEffect filter="fade" transition="in">
                                      <p:cBhvr additive="repl">
                                        <p:cTn id="544" dur="500"/>
                                        <p:tgtEl>
                                          <p:spTgt spid="592"/>
                                        </p:tgtEl>
                                      </p:cBhvr>
                                    </p:animEffect>
                                  </p:childTnLst>
                                </p:cTn>
                              </p:par>
                              <p:par>
                                <p:cTn id="545" nodeType="withEffect" fill="hold" presetClass="entr" presetID="10">
                                  <p:stCondLst>
                                    <p:cond delay="0"/>
                                  </p:stCondLst>
                                  <p:childTnLst>
                                    <p:set>
                                      <p:cBhvr>
                                        <p:cTn id="546" dur="1" fill="hold">
                                          <p:stCondLst>
                                            <p:cond delay="0"/>
                                          </p:stCondLst>
                                        </p:cTn>
                                        <p:tgtEl>
                                          <p:spTgt spid="595"/>
                                        </p:tgtEl>
                                        <p:attrNameLst>
                                          <p:attrName>style.visibility</p:attrName>
                                        </p:attrNameLst>
                                      </p:cBhvr>
                                      <p:to>
                                        <p:strVal val="visible"/>
                                      </p:to>
                                    </p:set>
                                    <p:animEffect filter="fade" transition="in">
                                      <p:cBhvr additive="repl">
                                        <p:cTn id="547" dur="500"/>
                                        <p:tgtEl>
                                          <p:spTgt spid="595"/>
                                        </p:tgtEl>
                                      </p:cBhvr>
                                    </p:animEffect>
                                  </p:childTnLst>
                                </p:cTn>
                              </p:par>
                              <p:par>
                                <p:cTn id="548" nodeType="withEffect" fill="hold" presetClass="entr" presetID="10">
                                  <p:stCondLst>
                                    <p:cond delay="0"/>
                                  </p:stCondLst>
                                  <p:childTnLst>
                                    <p:set>
                                      <p:cBhvr>
                                        <p:cTn id="549" dur="1" fill="hold">
                                          <p:stCondLst>
                                            <p:cond delay="0"/>
                                          </p:stCondLst>
                                        </p:cTn>
                                        <p:tgtEl>
                                          <p:spTgt spid="598"/>
                                        </p:tgtEl>
                                        <p:attrNameLst>
                                          <p:attrName>style.visibility</p:attrName>
                                        </p:attrNameLst>
                                      </p:cBhvr>
                                      <p:to>
                                        <p:strVal val="visible"/>
                                      </p:to>
                                    </p:set>
                                    <p:animEffect filter="fade" transition="in">
                                      <p:cBhvr additive="repl">
                                        <p:cTn id="550" dur="500"/>
                                        <p:tgtEl>
                                          <p:spTgt spid="598"/>
                                        </p:tgtEl>
                                      </p:cBhvr>
                                    </p:animEffect>
                                  </p:childTnLst>
                                </p:cTn>
                              </p:par>
                              <p:par>
                                <p:cTn id="551" nodeType="withEffect" fill="hold" presetClass="entr" presetID="10">
                                  <p:stCondLst>
                                    <p:cond delay="0"/>
                                  </p:stCondLst>
                                  <p:childTnLst>
                                    <p:set>
                                      <p:cBhvr>
                                        <p:cTn id="552" dur="1" fill="hold">
                                          <p:stCondLst>
                                            <p:cond delay="0"/>
                                          </p:stCondLst>
                                        </p:cTn>
                                        <p:tgtEl>
                                          <p:spTgt spid="601"/>
                                        </p:tgtEl>
                                        <p:attrNameLst>
                                          <p:attrName>style.visibility</p:attrName>
                                        </p:attrNameLst>
                                      </p:cBhvr>
                                      <p:to>
                                        <p:strVal val="visible"/>
                                      </p:to>
                                    </p:set>
                                    <p:animEffect filter="fade" transition="in">
                                      <p:cBhvr additive="repl">
                                        <p:cTn id="553" dur="500"/>
                                        <p:tgtEl>
                                          <p:spTgt spid="601"/>
                                        </p:tgtEl>
                                      </p:cBhvr>
                                    </p:animEffect>
                                  </p:childTnLst>
                                </p:cTn>
                              </p:par>
                              <p:par>
                                <p:cTn id="554" nodeType="withEffect" fill="hold" presetClass="entr" presetID="10">
                                  <p:stCondLst>
                                    <p:cond delay="0"/>
                                  </p:stCondLst>
                                  <p:childTnLst>
                                    <p:set>
                                      <p:cBhvr>
                                        <p:cTn id="555" dur="1" fill="hold">
                                          <p:stCondLst>
                                            <p:cond delay="0"/>
                                          </p:stCondLst>
                                        </p:cTn>
                                        <p:tgtEl>
                                          <p:spTgt spid="604"/>
                                        </p:tgtEl>
                                        <p:attrNameLst>
                                          <p:attrName>style.visibility</p:attrName>
                                        </p:attrNameLst>
                                      </p:cBhvr>
                                      <p:to>
                                        <p:strVal val="visible"/>
                                      </p:to>
                                    </p:set>
                                    <p:animEffect filter="fade" transition="in">
                                      <p:cBhvr additive="repl">
                                        <p:cTn id="556" dur="500"/>
                                        <p:tgtEl>
                                          <p:spTgt spid="604"/>
                                        </p:tgtEl>
                                      </p:cBhvr>
                                    </p:animEffect>
                                  </p:childTnLst>
                                </p:cTn>
                              </p:par>
                              <p:par>
                                <p:cTn id="557" nodeType="withEffect" fill="hold" presetClass="entr" presetID="10">
                                  <p:stCondLst>
                                    <p:cond delay="0"/>
                                  </p:stCondLst>
                                  <p:childTnLst>
                                    <p:set>
                                      <p:cBhvr>
                                        <p:cTn id="558" dur="1" fill="hold">
                                          <p:stCondLst>
                                            <p:cond delay="0"/>
                                          </p:stCondLst>
                                        </p:cTn>
                                        <p:tgtEl>
                                          <p:spTgt spid="607"/>
                                        </p:tgtEl>
                                        <p:attrNameLst>
                                          <p:attrName>style.visibility</p:attrName>
                                        </p:attrNameLst>
                                      </p:cBhvr>
                                      <p:to>
                                        <p:strVal val="visible"/>
                                      </p:to>
                                    </p:set>
                                    <p:animEffect filter="fade" transition="in">
                                      <p:cBhvr additive="repl">
                                        <p:cTn id="559" dur="500"/>
                                        <p:tgtEl>
                                          <p:spTgt spid="607"/>
                                        </p:tgtEl>
                                      </p:cBhvr>
                                    </p:animEffect>
                                  </p:childTnLst>
                                </p:cTn>
                              </p:par>
                              <p:par>
                                <p:cTn id="560" nodeType="withEffect" fill="hold" presetClass="entr" presetID="10">
                                  <p:stCondLst>
                                    <p:cond delay="0"/>
                                  </p:stCondLst>
                                  <p:childTnLst>
                                    <p:set>
                                      <p:cBhvr>
                                        <p:cTn id="561" dur="1" fill="hold">
                                          <p:stCondLst>
                                            <p:cond delay="0"/>
                                          </p:stCondLst>
                                        </p:cTn>
                                        <p:tgtEl>
                                          <p:spTgt spid="608"/>
                                        </p:tgtEl>
                                        <p:attrNameLst>
                                          <p:attrName>style.visibility</p:attrName>
                                        </p:attrNameLst>
                                      </p:cBhvr>
                                      <p:to>
                                        <p:strVal val="visible"/>
                                      </p:to>
                                    </p:set>
                                    <p:animEffect filter="fade" transition="in">
                                      <p:cBhvr additive="repl">
                                        <p:cTn id="562" dur="500"/>
                                        <p:tgtEl>
                                          <p:spTgt spid="608"/>
                                        </p:tgtEl>
                                      </p:cBhvr>
                                    </p:animEffect>
                                  </p:childTnLst>
                                </p:cTn>
                              </p:par>
                              <p:par>
                                <p:cTn id="563" nodeType="withEffect" fill="hold" presetClass="entr" presetID="10">
                                  <p:stCondLst>
                                    <p:cond delay="0"/>
                                  </p:stCondLst>
                                  <p:childTnLst>
                                    <p:set>
                                      <p:cBhvr>
                                        <p:cTn id="564" dur="1" fill="hold">
                                          <p:stCondLst>
                                            <p:cond delay="0"/>
                                          </p:stCondLst>
                                        </p:cTn>
                                        <p:tgtEl>
                                          <p:spTgt spid="609"/>
                                        </p:tgtEl>
                                        <p:attrNameLst>
                                          <p:attrName>style.visibility</p:attrName>
                                        </p:attrNameLst>
                                      </p:cBhvr>
                                      <p:to>
                                        <p:strVal val="visible"/>
                                      </p:to>
                                    </p:set>
                                    <p:animEffect filter="fade" transition="in">
                                      <p:cBhvr additive="repl">
                                        <p:cTn id="565" dur="500"/>
                                        <p:tgtEl>
                                          <p:spTgt spid="609"/>
                                        </p:tgtEl>
                                      </p:cBhvr>
                                    </p:animEffect>
                                  </p:childTnLst>
                                </p:cTn>
                              </p:par>
                            </p:childTnLst>
                          </p:cTn>
                        </p:par>
                      </p:childTnLst>
                    </p:cTn>
                  </p:par>
                  <p:par>
                    <p:cTn id="566" fill="hold">
                      <p:stCondLst>
                        <p:cond delay="indefinite"/>
                      </p:stCondLst>
                      <p:childTnLst>
                        <p:par>
                          <p:cTn id="567" fill="hold">
                            <p:stCondLst>
                              <p:cond delay="0"/>
                            </p:stCondLst>
                            <p:childTnLst>
                              <p:par>
                                <p:cTn id="568" nodeType="clickEffect" fill="hold" presetClass="entr" presetID="10">
                                  <p:stCondLst>
                                    <p:cond delay="0"/>
                                  </p:stCondLst>
                                  <p:childTnLst>
                                    <p:set>
                                      <p:cBhvr>
                                        <p:cTn id="569" dur="1" fill="hold">
                                          <p:stCondLst>
                                            <p:cond delay="0"/>
                                          </p:stCondLst>
                                        </p:cTn>
                                        <p:tgtEl>
                                          <p:spTgt spid="611"/>
                                        </p:tgtEl>
                                        <p:attrNameLst>
                                          <p:attrName>style.visibility</p:attrName>
                                        </p:attrNameLst>
                                      </p:cBhvr>
                                      <p:to>
                                        <p:strVal val="visible"/>
                                      </p:to>
                                    </p:set>
                                    <p:animEffect filter="fade" transition="in">
                                      <p:cBhvr additive="repl">
                                        <p:cTn id="570" dur="500"/>
                                        <p:tgtEl>
                                          <p:spTgt spid="611"/>
                                        </p:tgtEl>
                                      </p:cBhvr>
                                    </p:animEffect>
                                  </p:childTnLst>
                                </p:cTn>
                              </p:par>
                              <p:par>
                                <p:cTn id="571" nodeType="withEffect" fill="hold" presetClass="entr" presetID="10">
                                  <p:stCondLst>
                                    <p:cond delay="0"/>
                                  </p:stCondLst>
                                  <p:childTnLst>
                                    <p:set>
                                      <p:cBhvr>
                                        <p:cTn id="572" dur="1" fill="hold">
                                          <p:stCondLst>
                                            <p:cond delay="0"/>
                                          </p:stCondLst>
                                        </p:cTn>
                                        <p:tgtEl>
                                          <p:spTgt spid="612"/>
                                        </p:tgtEl>
                                        <p:attrNameLst>
                                          <p:attrName>style.visibility</p:attrName>
                                        </p:attrNameLst>
                                      </p:cBhvr>
                                      <p:to>
                                        <p:strVal val="visible"/>
                                      </p:to>
                                    </p:set>
                                    <p:animEffect filter="fade" transition="in">
                                      <p:cBhvr additive="repl">
                                        <p:cTn id="573" dur="500"/>
                                        <p:tgtEl>
                                          <p:spTgt spid="612"/>
                                        </p:tgtEl>
                                      </p:cBhvr>
                                    </p:animEffect>
                                  </p:childTnLst>
                                </p:cTn>
                              </p:par>
                            </p:childTnLst>
                          </p:cTn>
                        </p:par>
                      </p:childTnLst>
                    </p:cTn>
                  </p:par>
                  <p:par>
                    <p:cTn id="574" fill="hold">
                      <p:stCondLst>
                        <p:cond delay="indefinite"/>
                      </p:stCondLst>
                      <p:childTnLst>
                        <p:par>
                          <p:cTn id="575" fill="hold">
                            <p:stCondLst>
                              <p:cond delay="0"/>
                            </p:stCondLst>
                            <p:childTnLst>
                              <p:par>
                                <p:cTn id="576" nodeType="clickEffect" fill="hold" presetClass="entr" presetID="10">
                                  <p:stCondLst>
                                    <p:cond delay="0"/>
                                  </p:stCondLst>
                                  <p:childTnLst>
                                    <p:set>
                                      <p:cBhvr>
                                        <p:cTn id="577" dur="1" fill="hold">
                                          <p:stCondLst>
                                            <p:cond delay="0"/>
                                          </p:stCondLst>
                                        </p:cTn>
                                        <p:tgtEl>
                                          <p:spTgt spid="613"/>
                                        </p:tgtEl>
                                        <p:attrNameLst>
                                          <p:attrName>style.visibility</p:attrName>
                                        </p:attrNameLst>
                                      </p:cBhvr>
                                      <p:to>
                                        <p:strVal val="visible"/>
                                      </p:to>
                                    </p:set>
                                    <p:animEffect filter="fade" transition="in">
                                      <p:cBhvr additive="repl">
                                        <p:cTn id="578" dur="500"/>
                                        <p:tgtEl>
                                          <p:spTgt spid="613"/>
                                        </p:tgtEl>
                                      </p:cBhvr>
                                    </p:animEffect>
                                  </p:childTnLst>
                                </p:cTn>
                              </p:par>
                              <p:par>
                                <p:cTn id="579" nodeType="withEffect" fill="hold" presetClass="entr" presetID="10">
                                  <p:stCondLst>
                                    <p:cond delay="0"/>
                                  </p:stCondLst>
                                  <p:childTnLst>
                                    <p:set>
                                      <p:cBhvr>
                                        <p:cTn id="580" dur="1" fill="hold">
                                          <p:stCondLst>
                                            <p:cond delay="0"/>
                                          </p:stCondLst>
                                        </p:cTn>
                                        <p:tgtEl>
                                          <p:spTgt spid="614"/>
                                        </p:tgtEl>
                                        <p:attrNameLst>
                                          <p:attrName>style.visibility</p:attrName>
                                        </p:attrNameLst>
                                      </p:cBhvr>
                                      <p:to>
                                        <p:strVal val="visible"/>
                                      </p:to>
                                    </p:set>
                                    <p:animEffect filter="fade" transition="in">
                                      <p:cBhvr additive="repl">
                                        <p:cTn id="581" dur="500"/>
                                        <p:tgtEl>
                                          <p:spTgt spid="614"/>
                                        </p:tgtEl>
                                      </p:cBhvr>
                                    </p:animEffect>
                                  </p:childTnLst>
                                </p:cTn>
                              </p:par>
                              <p:par>
                                <p:cTn id="582" nodeType="withEffect" fill="hold" presetClass="entr" presetID="10">
                                  <p:stCondLst>
                                    <p:cond delay="0"/>
                                  </p:stCondLst>
                                  <p:childTnLst>
                                    <p:set>
                                      <p:cBhvr>
                                        <p:cTn id="583" dur="1" fill="hold">
                                          <p:stCondLst>
                                            <p:cond delay="0"/>
                                          </p:stCondLst>
                                        </p:cTn>
                                        <p:tgtEl>
                                          <p:spTgt spid="615"/>
                                        </p:tgtEl>
                                        <p:attrNameLst>
                                          <p:attrName>style.visibility</p:attrName>
                                        </p:attrNameLst>
                                      </p:cBhvr>
                                      <p:to>
                                        <p:strVal val="visible"/>
                                      </p:to>
                                    </p:set>
                                    <p:animEffect filter="fade" transition="in">
                                      <p:cBhvr additive="repl">
                                        <p:cTn id="584" dur="500"/>
                                        <p:tgtEl>
                                          <p:spTgt spid="615"/>
                                        </p:tgtEl>
                                      </p:cBhvr>
                                    </p:animEffect>
                                  </p:childTnLst>
                                </p:cTn>
                              </p:par>
                              <p:par>
                                <p:cTn id="585" nodeType="withEffect" fill="hold" presetClass="entr" presetID="10">
                                  <p:stCondLst>
                                    <p:cond delay="0"/>
                                  </p:stCondLst>
                                  <p:childTnLst>
                                    <p:set>
                                      <p:cBhvr>
                                        <p:cTn id="586" dur="1" fill="hold">
                                          <p:stCondLst>
                                            <p:cond delay="0"/>
                                          </p:stCondLst>
                                        </p:cTn>
                                        <p:tgtEl>
                                          <p:spTgt spid="616"/>
                                        </p:tgtEl>
                                        <p:attrNameLst>
                                          <p:attrName>style.visibility</p:attrName>
                                        </p:attrNameLst>
                                      </p:cBhvr>
                                      <p:to>
                                        <p:strVal val="visible"/>
                                      </p:to>
                                    </p:set>
                                    <p:animEffect filter="fade" transition="in">
                                      <p:cBhvr additive="repl">
                                        <p:cTn id="587" dur="500"/>
                                        <p:tgtEl>
                                          <p:spTgt spid="61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8" name="PlaceHolder 1"/>
          <p:cNvSpPr>
            <a:spLocks noGrp="1"/>
          </p:cNvSpPr>
          <p:nvPr>
            <p:ph type="title"/>
          </p:nvPr>
        </p:nvSpPr>
        <p:spPr>
          <a:xfrm>
            <a:off x="996840" y="3033000"/>
            <a:ext cx="10523880" cy="394920"/>
          </a:xfrm>
          <a:prstGeom prst="rect">
            <a:avLst/>
          </a:prstGeom>
          <a:noFill/>
          <a:ln w="0">
            <a:noFill/>
          </a:ln>
        </p:spPr>
        <p:txBody>
          <a:bodyPr lIns="0" rIns="91440" tIns="45720" bIns="45720" anchor="t">
            <a:noAutofit/>
          </a:bodyPr>
          <a:p>
            <a:pPr indent="0" defTabSz="914400">
              <a:lnSpc>
                <a:spcPct val="100000"/>
              </a:lnSpc>
              <a:buNone/>
              <a:tabLst>
                <a:tab algn="l" pos="0"/>
              </a:tabLst>
            </a:pPr>
            <a:r>
              <a:rPr b="0" lang="en-US" sz="2400" spc="32" strike="noStrike">
                <a:solidFill>
                  <a:schemeClr val="dk1"/>
                </a:solidFill>
                <a:latin typeface="Avenir Next LT Pro"/>
                <a:ea typeface="Avenir Next"/>
              </a:rPr>
              <a:t>Valor diferencial e Innovación</a:t>
            </a:r>
            <a:endParaRPr b="0" lang="es-AR" sz="2400" spc="-1" strike="noStrike">
              <a:solidFill>
                <a:srgbClr val="000000"/>
              </a:solidFill>
              <a:latin typeface="Arial"/>
            </a:endParaRPr>
          </a:p>
        </p:txBody>
      </p:sp>
      <p:sp>
        <p:nvSpPr>
          <p:cNvPr id="619" name="PlaceHolder 2"/>
          <p:cNvSpPr>
            <a:spLocks noGrp="1"/>
          </p:cNvSpPr>
          <p:nvPr>
            <p:ph/>
          </p:nvPr>
        </p:nvSpPr>
        <p:spPr>
          <a:xfrm>
            <a:off x="996840" y="3584520"/>
            <a:ext cx="10514520" cy="438480"/>
          </a:xfrm>
          <a:prstGeom prst="rect">
            <a:avLst/>
          </a:prstGeom>
          <a:noFill/>
          <a:ln w="0">
            <a:noFill/>
          </a:ln>
        </p:spPr>
        <p:txBody>
          <a:bodyPr lIns="0" rIns="91440" tIns="45720" bIns="45720" anchor="t">
            <a:noAutofit/>
          </a:bodyPr>
          <a:p>
            <a:pPr indent="0" defTabSz="914400">
              <a:lnSpc>
                <a:spcPct val="90000"/>
              </a:lnSpc>
              <a:spcBef>
                <a:spcPts val="1001"/>
              </a:spcBef>
              <a:buNone/>
              <a:tabLst>
                <a:tab algn="l" pos="0"/>
              </a:tabLst>
            </a:pPr>
            <a:r>
              <a:rPr b="0" lang="en-US" sz="1200" spc="52" strike="noStrike">
                <a:solidFill>
                  <a:schemeClr val="dk1"/>
                </a:solidFill>
                <a:latin typeface="Avenir Next LT Pro"/>
                <a:ea typeface="Avenir Next"/>
              </a:rPr>
              <a:t>Por qué esta solución y no otra</a:t>
            </a:r>
            <a:endParaRPr b="0" lang="es-AR" sz="1200" spc="-1" strike="noStrike">
              <a:solidFill>
                <a:srgbClr val="000000"/>
              </a:solidFill>
              <a:latin typeface="Arial"/>
            </a:endParaRPr>
          </a:p>
        </p:txBody>
      </p:sp>
      <p:sp>
        <p:nvSpPr>
          <p:cNvPr id="620" name="PlaceHolder 3"/>
          <p:cNvSpPr>
            <a:spLocks noGrp="1"/>
          </p:cNvSpPr>
          <p:nvPr>
            <p:ph/>
          </p:nvPr>
        </p:nvSpPr>
        <p:spPr>
          <a:xfrm>
            <a:off x="996840" y="1550520"/>
            <a:ext cx="1470600" cy="1102320"/>
          </a:xfrm>
          <a:prstGeom prst="rect">
            <a:avLst/>
          </a:prstGeom>
          <a:noFill/>
          <a:ln w="0">
            <a:noFill/>
          </a:ln>
        </p:spPr>
        <p:txBody>
          <a:bodyPr lIns="0" rIns="91440" tIns="45720" bIns="0" anchor="b">
            <a:noAutofit/>
          </a:bodyPr>
          <a:p>
            <a:pPr indent="0" defTabSz="914400">
              <a:lnSpc>
                <a:spcPct val="90000"/>
              </a:lnSpc>
              <a:spcBef>
                <a:spcPts val="1001"/>
              </a:spcBef>
              <a:buNone/>
              <a:tabLst>
                <a:tab algn="l" pos="0"/>
              </a:tabLst>
            </a:pPr>
            <a:r>
              <a:rPr b="0" lang="en-US" sz="3200" spc="43" strike="noStrike">
                <a:solidFill>
                  <a:schemeClr val="accent1"/>
                </a:solidFill>
                <a:latin typeface="Avenir Next LT Pro"/>
                <a:ea typeface="Avenir Next"/>
              </a:rPr>
              <a:t>04</a:t>
            </a:r>
            <a:endParaRPr b="0" lang="es-AR" sz="3200" spc="-1" strike="noStrike">
              <a:solidFill>
                <a:srgbClr val="000000"/>
              </a:solidFill>
              <a:latin typeface="Arial"/>
            </a:endParaRPr>
          </a:p>
        </p:txBody>
      </p:sp>
      <p:sp>
        <p:nvSpPr>
          <p:cNvPr id="621" name="orador"/>
          <p:cNvSpPr/>
          <p:nvPr/>
        </p:nvSpPr>
        <p:spPr>
          <a:xfrm>
            <a:off x="394920" y="6540120"/>
            <a:ext cx="4998960" cy="2790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pPr>
            <a:r>
              <a:rPr b="0" lang="en-US" sz="1000" spc="-1" strike="noStrike">
                <a:solidFill>
                  <a:srgbClr val="7f7f7f"/>
                </a:solidFill>
                <a:latin typeface="Avenir Next LT Pro"/>
              </a:rPr>
              <a:t>Franco Tomás Malfetano</a:t>
            </a:r>
            <a:endParaRPr b="0" lang="es-AR" sz="1000" spc="-1" strike="noStrike">
              <a:solidFill>
                <a:srgbClr val="000000"/>
              </a:solidFill>
              <a:latin typeface="Arial"/>
            </a:endParaRPr>
          </a:p>
        </p:txBody>
      </p:sp>
      <p:sp>
        <p:nvSpPr>
          <p:cNvPr id="5" name="PlaceHolder 4"/>
          <p:cNvSpPr>
            <a:spLocks noGrp="1"/>
          </p:cNvSpPr>
          <p:nvPr>
            <p:ph type="sldNum" idx="12"/>
          </p:nvPr>
        </p:nvSpPr>
        <p:spPr/>
        <p:txBody>
          <a:bodyPr/>
          <a:p>
            <a:fld id="{C4141083-0AC4-432F-896B-65F5B9E3C549}" type="slidenum">
              <a:t>17</a:t>
            </a:fld>
          </a:p>
        </p:txBody>
      </p:sp>
    </p:spTree>
  </p:cSld>
  <mc:AlternateContent>
    <mc:Choice Requires="p14">
      <p:transition spd="med" p14:dur="600">
        <p:fade/>
      </p:transition>
    </mc:Choice>
    <mc:Fallback>
      <p:transition spd="med">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2" name="PlaceHolder 1"/>
          <p:cNvSpPr>
            <a:spLocks noGrp="1"/>
          </p:cNvSpPr>
          <p:nvPr>
            <p:ph type="title"/>
          </p:nvPr>
        </p:nvSpPr>
        <p:spPr>
          <a:xfrm>
            <a:off x="374760" y="502920"/>
            <a:ext cx="10514520" cy="1026000"/>
          </a:xfrm>
          <a:prstGeom prst="rect">
            <a:avLst/>
          </a:prstGeom>
          <a:noFill/>
          <a:ln w="0">
            <a:noFill/>
          </a:ln>
        </p:spPr>
        <p:txBody>
          <a:bodyPr lIns="0" rIns="91440" tIns="45720" bIns="45720" anchor="t">
            <a:noAutofit/>
          </a:bodyPr>
          <a:p>
            <a:pPr indent="0" defTabSz="914400">
              <a:lnSpc>
                <a:spcPct val="90000"/>
              </a:lnSpc>
              <a:buNone/>
              <a:tabLst>
                <a:tab algn="l" pos="0"/>
              </a:tabLst>
            </a:pPr>
            <a:r>
              <a:rPr b="0" lang="en-US" sz="2400" spc="63" strike="noStrike">
                <a:solidFill>
                  <a:schemeClr val="dk1"/>
                </a:solidFill>
                <a:latin typeface="Avenir Next LT Pro"/>
                <a:ea typeface="Avenir Next"/>
              </a:rPr>
              <a:t>Precisa, honesta, clara y verificada</a:t>
            </a:r>
            <a:endParaRPr b="0" lang="es-AR" sz="2400" spc="-1" strike="noStrike">
              <a:solidFill>
                <a:srgbClr val="000000"/>
              </a:solidFill>
              <a:latin typeface="Arial"/>
            </a:endParaRPr>
          </a:p>
        </p:txBody>
      </p:sp>
      <p:sp>
        <p:nvSpPr>
          <p:cNvPr id="623" name="PlaceHolder 2"/>
          <p:cNvSpPr>
            <a:spLocks noGrp="1"/>
          </p:cNvSpPr>
          <p:nvPr>
            <p:ph/>
          </p:nvPr>
        </p:nvSpPr>
        <p:spPr>
          <a:xfrm>
            <a:off x="394920" y="286920"/>
            <a:ext cx="3901320" cy="214920"/>
          </a:xfrm>
          <a:prstGeom prst="rect">
            <a:avLst/>
          </a:prstGeom>
          <a:noFill/>
          <a:ln w="0">
            <a:noFill/>
          </a:ln>
        </p:spPr>
        <p:txBody>
          <a:bodyPr lIns="0" rIns="91440" tIns="45720" bIns="45720" anchor="t">
            <a:noAutofit/>
          </a:bodyPr>
          <a:p>
            <a:pPr indent="0" defTabSz="914400">
              <a:lnSpc>
                <a:spcPct val="90000"/>
              </a:lnSpc>
              <a:spcBef>
                <a:spcPts val="1001"/>
              </a:spcBef>
              <a:buNone/>
              <a:tabLst>
                <a:tab algn="l" pos="0"/>
              </a:tabLst>
            </a:pPr>
            <a:r>
              <a:rPr b="0" lang="en-US" sz="900" spc="293" strike="noStrike" cap="all">
                <a:solidFill>
                  <a:schemeClr val="accent1"/>
                </a:solidFill>
                <a:latin typeface="Avenir Next LT Pro"/>
                <a:ea typeface="Avenir Next"/>
              </a:rPr>
              <a:t>04 · Valor diferencial e innovación</a:t>
            </a:r>
            <a:endParaRPr b="0" lang="es-AR" sz="900" spc="-1" strike="noStrike">
              <a:solidFill>
                <a:srgbClr val="000000"/>
              </a:solidFill>
              <a:latin typeface="Arial"/>
            </a:endParaRPr>
          </a:p>
        </p:txBody>
      </p:sp>
      <p:sp>
        <p:nvSpPr>
          <p:cNvPr id="624" name="PlaceHolder 3"/>
          <p:cNvSpPr>
            <a:spLocks noGrp="1"/>
          </p:cNvSpPr>
          <p:nvPr>
            <p:ph type="sldNum" idx="68"/>
          </p:nvPr>
        </p:nvSpPr>
        <p:spPr>
          <a:xfrm>
            <a:off x="11521440" y="6486120"/>
            <a:ext cx="319680" cy="36396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150074B6-D548-4D49-B51F-48740524A70F}"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
        <p:nvSpPr>
          <p:cNvPr id="625" name="c1_fondo"/>
          <p:cNvSpPr/>
          <p:nvPr/>
        </p:nvSpPr>
        <p:spPr>
          <a:xfrm>
            <a:off x="374760" y="1600200"/>
            <a:ext cx="2696400" cy="4205160"/>
          </a:xfrm>
          <a:prstGeom prst="rect">
            <a:avLst/>
          </a:prstGeom>
          <a:solidFill>
            <a:srgbClr val="f3f3f3"/>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626" name="c1_acento"/>
          <p:cNvSpPr/>
          <p:nvPr/>
        </p:nvSpPr>
        <p:spPr>
          <a:xfrm>
            <a:off x="374760" y="1600200"/>
            <a:ext cx="2696400" cy="72000"/>
          </a:xfrm>
          <a:prstGeom prst="rect">
            <a:avLst/>
          </a:prstGeom>
          <a:solidFill>
            <a:srgbClr val="1700f3"/>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defTabSz="914400">
              <a:lnSpc>
                <a:spcPct val="100000"/>
              </a:lnSpc>
            </a:pPr>
            <a:endParaRPr b="0" lang="en-US" sz="1800" spc="-1" strike="noStrike">
              <a:solidFill>
                <a:schemeClr val="lt1"/>
              </a:solidFill>
              <a:latin typeface="Avenir Next LT Pro"/>
            </a:endParaRPr>
          </a:p>
        </p:txBody>
      </p:sp>
      <p:pic>
        <p:nvPicPr>
          <p:cNvPr id="627" name="c1_icono" descr="image19.png"/>
          <p:cNvPicPr/>
          <p:nvPr/>
        </p:nvPicPr>
        <p:blipFill>
          <a:blip r:embed="rId1"/>
          <a:stretch/>
        </p:blipFill>
        <p:spPr>
          <a:xfrm>
            <a:off x="1175040" y="2011680"/>
            <a:ext cx="1096200" cy="1096200"/>
          </a:xfrm>
          <a:prstGeom prst="rect">
            <a:avLst/>
          </a:prstGeom>
          <a:ln w="0">
            <a:noFill/>
          </a:ln>
        </p:spPr>
      </p:pic>
      <p:sp>
        <p:nvSpPr>
          <p:cNvPr id="628" name="c1_adj"/>
          <p:cNvSpPr/>
          <p:nvPr/>
        </p:nvSpPr>
        <p:spPr>
          <a:xfrm>
            <a:off x="603360" y="3337560"/>
            <a:ext cx="2239200" cy="42660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2800" spc="-1" strike="noStrike">
                <a:solidFill>
                  <a:srgbClr val="1700f3"/>
                </a:solidFill>
                <a:latin typeface="Avenir Next LT Pro"/>
              </a:rPr>
              <a:t>Precisa</a:t>
            </a:r>
            <a:endParaRPr b="0" lang="es-AR" sz="2800" spc="-1" strike="noStrike">
              <a:solidFill>
                <a:srgbClr val="000000"/>
              </a:solidFill>
              <a:latin typeface="Arial"/>
            </a:endParaRPr>
          </a:p>
        </p:txBody>
      </p:sp>
      <p:sp>
        <p:nvSpPr>
          <p:cNvPr id="629" name="c1_txt"/>
          <p:cNvSpPr/>
          <p:nvPr/>
        </p:nvSpPr>
        <p:spPr>
          <a:xfrm>
            <a:off x="649080" y="4069080"/>
            <a:ext cx="2147760" cy="114264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1500" spc="-1" strike="noStrike">
                <a:solidFill>
                  <a:srgbClr val="00095b"/>
                </a:solidFill>
                <a:latin typeface="Avenir Next LT Pro"/>
              </a:rPr>
              <a:t>Cada Ranger tiene su propio calendario, según sus kilómetros reales, no una fecha fija.</a:t>
            </a:r>
            <a:endParaRPr b="0" lang="es-AR" sz="1500" spc="-1" strike="noStrike">
              <a:solidFill>
                <a:srgbClr val="000000"/>
              </a:solidFill>
              <a:latin typeface="Arial"/>
            </a:endParaRPr>
          </a:p>
        </p:txBody>
      </p:sp>
      <p:sp>
        <p:nvSpPr>
          <p:cNvPr id="630" name="c2_fondo"/>
          <p:cNvSpPr/>
          <p:nvPr/>
        </p:nvSpPr>
        <p:spPr>
          <a:xfrm>
            <a:off x="3282840" y="1600200"/>
            <a:ext cx="2696400" cy="4205160"/>
          </a:xfrm>
          <a:prstGeom prst="rect">
            <a:avLst/>
          </a:prstGeom>
          <a:solidFill>
            <a:srgbClr val="f3f3f3"/>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631" name="c2_acento"/>
          <p:cNvSpPr/>
          <p:nvPr/>
        </p:nvSpPr>
        <p:spPr>
          <a:xfrm>
            <a:off x="3282840" y="1600200"/>
            <a:ext cx="2696400" cy="72000"/>
          </a:xfrm>
          <a:prstGeom prst="rect">
            <a:avLst/>
          </a:prstGeom>
          <a:solidFill>
            <a:srgbClr val="1700f3"/>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defTabSz="914400">
              <a:lnSpc>
                <a:spcPct val="100000"/>
              </a:lnSpc>
            </a:pPr>
            <a:endParaRPr b="0" lang="en-US" sz="1800" spc="-1" strike="noStrike">
              <a:solidFill>
                <a:schemeClr val="lt1"/>
              </a:solidFill>
              <a:latin typeface="Avenir Next LT Pro"/>
            </a:endParaRPr>
          </a:p>
        </p:txBody>
      </p:sp>
      <p:pic>
        <p:nvPicPr>
          <p:cNvPr id="632" name="c2_icono" descr="image13.png"/>
          <p:cNvPicPr/>
          <p:nvPr/>
        </p:nvPicPr>
        <p:blipFill>
          <a:blip r:embed="rId2"/>
          <a:stretch/>
        </p:blipFill>
        <p:spPr>
          <a:xfrm>
            <a:off x="4082760" y="2011680"/>
            <a:ext cx="1096200" cy="1096200"/>
          </a:xfrm>
          <a:prstGeom prst="rect">
            <a:avLst/>
          </a:prstGeom>
          <a:ln w="0">
            <a:noFill/>
          </a:ln>
        </p:spPr>
      </p:pic>
      <p:sp>
        <p:nvSpPr>
          <p:cNvPr id="633" name="c2_adj"/>
          <p:cNvSpPr/>
          <p:nvPr/>
        </p:nvSpPr>
        <p:spPr>
          <a:xfrm>
            <a:off x="3511440" y="3337560"/>
            <a:ext cx="2239200" cy="42660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2800" spc="-1" strike="noStrike">
                <a:solidFill>
                  <a:srgbClr val="1700f3"/>
                </a:solidFill>
                <a:latin typeface="Avenir Next LT Pro"/>
              </a:rPr>
              <a:t>Honesta</a:t>
            </a:r>
            <a:endParaRPr b="0" lang="es-AR" sz="2800" spc="-1" strike="noStrike">
              <a:solidFill>
                <a:srgbClr val="000000"/>
              </a:solidFill>
              <a:latin typeface="Arial"/>
            </a:endParaRPr>
          </a:p>
        </p:txBody>
      </p:sp>
      <p:sp>
        <p:nvSpPr>
          <p:cNvPr id="634" name="c2_txt"/>
          <p:cNvSpPr/>
          <p:nvPr/>
        </p:nvSpPr>
        <p:spPr>
          <a:xfrm>
            <a:off x="3557160" y="4069080"/>
            <a:ext cx="2147760" cy="114264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1500" spc="-1" strike="noStrike">
                <a:solidFill>
                  <a:srgbClr val="00095b"/>
                </a:solidFill>
                <a:latin typeface="Avenir Next LT Pro"/>
              </a:rPr>
              <a:t>Sus resultados se sostienen: descartamos los datos que la hacían parecer mejor de lo que era.</a:t>
            </a:r>
            <a:endParaRPr b="0" lang="es-AR" sz="1500" spc="-1" strike="noStrike">
              <a:solidFill>
                <a:srgbClr val="000000"/>
              </a:solidFill>
              <a:latin typeface="Arial"/>
            </a:endParaRPr>
          </a:p>
        </p:txBody>
      </p:sp>
      <p:sp>
        <p:nvSpPr>
          <p:cNvPr id="635" name="c3_fondo"/>
          <p:cNvSpPr/>
          <p:nvPr/>
        </p:nvSpPr>
        <p:spPr>
          <a:xfrm>
            <a:off x="6190560" y="1600200"/>
            <a:ext cx="2696400" cy="4205160"/>
          </a:xfrm>
          <a:prstGeom prst="rect">
            <a:avLst/>
          </a:prstGeom>
          <a:solidFill>
            <a:srgbClr val="f3f3f3"/>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636" name="c3_acento"/>
          <p:cNvSpPr/>
          <p:nvPr/>
        </p:nvSpPr>
        <p:spPr>
          <a:xfrm>
            <a:off x="6190560" y="1600200"/>
            <a:ext cx="2696400" cy="72000"/>
          </a:xfrm>
          <a:prstGeom prst="rect">
            <a:avLst/>
          </a:prstGeom>
          <a:solidFill>
            <a:srgbClr val="1700f3"/>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defTabSz="914400">
              <a:lnSpc>
                <a:spcPct val="100000"/>
              </a:lnSpc>
            </a:pPr>
            <a:endParaRPr b="0" lang="en-US" sz="1800" spc="-1" strike="noStrike">
              <a:solidFill>
                <a:schemeClr val="lt1"/>
              </a:solidFill>
              <a:latin typeface="Avenir Next LT Pro"/>
            </a:endParaRPr>
          </a:p>
        </p:txBody>
      </p:sp>
      <p:pic>
        <p:nvPicPr>
          <p:cNvPr id="637" name="c3_icono" descr="image15.png"/>
          <p:cNvPicPr/>
          <p:nvPr/>
        </p:nvPicPr>
        <p:blipFill>
          <a:blip r:embed="rId3"/>
          <a:stretch/>
        </p:blipFill>
        <p:spPr>
          <a:xfrm>
            <a:off x="6990480" y="2011680"/>
            <a:ext cx="1096200" cy="1096200"/>
          </a:xfrm>
          <a:prstGeom prst="rect">
            <a:avLst/>
          </a:prstGeom>
          <a:ln w="0">
            <a:noFill/>
          </a:ln>
        </p:spPr>
      </p:pic>
      <p:sp>
        <p:nvSpPr>
          <p:cNvPr id="638" name="c3_adj"/>
          <p:cNvSpPr/>
          <p:nvPr/>
        </p:nvSpPr>
        <p:spPr>
          <a:xfrm>
            <a:off x="6419160" y="3337560"/>
            <a:ext cx="2239200" cy="42660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2800" spc="-1" strike="noStrike">
                <a:solidFill>
                  <a:srgbClr val="1700f3"/>
                </a:solidFill>
                <a:latin typeface="Avenir Next LT Pro"/>
              </a:rPr>
              <a:t>Clara</a:t>
            </a:r>
            <a:endParaRPr b="0" lang="es-AR" sz="2800" spc="-1" strike="noStrike">
              <a:solidFill>
                <a:srgbClr val="000000"/>
              </a:solidFill>
              <a:latin typeface="Arial"/>
            </a:endParaRPr>
          </a:p>
        </p:txBody>
      </p:sp>
      <p:sp>
        <p:nvSpPr>
          <p:cNvPr id="639" name="c3_txt"/>
          <p:cNvSpPr/>
          <p:nvPr/>
        </p:nvSpPr>
        <p:spPr>
          <a:xfrm>
            <a:off x="6464880" y="4069080"/>
            <a:ext cx="2147760" cy="91404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1500" spc="-1" strike="noStrike">
                <a:solidFill>
                  <a:srgbClr val="00095b"/>
                </a:solidFill>
                <a:latin typeface="Avenir Next LT Pro"/>
              </a:rPr>
              <a:t>Cada caso llega explicado, en palabras que el asesor puede usar con el cliente.</a:t>
            </a:r>
            <a:endParaRPr b="0" lang="es-AR" sz="1500" spc="-1" strike="noStrike">
              <a:solidFill>
                <a:srgbClr val="000000"/>
              </a:solidFill>
              <a:latin typeface="Arial"/>
            </a:endParaRPr>
          </a:p>
        </p:txBody>
      </p:sp>
      <p:sp>
        <p:nvSpPr>
          <p:cNvPr id="640" name="c4_fondo"/>
          <p:cNvSpPr/>
          <p:nvPr/>
        </p:nvSpPr>
        <p:spPr>
          <a:xfrm>
            <a:off x="9098280" y="1600200"/>
            <a:ext cx="2696400" cy="4205160"/>
          </a:xfrm>
          <a:prstGeom prst="rect">
            <a:avLst/>
          </a:prstGeom>
          <a:solidFill>
            <a:srgbClr val="f3f3f3"/>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641" name="c4_acento"/>
          <p:cNvSpPr/>
          <p:nvPr/>
        </p:nvSpPr>
        <p:spPr>
          <a:xfrm>
            <a:off x="9098280" y="1600200"/>
            <a:ext cx="2696400" cy="72000"/>
          </a:xfrm>
          <a:prstGeom prst="rect">
            <a:avLst/>
          </a:prstGeom>
          <a:solidFill>
            <a:srgbClr val="1700f3"/>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defTabSz="914400">
              <a:lnSpc>
                <a:spcPct val="100000"/>
              </a:lnSpc>
            </a:pPr>
            <a:endParaRPr b="0" lang="en-US" sz="1800" spc="-1" strike="noStrike">
              <a:solidFill>
                <a:schemeClr val="lt1"/>
              </a:solidFill>
              <a:latin typeface="Avenir Next LT Pro"/>
            </a:endParaRPr>
          </a:p>
        </p:txBody>
      </p:sp>
      <p:pic>
        <p:nvPicPr>
          <p:cNvPr id="642" name="c4_icono" descr="image14.png"/>
          <p:cNvPicPr/>
          <p:nvPr/>
        </p:nvPicPr>
        <p:blipFill>
          <a:blip r:embed="rId4"/>
          <a:stretch/>
        </p:blipFill>
        <p:spPr>
          <a:xfrm>
            <a:off x="9898560" y="2011680"/>
            <a:ext cx="1096200" cy="1096200"/>
          </a:xfrm>
          <a:prstGeom prst="rect">
            <a:avLst/>
          </a:prstGeom>
          <a:ln w="0">
            <a:noFill/>
          </a:ln>
        </p:spPr>
      </p:pic>
      <p:sp>
        <p:nvSpPr>
          <p:cNvPr id="643" name="c4_adj"/>
          <p:cNvSpPr/>
          <p:nvPr/>
        </p:nvSpPr>
        <p:spPr>
          <a:xfrm>
            <a:off x="9326880" y="3337560"/>
            <a:ext cx="2239200" cy="42660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2800" spc="-1" strike="noStrike">
                <a:solidFill>
                  <a:srgbClr val="1700f3"/>
                </a:solidFill>
                <a:latin typeface="Avenir Next LT Pro"/>
              </a:rPr>
              <a:t>Verificada</a:t>
            </a:r>
            <a:endParaRPr b="0" lang="es-AR" sz="2800" spc="-1" strike="noStrike">
              <a:solidFill>
                <a:srgbClr val="000000"/>
              </a:solidFill>
              <a:latin typeface="Arial"/>
            </a:endParaRPr>
          </a:p>
        </p:txBody>
      </p:sp>
      <p:sp>
        <p:nvSpPr>
          <p:cNvPr id="644" name="c4_txt"/>
          <p:cNvSpPr/>
          <p:nvPr/>
        </p:nvSpPr>
        <p:spPr>
          <a:xfrm>
            <a:off x="9372600" y="4069080"/>
            <a:ext cx="2147760" cy="114264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1500" spc="-1" strike="noStrike">
                <a:solidFill>
                  <a:srgbClr val="00095b"/>
                </a:solidFill>
                <a:latin typeface="Avenir Next LT Pro"/>
              </a:rPr>
              <a:t>Contrastada con una solución hecha por separado: confirmó el enfoque y corrigió un detalle.</a:t>
            </a:r>
            <a:endParaRPr b="0" lang="es-AR" sz="1500" spc="-1" strike="noStrike">
              <a:solidFill>
                <a:srgbClr val="000000"/>
              </a:solidFill>
              <a:latin typeface="Arial"/>
            </a:endParaRPr>
          </a:p>
        </p:txBody>
      </p:sp>
      <p:sp>
        <p:nvSpPr>
          <p:cNvPr id="645" name="orador"/>
          <p:cNvSpPr/>
          <p:nvPr/>
        </p:nvSpPr>
        <p:spPr>
          <a:xfrm>
            <a:off x="394920" y="6540120"/>
            <a:ext cx="4998960" cy="2790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pPr>
            <a:r>
              <a:rPr b="0" lang="en-US" sz="1000" spc="-1" strike="noStrike">
                <a:solidFill>
                  <a:srgbClr val="7f7f7f"/>
                </a:solidFill>
                <a:latin typeface="Avenir Next LT Pro"/>
              </a:rPr>
              <a:t>Franco Tomás Malfetano</a:t>
            </a:r>
            <a:endParaRPr b="0" lang="es-AR" sz="1000" spc="-1" strike="noStrike">
              <a:solidFill>
                <a:srgbClr val="000000"/>
              </a:solidFill>
              <a:latin typeface="Arial"/>
            </a:endParaRPr>
          </a:p>
        </p:txBody>
      </p:sp>
    </p:spTree>
  </p:cSld>
  <mc:AlternateContent>
    <mc:Choice Requires="p14">
      <p:transition spd="med" p14:dur="600">
        <p:fade/>
      </p:transition>
    </mc:Choice>
    <mc:Fallback>
      <p:transition spd="med">
        <p:fade/>
      </p:transition>
    </mc:Fallback>
  </mc:AlternateContent>
  <p:timing>
    <p:tnLst>
      <p:par>
        <p:cTn id="588" dur="indefinite" restart="never" nodeType="tmRoot">
          <p:childTnLst>
            <p:seq>
              <p:cTn id="589" dur="indefinite" nodeType="mainSeq">
                <p:childTnLst>
                  <p:par>
                    <p:cTn id="590" fill="hold">
                      <p:stCondLst>
                        <p:cond delay="indefinite"/>
                      </p:stCondLst>
                      <p:childTnLst>
                        <p:par>
                          <p:cTn id="591" fill="hold">
                            <p:stCondLst>
                              <p:cond delay="0"/>
                            </p:stCondLst>
                            <p:childTnLst>
                              <p:par>
                                <p:cTn id="592" nodeType="clickEffect" fill="hold" presetClass="entr" presetID="10">
                                  <p:stCondLst>
                                    <p:cond delay="0"/>
                                  </p:stCondLst>
                                  <p:childTnLst>
                                    <p:set>
                                      <p:cBhvr>
                                        <p:cTn id="593" dur="1" fill="hold">
                                          <p:stCondLst>
                                            <p:cond delay="0"/>
                                          </p:stCondLst>
                                        </p:cTn>
                                        <p:tgtEl>
                                          <p:spTgt spid="625"/>
                                        </p:tgtEl>
                                        <p:attrNameLst>
                                          <p:attrName>style.visibility</p:attrName>
                                        </p:attrNameLst>
                                      </p:cBhvr>
                                      <p:to>
                                        <p:strVal val="visible"/>
                                      </p:to>
                                    </p:set>
                                    <p:animEffect filter="fade" transition="in">
                                      <p:cBhvr additive="repl">
                                        <p:cTn id="594" dur="500"/>
                                        <p:tgtEl>
                                          <p:spTgt spid="625"/>
                                        </p:tgtEl>
                                      </p:cBhvr>
                                    </p:animEffect>
                                  </p:childTnLst>
                                </p:cTn>
                              </p:par>
                              <p:par>
                                <p:cTn id="595" nodeType="withEffect" fill="hold" presetClass="entr" presetID="10">
                                  <p:stCondLst>
                                    <p:cond delay="0"/>
                                  </p:stCondLst>
                                  <p:childTnLst>
                                    <p:set>
                                      <p:cBhvr>
                                        <p:cTn id="596" dur="1" fill="hold">
                                          <p:stCondLst>
                                            <p:cond delay="0"/>
                                          </p:stCondLst>
                                        </p:cTn>
                                        <p:tgtEl>
                                          <p:spTgt spid="626"/>
                                        </p:tgtEl>
                                        <p:attrNameLst>
                                          <p:attrName>style.visibility</p:attrName>
                                        </p:attrNameLst>
                                      </p:cBhvr>
                                      <p:to>
                                        <p:strVal val="visible"/>
                                      </p:to>
                                    </p:set>
                                    <p:animEffect filter="fade" transition="in">
                                      <p:cBhvr additive="repl">
                                        <p:cTn id="597" dur="500"/>
                                        <p:tgtEl>
                                          <p:spTgt spid="626"/>
                                        </p:tgtEl>
                                      </p:cBhvr>
                                    </p:animEffect>
                                  </p:childTnLst>
                                </p:cTn>
                              </p:par>
                              <p:par>
                                <p:cTn id="598" nodeType="withEffect" fill="hold" presetClass="entr" presetID="10">
                                  <p:stCondLst>
                                    <p:cond delay="0"/>
                                  </p:stCondLst>
                                  <p:childTnLst>
                                    <p:set>
                                      <p:cBhvr>
                                        <p:cTn id="599" dur="1" fill="hold">
                                          <p:stCondLst>
                                            <p:cond delay="0"/>
                                          </p:stCondLst>
                                        </p:cTn>
                                        <p:tgtEl>
                                          <p:spTgt spid="627"/>
                                        </p:tgtEl>
                                        <p:attrNameLst>
                                          <p:attrName>style.visibility</p:attrName>
                                        </p:attrNameLst>
                                      </p:cBhvr>
                                      <p:to>
                                        <p:strVal val="visible"/>
                                      </p:to>
                                    </p:set>
                                    <p:animEffect filter="fade" transition="in">
                                      <p:cBhvr additive="repl">
                                        <p:cTn id="600" dur="500"/>
                                        <p:tgtEl>
                                          <p:spTgt spid="627"/>
                                        </p:tgtEl>
                                      </p:cBhvr>
                                    </p:animEffect>
                                  </p:childTnLst>
                                </p:cTn>
                              </p:par>
                              <p:par>
                                <p:cTn id="601" nodeType="withEffect" fill="hold" presetClass="entr" presetID="10">
                                  <p:stCondLst>
                                    <p:cond delay="0"/>
                                  </p:stCondLst>
                                  <p:childTnLst>
                                    <p:set>
                                      <p:cBhvr>
                                        <p:cTn id="602" dur="1" fill="hold">
                                          <p:stCondLst>
                                            <p:cond delay="0"/>
                                          </p:stCondLst>
                                        </p:cTn>
                                        <p:tgtEl>
                                          <p:spTgt spid="628"/>
                                        </p:tgtEl>
                                        <p:attrNameLst>
                                          <p:attrName>style.visibility</p:attrName>
                                        </p:attrNameLst>
                                      </p:cBhvr>
                                      <p:to>
                                        <p:strVal val="visible"/>
                                      </p:to>
                                    </p:set>
                                    <p:animEffect filter="fade" transition="in">
                                      <p:cBhvr additive="repl">
                                        <p:cTn id="603" dur="500"/>
                                        <p:tgtEl>
                                          <p:spTgt spid="628"/>
                                        </p:tgtEl>
                                      </p:cBhvr>
                                    </p:animEffect>
                                  </p:childTnLst>
                                </p:cTn>
                              </p:par>
                              <p:par>
                                <p:cTn id="604" nodeType="withEffect" fill="hold" presetClass="entr" presetID="10">
                                  <p:stCondLst>
                                    <p:cond delay="0"/>
                                  </p:stCondLst>
                                  <p:childTnLst>
                                    <p:set>
                                      <p:cBhvr>
                                        <p:cTn id="605" dur="1" fill="hold">
                                          <p:stCondLst>
                                            <p:cond delay="0"/>
                                          </p:stCondLst>
                                        </p:cTn>
                                        <p:tgtEl>
                                          <p:spTgt spid="629"/>
                                        </p:tgtEl>
                                        <p:attrNameLst>
                                          <p:attrName>style.visibility</p:attrName>
                                        </p:attrNameLst>
                                      </p:cBhvr>
                                      <p:to>
                                        <p:strVal val="visible"/>
                                      </p:to>
                                    </p:set>
                                    <p:animEffect filter="fade" transition="in">
                                      <p:cBhvr additive="repl">
                                        <p:cTn id="606" dur="500"/>
                                        <p:tgtEl>
                                          <p:spTgt spid="629"/>
                                        </p:tgtEl>
                                      </p:cBhvr>
                                    </p:animEffect>
                                  </p:childTnLst>
                                </p:cTn>
                              </p:par>
                            </p:childTnLst>
                          </p:cTn>
                        </p:par>
                      </p:childTnLst>
                    </p:cTn>
                  </p:par>
                  <p:par>
                    <p:cTn id="607" fill="hold">
                      <p:stCondLst>
                        <p:cond delay="indefinite"/>
                      </p:stCondLst>
                      <p:childTnLst>
                        <p:par>
                          <p:cTn id="608" fill="hold">
                            <p:stCondLst>
                              <p:cond delay="0"/>
                            </p:stCondLst>
                            <p:childTnLst>
                              <p:par>
                                <p:cTn id="609" nodeType="clickEffect" fill="hold" presetClass="entr" presetID="10">
                                  <p:stCondLst>
                                    <p:cond delay="0"/>
                                  </p:stCondLst>
                                  <p:childTnLst>
                                    <p:set>
                                      <p:cBhvr>
                                        <p:cTn id="610" dur="1" fill="hold">
                                          <p:stCondLst>
                                            <p:cond delay="0"/>
                                          </p:stCondLst>
                                        </p:cTn>
                                        <p:tgtEl>
                                          <p:spTgt spid="630"/>
                                        </p:tgtEl>
                                        <p:attrNameLst>
                                          <p:attrName>style.visibility</p:attrName>
                                        </p:attrNameLst>
                                      </p:cBhvr>
                                      <p:to>
                                        <p:strVal val="visible"/>
                                      </p:to>
                                    </p:set>
                                    <p:animEffect filter="fade" transition="in">
                                      <p:cBhvr additive="repl">
                                        <p:cTn id="611" dur="500"/>
                                        <p:tgtEl>
                                          <p:spTgt spid="630"/>
                                        </p:tgtEl>
                                      </p:cBhvr>
                                    </p:animEffect>
                                  </p:childTnLst>
                                </p:cTn>
                              </p:par>
                              <p:par>
                                <p:cTn id="612" nodeType="withEffect" fill="hold" presetClass="entr" presetID="10">
                                  <p:stCondLst>
                                    <p:cond delay="0"/>
                                  </p:stCondLst>
                                  <p:childTnLst>
                                    <p:set>
                                      <p:cBhvr>
                                        <p:cTn id="613" dur="1" fill="hold">
                                          <p:stCondLst>
                                            <p:cond delay="0"/>
                                          </p:stCondLst>
                                        </p:cTn>
                                        <p:tgtEl>
                                          <p:spTgt spid="631"/>
                                        </p:tgtEl>
                                        <p:attrNameLst>
                                          <p:attrName>style.visibility</p:attrName>
                                        </p:attrNameLst>
                                      </p:cBhvr>
                                      <p:to>
                                        <p:strVal val="visible"/>
                                      </p:to>
                                    </p:set>
                                    <p:animEffect filter="fade" transition="in">
                                      <p:cBhvr additive="repl">
                                        <p:cTn id="614" dur="500"/>
                                        <p:tgtEl>
                                          <p:spTgt spid="631"/>
                                        </p:tgtEl>
                                      </p:cBhvr>
                                    </p:animEffect>
                                  </p:childTnLst>
                                </p:cTn>
                              </p:par>
                              <p:par>
                                <p:cTn id="615" nodeType="withEffect" fill="hold" presetClass="entr" presetID="10">
                                  <p:stCondLst>
                                    <p:cond delay="0"/>
                                  </p:stCondLst>
                                  <p:childTnLst>
                                    <p:set>
                                      <p:cBhvr>
                                        <p:cTn id="616" dur="1" fill="hold">
                                          <p:stCondLst>
                                            <p:cond delay="0"/>
                                          </p:stCondLst>
                                        </p:cTn>
                                        <p:tgtEl>
                                          <p:spTgt spid="632"/>
                                        </p:tgtEl>
                                        <p:attrNameLst>
                                          <p:attrName>style.visibility</p:attrName>
                                        </p:attrNameLst>
                                      </p:cBhvr>
                                      <p:to>
                                        <p:strVal val="visible"/>
                                      </p:to>
                                    </p:set>
                                    <p:animEffect filter="fade" transition="in">
                                      <p:cBhvr additive="repl">
                                        <p:cTn id="617" dur="500"/>
                                        <p:tgtEl>
                                          <p:spTgt spid="632"/>
                                        </p:tgtEl>
                                      </p:cBhvr>
                                    </p:animEffect>
                                  </p:childTnLst>
                                </p:cTn>
                              </p:par>
                              <p:par>
                                <p:cTn id="618" nodeType="withEffect" fill="hold" presetClass="entr" presetID="10">
                                  <p:stCondLst>
                                    <p:cond delay="0"/>
                                  </p:stCondLst>
                                  <p:childTnLst>
                                    <p:set>
                                      <p:cBhvr>
                                        <p:cTn id="619" dur="1" fill="hold">
                                          <p:stCondLst>
                                            <p:cond delay="0"/>
                                          </p:stCondLst>
                                        </p:cTn>
                                        <p:tgtEl>
                                          <p:spTgt spid="633"/>
                                        </p:tgtEl>
                                        <p:attrNameLst>
                                          <p:attrName>style.visibility</p:attrName>
                                        </p:attrNameLst>
                                      </p:cBhvr>
                                      <p:to>
                                        <p:strVal val="visible"/>
                                      </p:to>
                                    </p:set>
                                    <p:animEffect filter="fade" transition="in">
                                      <p:cBhvr additive="repl">
                                        <p:cTn id="620" dur="500"/>
                                        <p:tgtEl>
                                          <p:spTgt spid="633"/>
                                        </p:tgtEl>
                                      </p:cBhvr>
                                    </p:animEffect>
                                  </p:childTnLst>
                                </p:cTn>
                              </p:par>
                              <p:par>
                                <p:cTn id="621" nodeType="withEffect" fill="hold" presetClass="entr" presetID="10">
                                  <p:stCondLst>
                                    <p:cond delay="0"/>
                                  </p:stCondLst>
                                  <p:childTnLst>
                                    <p:set>
                                      <p:cBhvr>
                                        <p:cTn id="622" dur="1" fill="hold">
                                          <p:stCondLst>
                                            <p:cond delay="0"/>
                                          </p:stCondLst>
                                        </p:cTn>
                                        <p:tgtEl>
                                          <p:spTgt spid="634"/>
                                        </p:tgtEl>
                                        <p:attrNameLst>
                                          <p:attrName>style.visibility</p:attrName>
                                        </p:attrNameLst>
                                      </p:cBhvr>
                                      <p:to>
                                        <p:strVal val="visible"/>
                                      </p:to>
                                    </p:set>
                                    <p:animEffect filter="fade" transition="in">
                                      <p:cBhvr additive="repl">
                                        <p:cTn id="623" dur="500"/>
                                        <p:tgtEl>
                                          <p:spTgt spid="634"/>
                                        </p:tgtEl>
                                      </p:cBhvr>
                                    </p:animEffect>
                                  </p:childTnLst>
                                </p:cTn>
                              </p:par>
                            </p:childTnLst>
                          </p:cTn>
                        </p:par>
                      </p:childTnLst>
                    </p:cTn>
                  </p:par>
                  <p:par>
                    <p:cTn id="624" fill="hold">
                      <p:stCondLst>
                        <p:cond delay="indefinite"/>
                      </p:stCondLst>
                      <p:childTnLst>
                        <p:par>
                          <p:cTn id="625" fill="hold">
                            <p:stCondLst>
                              <p:cond delay="0"/>
                            </p:stCondLst>
                            <p:childTnLst>
                              <p:par>
                                <p:cTn id="626" nodeType="clickEffect" fill="hold" presetClass="entr" presetID="10">
                                  <p:stCondLst>
                                    <p:cond delay="0"/>
                                  </p:stCondLst>
                                  <p:childTnLst>
                                    <p:set>
                                      <p:cBhvr>
                                        <p:cTn id="627" dur="1" fill="hold">
                                          <p:stCondLst>
                                            <p:cond delay="0"/>
                                          </p:stCondLst>
                                        </p:cTn>
                                        <p:tgtEl>
                                          <p:spTgt spid="635"/>
                                        </p:tgtEl>
                                        <p:attrNameLst>
                                          <p:attrName>style.visibility</p:attrName>
                                        </p:attrNameLst>
                                      </p:cBhvr>
                                      <p:to>
                                        <p:strVal val="visible"/>
                                      </p:to>
                                    </p:set>
                                    <p:animEffect filter="fade" transition="in">
                                      <p:cBhvr additive="repl">
                                        <p:cTn id="628" dur="500"/>
                                        <p:tgtEl>
                                          <p:spTgt spid="635"/>
                                        </p:tgtEl>
                                      </p:cBhvr>
                                    </p:animEffect>
                                  </p:childTnLst>
                                </p:cTn>
                              </p:par>
                              <p:par>
                                <p:cTn id="629" nodeType="withEffect" fill="hold" presetClass="entr" presetID="10">
                                  <p:stCondLst>
                                    <p:cond delay="0"/>
                                  </p:stCondLst>
                                  <p:childTnLst>
                                    <p:set>
                                      <p:cBhvr>
                                        <p:cTn id="630" dur="1" fill="hold">
                                          <p:stCondLst>
                                            <p:cond delay="0"/>
                                          </p:stCondLst>
                                        </p:cTn>
                                        <p:tgtEl>
                                          <p:spTgt spid="636"/>
                                        </p:tgtEl>
                                        <p:attrNameLst>
                                          <p:attrName>style.visibility</p:attrName>
                                        </p:attrNameLst>
                                      </p:cBhvr>
                                      <p:to>
                                        <p:strVal val="visible"/>
                                      </p:to>
                                    </p:set>
                                    <p:animEffect filter="fade" transition="in">
                                      <p:cBhvr additive="repl">
                                        <p:cTn id="631" dur="500"/>
                                        <p:tgtEl>
                                          <p:spTgt spid="636"/>
                                        </p:tgtEl>
                                      </p:cBhvr>
                                    </p:animEffect>
                                  </p:childTnLst>
                                </p:cTn>
                              </p:par>
                              <p:par>
                                <p:cTn id="632" nodeType="withEffect" fill="hold" presetClass="entr" presetID="10">
                                  <p:stCondLst>
                                    <p:cond delay="0"/>
                                  </p:stCondLst>
                                  <p:childTnLst>
                                    <p:set>
                                      <p:cBhvr>
                                        <p:cTn id="633" dur="1" fill="hold">
                                          <p:stCondLst>
                                            <p:cond delay="0"/>
                                          </p:stCondLst>
                                        </p:cTn>
                                        <p:tgtEl>
                                          <p:spTgt spid="637"/>
                                        </p:tgtEl>
                                        <p:attrNameLst>
                                          <p:attrName>style.visibility</p:attrName>
                                        </p:attrNameLst>
                                      </p:cBhvr>
                                      <p:to>
                                        <p:strVal val="visible"/>
                                      </p:to>
                                    </p:set>
                                    <p:animEffect filter="fade" transition="in">
                                      <p:cBhvr additive="repl">
                                        <p:cTn id="634" dur="500"/>
                                        <p:tgtEl>
                                          <p:spTgt spid="637"/>
                                        </p:tgtEl>
                                      </p:cBhvr>
                                    </p:animEffect>
                                  </p:childTnLst>
                                </p:cTn>
                              </p:par>
                              <p:par>
                                <p:cTn id="635" nodeType="withEffect" fill="hold" presetClass="entr" presetID="10">
                                  <p:stCondLst>
                                    <p:cond delay="0"/>
                                  </p:stCondLst>
                                  <p:childTnLst>
                                    <p:set>
                                      <p:cBhvr>
                                        <p:cTn id="636" dur="1" fill="hold">
                                          <p:stCondLst>
                                            <p:cond delay="0"/>
                                          </p:stCondLst>
                                        </p:cTn>
                                        <p:tgtEl>
                                          <p:spTgt spid="638"/>
                                        </p:tgtEl>
                                        <p:attrNameLst>
                                          <p:attrName>style.visibility</p:attrName>
                                        </p:attrNameLst>
                                      </p:cBhvr>
                                      <p:to>
                                        <p:strVal val="visible"/>
                                      </p:to>
                                    </p:set>
                                    <p:animEffect filter="fade" transition="in">
                                      <p:cBhvr additive="repl">
                                        <p:cTn id="637" dur="500"/>
                                        <p:tgtEl>
                                          <p:spTgt spid="638"/>
                                        </p:tgtEl>
                                      </p:cBhvr>
                                    </p:animEffect>
                                  </p:childTnLst>
                                </p:cTn>
                              </p:par>
                              <p:par>
                                <p:cTn id="638" nodeType="withEffect" fill="hold" presetClass="entr" presetID="10">
                                  <p:stCondLst>
                                    <p:cond delay="0"/>
                                  </p:stCondLst>
                                  <p:childTnLst>
                                    <p:set>
                                      <p:cBhvr>
                                        <p:cTn id="639" dur="1" fill="hold">
                                          <p:stCondLst>
                                            <p:cond delay="0"/>
                                          </p:stCondLst>
                                        </p:cTn>
                                        <p:tgtEl>
                                          <p:spTgt spid="639"/>
                                        </p:tgtEl>
                                        <p:attrNameLst>
                                          <p:attrName>style.visibility</p:attrName>
                                        </p:attrNameLst>
                                      </p:cBhvr>
                                      <p:to>
                                        <p:strVal val="visible"/>
                                      </p:to>
                                    </p:set>
                                    <p:animEffect filter="fade" transition="in">
                                      <p:cBhvr additive="repl">
                                        <p:cTn id="640" dur="500"/>
                                        <p:tgtEl>
                                          <p:spTgt spid="639"/>
                                        </p:tgtEl>
                                      </p:cBhvr>
                                    </p:animEffect>
                                  </p:childTnLst>
                                </p:cTn>
                              </p:par>
                            </p:childTnLst>
                          </p:cTn>
                        </p:par>
                      </p:childTnLst>
                    </p:cTn>
                  </p:par>
                  <p:par>
                    <p:cTn id="641" fill="hold">
                      <p:stCondLst>
                        <p:cond delay="indefinite"/>
                      </p:stCondLst>
                      <p:childTnLst>
                        <p:par>
                          <p:cTn id="642" fill="hold">
                            <p:stCondLst>
                              <p:cond delay="0"/>
                            </p:stCondLst>
                            <p:childTnLst>
                              <p:par>
                                <p:cTn id="643" nodeType="clickEffect" fill="hold" presetClass="entr" presetID="10">
                                  <p:stCondLst>
                                    <p:cond delay="0"/>
                                  </p:stCondLst>
                                  <p:childTnLst>
                                    <p:set>
                                      <p:cBhvr>
                                        <p:cTn id="644" dur="1" fill="hold">
                                          <p:stCondLst>
                                            <p:cond delay="0"/>
                                          </p:stCondLst>
                                        </p:cTn>
                                        <p:tgtEl>
                                          <p:spTgt spid="640"/>
                                        </p:tgtEl>
                                        <p:attrNameLst>
                                          <p:attrName>style.visibility</p:attrName>
                                        </p:attrNameLst>
                                      </p:cBhvr>
                                      <p:to>
                                        <p:strVal val="visible"/>
                                      </p:to>
                                    </p:set>
                                    <p:animEffect filter="fade" transition="in">
                                      <p:cBhvr additive="repl">
                                        <p:cTn id="645" dur="500"/>
                                        <p:tgtEl>
                                          <p:spTgt spid="640"/>
                                        </p:tgtEl>
                                      </p:cBhvr>
                                    </p:animEffect>
                                  </p:childTnLst>
                                </p:cTn>
                              </p:par>
                              <p:par>
                                <p:cTn id="646" nodeType="withEffect" fill="hold" presetClass="entr" presetID="10">
                                  <p:stCondLst>
                                    <p:cond delay="0"/>
                                  </p:stCondLst>
                                  <p:childTnLst>
                                    <p:set>
                                      <p:cBhvr>
                                        <p:cTn id="647" dur="1" fill="hold">
                                          <p:stCondLst>
                                            <p:cond delay="0"/>
                                          </p:stCondLst>
                                        </p:cTn>
                                        <p:tgtEl>
                                          <p:spTgt spid="641"/>
                                        </p:tgtEl>
                                        <p:attrNameLst>
                                          <p:attrName>style.visibility</p:attrName>
                                        </p:attrNameLst>
                                      </p:cBhvr>
                                      <p:to>
                                        <p:strVal val="visible"/>
                                      </p:to>
                                    </p:set>
                                    <p:animEffect filter="fade" transition="in">
                                      <p:cBhvr additive="repl">
                                        <p:cTn id="648" dur="500"/>
                                        <p:tgtEl>
                                          <p:spTgt spid="641"/>
                                        </p:tgtEl>
                                      </p:cBhvr>
                                    </p:animEffect>
                                  </p:childTnLst>
                                </p:cTn>
                              </p:par>
                              <p:par>
                                <p:cTn id="649" nodeType="withEffect" fill="hold" presetClass="entr" presetID="10">
                                  <p:stCondLst>
                                    <p:cond delay="0"/>
                                  </p:stCondLst>
                                  <p:childTnLst>
                                    <p:set>
                                      <p:cBhvr>
                                        <p:cTn id="650" dur="1" fill="hold">
                                          <p:stCondLst>
                                            <p:cond delay="0"/>
                                          </p:stCondLst>
                                        </p:cTn>
                                        <p:tgtEl>
                                          <p:spTgt spid="642"/>
                                        </p:tgtEl>
                                        <p:attrNameLst>
                                          <p:attrName>style.visibility</p:attrName>
                                        </p:attrNameLst>
                                      </p:cBhvr>
                                      <p:to>
                                        <p:strVal val="visible"/>
                                      </p:to>
                                    </p:set>
                                    <p:animEffect filter="fade" transition="in">
                                      <p:cBhvr additive="repl">
                                        <p:cTn id="651" dur="500"/>
                                        <p:tgtEl>
                                          <p:spTgt spid="642"/>
                                        </p:tgtEl>
                                      </p:cBhvr>
                                    </p:animEffect>
                                  </p:childTnLst>
                                </p:cTn>
                              </p:par>
                              <p:par>
                                <p:cTn id="652" nodeType="withEffect" fill="hold" presetClass="entr" presetID="10">
                                  <p:stCondLst>
                                    <p:cond delay="0"/>
                                  </p:stCondLst>
                                  <p:childTnLst>
                                    <p:set>
                                      <p:cBhvr>
                                        <p:cTn id="653" dur="1" fill="hold">
                                          <p:stCondLst>
                                            <p:cond delay="0"/>
                                          </p:stCondLst>
                                        </p:cTn>
                                        <p:tgtEl>
                                          <p:spTgt spid="643"/>
                                        </p:tgtEl>
                                        <p:attrNameLst>
                                          <p:attrName>style.visibility</p:attrName>
                                        </p:attrNameLst>
                                      </p:cBhvr>
                                      <p:to>
                                        <p:strVal val="visible"/>
                                      </p:to>
                                    </p:set>
                                    <p:animEffect filter="fade" transition="in">
                                      <p:cBhvr additive="repl">
                                        <p:cTn id="654" dur="500"/>
                                        <p:tgtEl>
                                          <p:spTgt spid="643"/>
                                        </p:tgtEl>
                                      </p:cBhvr>
                                    </p:animEffect>
                                  </p:childTnLst>
                                </p:cTn>
                              </p:par>
                              <p:par>
                                <p:cTn id="655" nodeType="withEffect" fill="hold" presetClass="entr" presetID="10">
                                  <p:stCondLst>
                                    <p:cond delay="0"/>
                                  </p:stCondLst>
                                  <p:childTnLst>
                                    <p:set>
                                      <p:cBhvr>
                                        <p:cTn id="656" dur="1" fill="hold">
                                          <p:stCondLst>
                                            <p:cond delay="0"/>
                                          </p:stCondLst>
                                        </p:cTn>
                                        <p:tgtEl>
                                          <p:spTgt spid="644"/>
                                        </p:tgtEl>
                                        <p:attrNameLst>
                                          <p:attrName>style.visibility</p:attrName>
                                        </p:attrNameLst>
                                      </p:cBhvr>
                                      <p:to>
                                        <p:strVal val="visible"/>
                                      </p:to>
                                    </p:set>
                                    <p:animEffect filter="fade" transition="in">
                                      <p:cBhvr additive="repl">
                                        <p:cTn id="657" dur="500"/>
                                        <p:tgtEl>
                                          <p:spTgt spid="64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46" name="PlaceHolder 1"/>
          <p:cNvSpPr>
            <a:spLocks noGrp="1"/>
          </p:cNvSpPr>
          <p:nvPr>
            <p:ph type="title"/>
          </p:nvPr>
        </p:nvSpPr>
        <p:spPr>
          <a:xfrm>
            <a:off x="996840" y="3033000"/>
            <a:ext cx="10523880" cy="394920"/>
          </a:xfrm>
          <a:prstGeom prst="rect">
            <a:avLst/>
          </a:prstGeom>
          <a:noFill/>
          <a:ln w="0">
            <a:noFill/>
          </a:ln>
        </p:spPr>
        <p:txBody>
          <a:bodyPr lIns="0" rIns="91440" tIns="45720" bIns="45720" anchor="t">
            <a:noAutofit/>
          </a:bodyPr>
          <a:p>
            <a:pPr indent="0" defTabSz="914400">
              <a:lnSpc>
                <a:spcPct val="100000"/>
              </a:lnSpc>
              <a:buNone/>
              <a:tabLst>
                <a:tab algn="l" pos="0"/>
              </a:tabLst>
            </a:pPr>
            <a:r>
              <a:rPr b="0" lang="en-US" sz="2400" spc="32" strike="noStrike">
                <a:solidFill>
                  <a:schemeClr val="dk1"/>
                </a:solidFill>
                <a:latin typeface="Avenir Next LT Pro"/>
                <a:ea typeface="Avenir Next"/>
              </a:rPr>
              <a:t>Trabajo Futuro</a:t>
            </a:r>
            <a:endParaRPr b="0" lang="es-AR" sz="2400" spc="-1" strike="noStrike">
              <a:solidFill>
                <a:srgbClr val="000000"/>
              </a:solidFill>
              <a:latin typeface="Arial"/>
            </a:endParaRPr>
          </a:p>
        </p:txBody>
      </p:sp>
      <p:sp>
        <p:nvSpPr>
          <p:cNvPr id="647" name="PlaceHolder 2"/>
          <p:cNvSpPr>
            <a:spLocks noGrp="1"/>
          </p:cNvSpPr>
          <p:nvPr>
            <p:ph/>
          </p:nvPr>
        </p:nvSpPr>
        <p:spPr>
          <a:xfrm>
            <a:off x="996840" y="3584520"/>
            <a:ext cx="10514520" cy="438480"/>
          </a:xfrm>
          <a:prstGeom prst="rect">
            <a:avLst/>
          </a:prstGeom>
          <a:noFill/>
          <a:ln w="0">
            <a:noFill/>
          </a:ln>
        </p:spPr>
        <p:txBody>
          <a:bodyPr lIns="0" rIns="91440" tIns="45720" bIns="45720" anchor="t">
            <a:noAutofit/>
          </a:bodyPr>
          <a:p>
            <a:pPr indent="0" defTabSz="914400">
              <a:lnSpc>
                <a:spcPct val="90000"/>
              </a:lnSpc>
              <a:spcBef>
                <a:spcPts val="1001"/>
              </a:spcBef>
              <a:buNone/>
              <a:tabLst>
                <a:tab algn="l" pos="0"/>
              </a:tabLst>
            </a:pPr>
            <a:r>
              <a:rPr b="0" lang="en-US" sz="1200" spc="52" strike="noStrike">
                <a:solidFill>
                  <a:schemeClr val="dk1"/>
                </a:solidFill>
                <a:latin typeface="Avenir Next LT Pro"/>
                <a:ea typeface="Avenir Next"/>
              </a:rPr>
              <a:t>De una lista de contactos a una relación que no se corta</a:t>
            </a:r>
            <a:endParaRPr b="0" lang="es-AR" sz="1200" spc="-1" strike="noStrike">
              <a:solidFill>
                <a:srgbClr val="000000"/>
              </a:solidFill>
              <a:latin typeface="Arial"/>
            </a:endParaRPr>
          </a:p>
        </p:txBody>
      </p:sp>
      <p:sp>
        <p:nvSpPr>
          <p:cNvPr id="648" name="PlaceHolder 3"/>
          <p:cNvSpPr>
            <a:spLocks noGrp="1"/>
          </p:cNvSpPr>
          <p:nvPr>
            <p:ph/>
          </p:nvPr>
        </p:nvSpPr>
        <p:spPr>
          <a:xfrm>
            <a:off x="996840" y="1550520"/>
            <a:ext cx="1470600" cy="1102320"/>
          </a:xfrm>
          <a:prstGeom prst="rect">
            <a:avLst/>
          </a:prstGeom>
          <a:noFill/>
          <a:ln w="0">
            <a:noFill/>
          </a:ln>
        </p:spPr>
        <p:txBody>
          <a:bodyPr lIns="0" rIns="91440" tIns="45720" bIns="0" anchor="b">
            <a:noAutofit/>
          </a:bodyPr>
          <a:p>
            <a:pPr indent="0" defTabSz="914400">
              <a:lnSpc>
                <a:spcPct val="90000"/>
              </a:lnSpc>
              <a:spcBef>
                <a:spcPts val="1001"/>
              </a:spcBef>
              <a:buNone/>
              <a:tabLst>
                <a:tab algn="l" pos="0"/>
              </a:tabLst>
            </a:pPr>
            <a:r>
              <a:rPr b="0" lang="en-US" sz="3200" spc="43" strike="noStrike">
                <a:solidFill>
                  <a:schemeClr val="accent1"/>
                </a:solidFill>
                <a:latin typeface="Avenir Next LT Pro"/>
                <a:ea typeface="Avenir Next"/>
              </a:rPr>
              <a:t>05</a:t>
            </a:r>
            <a:endParaRPr b="0" lang="es-AR" sz="3200" spc="-1" strike="noStrike">
              <a:solidFill>
                <a:srgbClr val="000000"/>
              </a:solidFill>
              <a:latin typeface="Arial"/>
            </a:endParaRPr>
          </a:p>
        </p:txBody>
      </p:sp>
      <p:sp>
        <p:nvSpPr>
          <p:cNvPr id="649" name="orador"/>
          <p:cNvSpPr/>
          <p:nvPr/>
        </p:nvSpPr>
        <p:spPr>
          <a:xfrm>
            <a:off x="394920" y="6540120"/>
            <a:ext cx="4998960" cy="2790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pPr>
            <a:r>
              <a:rPr b="0" lang="en-US" sz="1000" spc="-1" strike="noStrike">
                <a:solidFill>
                  <a:srgbClr val="7f7f7f"/>
                </a:solidFill>
                <a:latin typeface="Avenir Next LT Pro"/>
              </a:rPr>
              <a:t>María Florencia Iuzzolino</a:t>
            </a:r>
            <a:endParaRPr b="0" lang="es-AR" sz="1000" spc="-1" strike="noStrike">
              <a:solidFill>
                <a:srgbClr val="000000"/>
              </a:solidFill>
              <a:latin typeface="Arial"/>
            </a:endParaRPr>
          </a:p>
        </p:txBody>
      </p:sp>
      <p:sp>
        <p:nvSpPr>
          <p:cNvPr id="5" name="PlaceHolder 4"/>
          <p:cNvSpPr>
            <a:spLocks noGrp="1"/>
          </p:cNvSpPr>
          <p:nvPr>
            <p:ph type="sldNum" idx="12"/>
          </p:nvPr>
        </p:nvSpPr>
        <p:spPr/>
        <p:txBody>
          <a:bodyPr/>
          <a:p>
            <a:fld id="{1E31E687-9C30-4A60-8031-A6B7168C5805}" type="slidenum">
              <a:t>19</a:t>
            </a:fld>
          </a:p>
        </p:txBody>
      </p:sp>
    </p:spTree>
  </p:cSld>
  <mc:AlternateContent>
    <mc:Choice Requires="p14">
      <p:transition spd="med" p14:dur="600">
        <p:fade/>
      </p:transition>
    </mc:Choice>
    <mc:Fallback>
      <p:transition spd="med">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50" name="Text Placeholder 1"/>
          <p:cNvSpPr/>
          <p:nvPr/>
        </p:nvSpPr>
        <p:spPr>
          <a:xfrm>
            <a:off x="8484120" y="3879000"/>
            <a:ext cx="3370320" cy="2375280"/>
          </a:xfrm>
          <a:prstGeom prst="roundRect">
            <a:avLst>
              <a:gd name="adj" fmla="val 3710"/>
            </a:avLst>
          </a:prstGeom>
          <a:solidFill>
            <a:schemeClr val="bg1"/>
          </a:solidFill>
          <a:ln w="28575">
            <a:noFill/>
          </a:ln>
          <a:effectLst>
            <a:outerShdw algn="ctr" blurRad="166680" rotWithShape="0" sx="102000" sy="102000">
              <a:srgbClr val="000000">
                <a:alpha val="20000"/>
              </a:srgbClr>
            </a:outerShdw>
          </a:effectLst>
        </p:spPr>
        <p:style>
          <a:lnRef idx="0"/>
          <a:fillRef idx="0"/>
          <a:effectRef idx="0"/>
          <a:fontRef idx="minor"/>
        </p:style>
        <p:txBody>
          <a:bodyPr lIns="182880" rIns="90000" tIns="45000" bIns="45000" anchor="ctr">
            <a:noAutofit/>
          </a:bodyPr>
          <a:p>
            <a:pPr defTabSz="914400">
              <a:lnSpc>
                <a:spcPct val="100000"/>
              </a:lnSpc>
              <a:spcBef>
                <a:spcPts val="1001"/>
              </a:spcBef>
              <a:tabLst>
                <a:tab algn="l" pos="0"/>
              </a:tabLst>
            </a:pPr>
            <a:r>
              <a:rPr b="0" lang="es-AR" sz="1900" spc="-1" strike="noStrike">
                <a:solidFill>
                  <a:schemeClr val="dk1"/>
                </a:solidFill>
                <a:latin typeface="Avenir Next LT Pro"/>
                <a:ea typeface="Avenir Next"/>
              </a:rPr>
              <a:t>De service a recompra: usar la relación del taller para anticipar la próxima compra.</a:t>
            </a:r>
            <a:endParaRPr b="0" lang="es-AR" sz="1900" spc="-1" strike="noStrike">
              <a:solidFill>
                <a:srgbClr val="000000"/>
              </a:solidFill>
              <a:latin typeface="Arial"/>
            </a:endParaRPr>
          </a:p>
        </p:txBody>
      </p:sp>
      <p:sp>
        <p:nvSpPr>
          <p:cNvPr id="651" name="PlaceHolder 1"/>
          <p:cNvSpPr>
            <a:spLocks noGrp="1"/>
          </p:cNvSpPr>
          <p:nvPr>
            <p:ph/>
          </p:nvPr>
        </p:nvSpPr>
        <p:spPr>
          <a:xfrm>
            <a:off x="8415720" y="893520"/>
            <a:ext cx="3492000" cy="41508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0" lang="en-US" sz="1400" spc="92" strike="noStrike">
                <a:solidFill>
                  <a:schemeClr val="accent1"/>
                </a:solidFill>
                <a:latin typeface="Avenir Next LT Pro"/>
                <a:ea typeface="Avenir Next"/>
              </a:rPr>
              <a:t>Después</a:t>
            </a:r>
            <a:endParaRPr b="0" lang="es-AR" sz="1400" spc="-1" strike="noStrike">
              <a:solidFill>
                <a:srgbClr val="000000"/>
              </a:solidFill>
              <a:latin typeface="Arial"/>
            </a:endParaRPr>
          </a:p>
        </p:txBody>
      </p:sp>
      <p:sp>
        <p:nvSpPr>
          <p:cNvPr id="652" name="PlaceHolder 2"/>
          <p:cNvSpPr>
            <a:spLocks noGrp="1"/>
          </p:cNvSpPr>
          <p:nvPr>
            <p:ph/>
          </p:nvPr>
        </p:nvSpPr>
        <p:spPr>
          <a:xfrm>
            <a:off x="4345920" y="893520"/>
            <a:ext cx="3492000" cy="41508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0" lang="en-US" sz="1400" spc="92" strike="noStrike">
                <a:solidFill>
                  <a:schemeClr val="accent1"/>
                </a:solidFill>
                <a:latin typeface="Avenir Next LT Pro"/>
                <a:ea typeface="Avenir Next"/>
              </a:rPr>
              <a:t>Próximos 6 meses</a:t>
            </a:r>
            <a:endParaRPr b="0" lang="es-AR" sz="1400" spc="-1" strike="noStrike">
              <a:solidFill>
                <a:srgbClr val="000000"/>
              </a:solidFill>
              <a:latin typeface="Arial"/>
            </a:endParaRPr>
          </a:p>
        </p:txBody>
      </p:sp>
      <p:sp>
        <p:nvSpPr>
          <p:cNvPr id="653" name="PlaceHolder 3"/>
          <p:cNvSpPr>
            <a:spLocks noGrp="1"/>
          </p:cNvSpPr>
          <p:nvPr>
            <p:ph/>
          </p:nvPr>
        </p:nvSpPr>
        <p:spPr>
          <a:xfrm>
            <a:off x="283320" y="893520"/>
            <a:ext cx="3492000" cy="41508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0" lang="en-US" sz="1400" spc="92" strike="noStrike">
                <a:solidFill>
                  <a:schemeClr val="accent1"/>
                </a:solidFill>
                <a:latin typeface="Avenir Next LT Pro"/>
                <a:ea typeface="Avenir Next"/>
              </a:rPr>
              <a:t>Ahora</a:t>
            </a:r>
            <a:endParaRPr b="0" lang="es-AR" sz="1400" spc="-1" strike="noStrike">
              <a:solidFill>
                <a:srgbClr val="000000"/>
              </a:solidFill>
              <a:latin typeface="Arial"/>
            </a:endParaRPr>
          </a:p>
        </p:txBody>
      </p:sp>
      <p:sp>
        <p:nvSpPr>
          <p:cNvPr id="654" name="PlaceHolder 4"/>
          <p:cNvSpPr>
            <a:spLocks noGrp="1"/>
          </p:cNvSpPr>
          <p:nvPr>
            <p:ph/>
          </p:nvPr>
        </p:nvSpPr>
        <p:spPr>
          <a:xfrm>
            <a:off x="283320" y="1484640"/>
            <a:ext cx="3669120" cy="30672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1" lang="en-US" sz="1200" spc="32" strike="noStrike">
                <a:solidFill>
                  <a:schemeClr val="dk1"/>
                </a:solidFill>
                <a:latin typeface="Avenir Next LT Pro"/>
                <a:ea typeface="Avenir Next"/>
              </a:rPr>
              <a:t>Piloto de 90 días</a:t>
            </a:r>
            <a:endParaRPr b="0" lang="es-AR" sz="1200" spc="-1" strike="noStrike">
              <a:solidFill>
                <a:srgbClr val="000000"/>
              </a:solidFill>
              <a:latin typeface="Arial"/>
            </a:endParaRPr>
          </a:p>
        </p:txBody>
      </p:sp>
      <p:sp>
        <p:nvSpPr>
          <p:cNvPr id="655" name="PlaceHolder 5"/>
          <p:cNvSpPr>
            <a:spLocks noGrp="1"/>
          </p:cNvSpPr>
          <p:nvPr>
            <p:ph/>
          </p:nvPr>
        </p:nvSpPr>
        <p:spPr>
          <a:xfrm>
            <a:off x="283320" y="1717560"/>
            <a:ext cx="3438720" cy="1597680"/>
          </a:xfrm>
          <a:prstGeom prst="rect">
            <a:avLst/>
          </a:prstGeom>
          <a:noFill/>
          <a:ln w="0">
            <a:noFill/>
          </a:ln>
        </p:spPr>
        <p:txBody>
          <a:bodyPr lIns="91440" rIns="91440" tIns="45720" bIns="45720" anchor="t">
            <a:noAutofit/>
          </a:bodyPr>
          <a:p>
            <a:pPr indent="0" defTabSz="914400">
              <a:lnSpc>
                <a:spcPct val="100000"/>
              </a:lnSpc>
              <a:spcBef>
                <a:spcPts val="1199"/>
              </a:spcBef>
              <a:buNone/>
              <a:tabLst>
                <a:tab algn="l" pos="0"/>
              </a:tabLst>
            </a:pPr>
            <a:r>
              <a:rPr b="0" lang="en-US" sz="1400" spc="-1" strike="noStrike">
                <a:solidFill>
                  <a:schemeClr val="dk1"/>
                </a:solidFill>
                <a:latin typeface="Avenir Next LT Pro"/>
                <a:ea typeface="Avenir Next"/>
              </a:rPr>
              <a:t>Con Posventa y un grupo de concesionarios, midiendo por grupo de riesgo.</a:t>
            </a:r>
            <a:endParaRPr b="0" lang="es-AR" sz="1400" spc="-1" strike="noStrike">
              <a:solidFill>
                <a:srgbClr val="000000"/>
              </a:solidFill>
              <a:latin typeface="Arial"/>
            </a:endParaRPr>
          </a:p>
        </p:txBody>
      </p:sp>
      <p:sp>
        <p:nvSpPr>
          <p:cNvPr id="656" name="PlaceHolder 6"/>
          <p:cNvSpPr>
            <a:spLocks noGrp="1"/>
          </p:cNvSpPr>
          <p:nvPr>
            <p:ph/>
          </p:nvPr>
        </p:nvSpPr>
        <p:spPr>
          <a:xfrm>
            <a:off x="283320" y="3646080"/>
            <a:ext cx="3669120" cy="30672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1" lang="en-US" sz="1200" spc="32" strike="noStrike">
                <a:solidFill>
                  <a:schemeClr val="dk1"/>
                </a:solidFill>
                <a:latin typeface="Avenir Next LT Pro"/>
                <a:ea typeface="Avenir Next"/>
              </a:rPr>
              <a:t>Validar las reglas</a:t>
            </a:r>
            <a:endParaRPr b="0" lang="es-AR" sz="1200" spc="-1" strike="noStrike">
              <a:solidFill>
                <a:srgbClr val="000000"/>
              </a:solidFill>
              <a:latin typeface="Arial"/>
            </a:endParaRPr>
          </a:p>
        </p:txBody>
      </p:sp>
      <p:sp>
        <p:nvSpPr>
          <p:cNvPr id="657" name="PlaceHolder 7"/>
          <p:cNvSpPr>
            <a:spLocks noGrp="1"/>
          </p:cNvSpPr>
          <p:nvPr>
            <p:ph/>
          </p:nvPr>
        </p:nvSpPr>
        <p:spPr>
          <a:xfrm>
            <a:off x="283320" y="3879000"/>
            <a:ext cx="3438720" cy="1597680"/>
          </a:xfrm>
          <a:prstGeom prst="rect">
            <a:avLst/>
          </a:prstGeom>
          <a:noFill/>
          <a:ln w="0">
            <a:noFill/>
          </a:ln>
        </p:spPr>
        <p:txBody>
          <a:bodyPr lIns="91440" rIns="91440" tIns="45720" bIns="45720" anchor="t">
            <a:noAutofit/>
          </a:bodyPr>
          <a:p>
            <a:pPr indent="0" defTabSz="914400">
              <a:lnSpc>
                <a:spcPct val="100000"/>
              </a:lnSpc>
              <a:spcBef>
                <a:spcPts val="1199"/>
              </a:spcBef>
              <a:buNone/>
              <a:tabLst>
                <a:tab algn="l" pos="0"/>
              </a:tabLst>
            </a:pPr>
            <a:r>
              <a:rPr b="0" lang="en-US" sz="1400" spc="-1" strike="noStrike">
                <a:solidFill>
                  <a:schemeClr val="dk1"/>
                </a:solidFill>
                <a:latin typeface="Avenir Next LT Pro"/>
                <a:ea typeface="Avenir Next"/>
              </a:rPr>
              <a:t>Ventana por modelo y capacidad real de contacto de cada concesionario.</a:t>
            </a:r>
            <a:endParaRPr b="0" lang="es-AR" sz="1400" spc="-1" strike="noStrike">
              <a:solidFill>
                <a:srgbClr val="000000"/>
              </a:solidFill>
              <a:latin typeface="Arial"/>
            </a:endParaRPr>
          </a:p>
        </p:txBody>
      </p:sp>
      <p:sp>
        <p:nvSpPr>
          <p:cNvPr id="658" name="PlaceHolder 8"/>
          <p:cNvSpPr>
            <a:spLocks noGrp="1"/>
          </p:cNvSpPr>
          <p:nvPr>
            <p:ph/>
          </p:nvPr>
        </p:nvSpPr>
        <p:spPr>
          <a:xfrm>
            <a:off x="4345920" y="1484640"/>
            <a:ext cx="3669120" cy="30672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1" lang="en-US" sz="1200" spc="32" strike="noStrike">
                <a:solidFill>
                  <a:schemeClr val="dk1"/>
                </a:solidFill>
                <a:latin typeface="Avenir Next LT Pro"/>
                <a:ea typeface="Avenir Next"/>
              </a:rPr>
              <a:t>Integrarlo a la operación</a:t>
            </a:r>
            <a:endParaRPr b="0" lang="es-AR" sz="1200" spc="-1" strike="noStrike">
              <a:solidFill>
                <a:srgbClr val="000000"/>
              </a:solidFill>
              <a:latin typeface="Arial"/>
            </a:endParaRPr>
          </a:p>
        </p:txBody>
      </p:sp>
      <p:sp>
        <p:nvSpPr>
          <p:cNvPr id="659" name="PlaceHolder 9"/>
          <p:cNvSpPr>
            <a:spLocks noGrp="1"/>
          </p:cNvSpPr>
          <p:nvPr>
            <p:ph/>
          </p:nvPr>
        </p:nvSpPr>
        <p:spPr>
          <a:xfrm>
            <a:off x="4345920" y="1717560"/>
            <a:ext cx="3438720" cy="1597680"/>
          </a:xfrm>
          <a:prstGeom prst="rect">
            <a:avLst/>
          </a:prstGeom>
          <a:noFill/>
          <a:ln w="0">
            <a:noFill/>
          </a:ln>
        </p:spPr>
        <p:txBody>
          <a:bodyPr lIns="91440" rIns="91440" tIns="45720" bIns="45720" anchor="t">
            <a:noAutofit/>
          </a:bodyPr>
          <a:p>
            <a:pPr indent="0" defTabSz="914400">
              <a:lnSpc>
                <a:spcPct val="100000"/>
              </a:lnSpc>
              <a:spcBef>
                <a:spcPts val="1199"/>
              </a:spcBef>
              <a:buNone/>
              <a:tabLst>
                <a:tab algn="l" pos="0"/>
              </a:tabLst>
            </a:pPr>
            <a:r>
              <a:rPr b="0" lang="en-US" sz="1400" spc="-1" strike="noStrike">
                <a:solidFill>
                  <a:schemeClr val="dk1"/>
                </a:solidFill>
                <a:latin typeface="Avenir Next LT Pro"/>
                <a:ea typeface="Avenir Next"/>
              </a:rPr>
              <a:t>La lista, dentro de Service Leads y Service Reminder, todos los meses.</a:t>
            </a:r>
            <a:endParaRPr b="0" lang="es-AR" sz="1400" spc="-1" strike="noStrike">
              <a:solidFill>
                <a:srgbClr val="000000"/>
              </a:solidFill>
              <a:latin typeface="Arial"/>
            </a:endParaRPr>
          </a:p>
        </p:txBody>
      </p:sp>
      <p:sp>
        <p:nvSpPr>
          <p:cNvPr id="660" name="PlaceHolder 10"/>
          <p:cNvSpPr>
            <a:spLocks noGrp="1"/>
          </p:cNvSpPr>
          <p:nvPr>
            <p:ph/>
          </p:nvPr>
        </p:nvSpPr>
        <p:spPr>
          <a:xfrm>
            <a:off x="4345920" y="3646080"/>
            <a:ext cx="3669120" cy="30672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1" lang="en-US" sz="1200" spc="32" strike="noStrike">
                <a:solidFill>
                  <a:schemeClr val="dk1"/>
                </a:solidFill>
                <a:latin typeface="Avenir Next LT Pro"/>
                <a:ea typeface="Avenir Next"/>
              </a:rPr>
              <a:t>Kilómetros reales</a:t>
            </a:r>
            <a:endParaRPr b="0" lang="es-AR" sz="1200" spc="-1" strike="noStrike">
              <a:solidFill>
                <a:srgbClr val="000000"/>
              </a:solidFill>
              <a:latin typeface="Arial"/>
            </a:endParaRPr>
          </a:p>
        </p:txBody>
      </p:sp>
      <p:sp>
        <p:nvSpPr>
          <p:cNvPr id="661" name="PlaceHolder 11"/>
          <p:cNvSpPr>
            <a:spLocks noGrp="1"/>
          </p:cNvSpPr>
          <p:nvPr>
            <p:ph/>
          </p:nvPr>
        </p:nvSpPr>
        <p:spPr>
          <a:xfrm>
            <a:off x="4345920" y="3879000"/>
            <a:ext cx="3438720" cy="1597680"/>
          </a:xfrm>
          <a:prstGeom prst="rect">
            <a:avLst/>
          </a:prstGeom>
          <a:noFill/>
          <a:ln w="0">
            <a:noFill/>
          </a:ln>
        </p:spPr>
        <p:txBody>
          <a:bodyPr lIns="91440" rIns="91440" tIns="45720" bIns="45720" anchor="t">
            <a:noAutofit/>
          </a:bodyPr>
          <a:p>
            <a:pPr indent="0" defTabSz="914400">
              <a:lnSpc>
                <a:spcPct val="100000"/>
              </a:lnSpc>
              <a:spcBef>
                <a:spcPts val="1199"/>
              </a:spcBef>
              <a:buNone/>
              <a:tabLst>
                <a:tab algn="l" pos="0"/>
              </a:tabLst>
            </a:pPr>
            <a:r>
              <a:rPr b="0" lang="en-US" sz="1400" spc="-1" strike="noStrike">
                <a:solidFill>
                  <a:schemeClr val="dk1"/>
                </a:solidFill>
                <a:latin typeface="Avenir Next LT Pro"/>
                <a:ea typeface="Avenir Next"/>
              </a:rPr>
              <a:t>Con la telemetría de los vehículos conectados, el primer service se predice mejor.</a:t>
            </a:r>
            <a:endParaRPr b="0" lang="es-AR" sz="1400" spc="-1" strike="noStrike">
              <a:solidFill>
                <a:srgbClr val="000000"/>
              </a:solidFill>
              <a:latin typeface="Arial"/>
            </a:endParaRPr>
          </a:p>
        </p:txBody>
      </p:sp>
      <p:sp>
        <p:nvSpPr>
          <p:cNvPr id="662" name="PlaceHolder 12"/>
          <p:cNvSpPr>
            <a:spLocks noGrp="1"/>
          </p:cNvSpPr>
          <p:nvPr>
            <p:ph/>
          </p:nvPr>
        </p:nvSpPr>
        <p:spPr>
          <a:xfrm>
            <a:off x="8415720" y="1484640"/>
            <a:ext cx="3669120" cy="30672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1" lang="en-US" sz="1200" spc="32" strike="noStrike">
                <a:solidFill>
                  <a:schemeClr val="dk1"/>
                </a:solidFill>
                <a:latin typeface="Avenir Next LT Pro"/>
                <a:ea typeface="Avenir Next"/>
              </a:rPr>
              <a:t>A quién conviene contactar</a:t>
            </a:r>
            <a:endParaRPr b="0" lang="es-AR" sz="1200" spc="-1" strike="noStrike">
              <a:solidFill>
                <a:srgbClr val="000000"/>
              </a:solidFill>
              <a:latin typeface="Arial"/>
            </a:endParaRPr>
          </a:p>
        </p:txBody>
      </p:sp>
      <p:sp>
        <p:nvSpPr>
          <p:cNvPr id="663" name="PlaceHolder 13"/>
          <p:cNvSpPr>
            <a:spLocks noGrp="1"/>
          </p:cNvSpPr>
          <p:nvPr>
            <p:ph/>
          </p:nvPr>
        </p:nvSpPr>
        <p:spPr>
          <a:xfrm>
            <a:off x="8415720" y="1717560"/>
            <a:ext cx="3438720" cy="875160"/>
          </a:xfrm>
          <a:prstGeom prst="rect">
            <a:avLst/>
          </a:prstGeom>
          <a:noFill/>
          <a:ln w="0">
            <a:noFill/>
          </a:ln>
        </p:spPr>
        <p:txBody>
          <a:bodyPr lIns="91440" rIns="91440" tIns="45720" bIns="45720" anchor="t">
            <a:noAutofit/>
          </a:bodyPr>
          <a:p>
            <a:pPr indent="0" defTabSz="914400">
              <a:lnSpc>
                <a:spcPct val="100000"/>
              </a:lnSpc>
              <a:spcBef>
                <a:spcPts val="1199"/>
              </a:spcBef>
              <a:buNone/>
              <a:tabLst>
                <a:tab algn="l" pos="0"/>
              </a:tabLst>
            </a:pPr>
            <a:r>
              <a:rPr b="0" lang="en-US" sz="1400" spc="-1" strike="noStrike">
                <a:solidFill>
                  <a:schemeClr val="dk1"/>
                </a:solidFill>
                <a:latin typeface="Avenir Next LT Pro"/>
                <a:ea typeface="Avenir Next"/>
              </a:rPr>
              <a:t>No sólo quién se va: a quién el contacto le cambia la decisión.</a:t>
            </a:r>
            <a:endParaRPr b="0" lang="es-AR" sz="1400" spc="-1" strike="noStrike">
              <a:solidFill>
                <a:srgbClr val="000000"/>
              </a:solidFill>
              <a:latin typeface="Arial"/>
            </a:endParaRPr>
          </a:p>
        </p:txBody>
      </p:sp>
      <p:sp>
        <p:nvSpPr>
          <p:cNvPr id="664" name="PlaceHolder 14"/>
          <p:cNvSpPr>
            <a:spLocks noGrp="1"/>
          </p:cNvSpPr>
          <p:nvPr>
            <p:ph/>
          </p:nvPr>
        </p:nvSpPr>
        <p:spPr>
          <a:xfrm>
            <a:off x="8415720" y="2740320"/>
            <a:ext cx="3669120" cy="30672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1" lang="en-US" sz="1200" spc="32" strike="noStrike">
                <a:solidFill>
                  <a:schemeClr val="dk1"/>
                </a:solidFill>
                <a:latin typeface="Avenir Next LT Pro"/>
                <a:ea typeface="Avenir Next"/>
              </a:rPr>
              <a:t>Toda la gama</a:t>
            </a:r>
            <a:endParaRPr b="0" lang="es-AR" sz="1200" spc="-1" strike="noStrike">
              <a:solidFill>
                <a:srgbClr val="000000"/>
              </a:solidFill>
              <a:latin typeface="Arial"/>
            </a:endParaRPr>
          </a:p>
        </p:txBody>
      </p:sp>
      <p:sp>
        <p:nvSpPr>
          <p:cNvPr id="665" name="PlaceHolder 15"/>
          <p:cNvSpPr>
            <a:spLocks noGrp="1"/>
          </p:cNvSpPr>
          <p:nvPr>
            <p:ph/>
          </p:nvPr>
        </p:nvSpPr>
        <p:spPr>
          <a:xfrm>
            <a:off x="8415720" y="2973240"/>
            <a:ext cx="3438720" cy="875160"/>
          </a:xfrm>
          <a:prstGeom prst="rect">
            <a:avLst/>
          </a:prstGeom>
          <a:noFill/>
          <a:ln w="0">
            <a:noFill/>
          </a:ln>
        </p:spPr>
        <p:txBody>
          <a:bodyPr lIns="91440" rIns="91440" tIns="45720" bIns="45720" anchor="t">
            <a:noAutofit/>
          </a:bodyPr>
          <a:p>
            <a:pPr indent="0" defTabSz="914400">
              <a:lnSpc>
                <a:spcPct val="100000"/>
              </a:lnSpc>
              <a:spcBef>
                <a:spcPts val="1199"/>
              </a:spcBef>
              <a:buNone/>
              <a:tabLst>
                <a:tab algn="l" pos="0"/>
              </a:tabLst>
            </a:pPr>
            <a:r>
              <a:rPr b="0" lang="en-US" sz="1400" spc="-1" strike="noStrike">
                <a:solidFill>
                  <a:schemeClr val="dk1"/>
                </a:solidFill>
                <a:latin typeface="Avenir Next LT Pro"/>
                <a:ea typeface="Avenir Next"/>
              </a:rPr>
              <a:t>La misma lógica para el resto de los modelos Ford.</a:t>
            </a:r>
            <a:endParaRPr b="0" lang="es-AR" sz="1400" spc="-1" strike="noStrike">
              <a:solidFill>
                <a:srgbClr val="000000"/>
              </a:solidFill>
              <a:latin typeface="Arial"/>
            </a:endParaRPr>
          </a:p>
        </p:txBody>
      </p:sp>
      <p:sp>
        <p:nvSpPr>
          <p:cNvPr id="666" name="PlaceHolder 16"/>
          <p:cNvSpPr>
            <a:spLocks noGrp="1"/>
          </p:cNvSpPr>
          <p:nvPr>
            <p:ph/>
          </p:nvPr>
        </p:nvSpPr>
        <p:spPr>
          <a:xfrm>
            <a:off x="394920" y="286920"/>
            <a:ext cx="4987800" cy="197640"/>
          </a:xfrm>
          <a:prstGeom prst="rect">
            <a:avLst/>
          </a:prstGeom>
          <a:noFill/>
          <a:ln w="0">
            <a:noFill/>
          </a:ln>
        </p:spPr>
        <p:txBody>
          <a:bodyPr lIns="0" rIns="91440" tIns="45720" bIns="45720" anchor="t">
            <a:noAutofit/>
          </a:bodyPr>
          <a:p>
            <a:pPr indent="0" defTabSz="914400">
              <a:lnSpc>
                <a:spcPct val="90000"/>
              </a:lnSpc>
              <a:spcBef>
                <a:spcPts val="1001"/>
              </a:spcBef>
              <a:buNone/>
              <a:tabLst>
                <a:tab algn="l" pos="0"/>
              </a:tabLst>
            </a:pPr>
            <a:r>
              <a:rPr b="0" lang="en-US" sz="900" spc="293" strike="noStrike" cap="all">
                <a:solidFill>
                  <a:schemeClr val="accent1"/>
                </a:solidFill>
                <a:latin typeface="Avenir Next LT Pro"/>
                <a:ea typeface="Avenir Next"/>
              </a:rPr>
              <a:t>05 · Trabajo futuro</a:t>
            </a:r>
            <a:endParaRPr b="0" lang="es-AR" sz="900" spc="-1" strike="noStrike">
              <a:solidFill>
                <a:srgbClr val="000000"/>
              </a:solidFill>
              <a:latin typeface="Arial"/>
            </a:endParaRPr>
          </a:p>
        </p:txBody>
      </p:sp>
      <p:sp>
        <p:nvSpPr>
          <p:cNvPr id="667" name="PlaceHolder 17"/>
          <p:cNvSpPr>
            <a:spLocks noGrp="1"/>
          </p:cNvSpPr>
          <p:nvPr>
            <p:ph type="sldNum" idx="69"/>
          </p:nvPr>
        </p:nvSpPr>
        <p:spPr>
          <a:xfrm>
            <a:off x="11521440" y="6486120"/>
            <a:ext cx="319680" cy="36396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9AE64725-4D83-4599-92D3-32D39C6478AF}"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
        <p:nvSpPr>
          <p:cNvPr id="668" name="orador"/>
          <p:cNvSpPr/>
          <p:nvPr/>
        </p:nvSpPr>
        <p:spPr>
          <a:xfrm>
            <a:off x="394920" y="6540120"/>
            <a:ext cx="4998960" cy="2790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pPr>
            <a:r>
              <a:rPr b="0" lang="en-US" sz="1000" spc="-1" strike="noStrike">
                <a:solidFill>
                  <a:srgbClr val="7f7f7f"/>
                </a:solidFill>
                <a:latin typeface="Avenir Next LT Pro"/>
              </a:rPr>
              <a:t>María Florencia Iuzzolino</a:t>
            </a:r>
            <a:endParaRPr b="0" lang="es-AR" sz="1000" spc="-1" strike="noStrike">
              <a:solidFill>
                <a:srgbClr val="000000"/>
              </a:solidFill>
              <a:latin typeface="Arial"/>
            </a:endParaRPr>
          </a:p>
        </p:txBody>
      </p:sp>
    </p:spTree>
  </p:cSld>
  <mc:AlternateContent>
    <mc:Choice Requires="p14">
      <p:transition spd="med" p14:dur="600">
        <p:fade/>
      </p:transition>
    </mc:Choice>
    <mc:Fallback>
      <p:transition spd="med">
        <p:fade/>
      </p:transition>
    </mc:Fallback>
  </mc:AlternateContent>
  <p:timing>
    <p:tnLst>
      <p:par>
        <p:cTn id="658" dur="indefinite" restart="never" nodeType="tmRoot">
          <p:childTnLst>
            <p:seq>
              <p:cTn id="659" dur="indefinite" nodeType="mainSeq">
                <p:childTnLst>
                  <p:par>
                    <p:cTn id="660" fill="hold">
                      <p:stCondLst>
                        <p:cond delay="indefinite"/>
                      </p:stCondLst>
                      <p:childTnLst>
                        <p:par>
                          <p:cTn id="661" fill="hold">
                            <p:stCondLst>
                              <p:cond delay="0"/>
                            </p:stCondLst>
                            <p:childTnLst>
                              <p:par>
                                <p:cTn id="662" nodeType="clickEffect" fill="hold" presetClass="entr" presetID="10">
                                  <p:stCondLst>
                                    <p:cond delay="0"/>
                                  </p:stCondLst>
                                  <p:childTnLst>
                                    <p:set>
                                      <p:cBhvr>
                                        <p:cTn id="663" dur="1" fill="hold">
                                          <p:stCondLst>
                                            <p:cond delay="0"/>
                                          </p:stCondLst>
                                        </p:cTn>
                                        <p:tgtEl>
                                          <p:spTgt spid="653"/>
                                        </p:tgtEl>
                                        <p:attrNameLst>
                                          <p:attrName>style.visibility</p:attrName>
                                        </p:attrNameLst>
                                      </p:cBhvr>
                                      <p:to>
                                        <p:strVal val="visible"/>
                                      </p:to>
                                    </p:set>
                                    <p:animEffect filter="fade" transition="in">
                                      <p:cBhvr additive="repl">
                                        <p:cTn id="664" dur="500"/>
                                        <p:tgtEl>
                                          <p:spTgt spid="653"/>
                                        </p:tgtEl>
                                      </p:cBhvr>
                                    </p:animEffect>
                                  </p:childTnLst>
                                </p:cTn>
                              </p:par>
                              <p:par>
                                <p:cTn id="665" nodeType="withEffect" fill="hold" presetClass="entr" presetID="10">
                                  <p:stCondLst>
                                    <p:cond delay="0"/>
                                  </p:stCondLst>
                                  <p:childTnLst>
                                    <p:set>
                                      <p:cBhvr>
                                        <p:cTn id="666" dur="1" fill="hold">
                                          <p:stCondLst>
                                            <p:cond delay="0"/>
                                          </p:stCondLst>
                                        </p:cTn>
                                        <p:tgtEl>
                                          <p:spTgt spid="654"/>
                                        </p:tgtEl>
                                        <p:attrNameLst>
                                          <p:attrName>style.visibility</p:attrName>
                                        </p:attrNameLst>
                                      </p:cBhvr>
                                      <p:to>
                                        <p:strVal val="visible"/>
                                      </p:to>
                                    </p:set>
                                    <p:animEffect filter="fade" transition="in">
                                      <p:cBhvr additive="repl">
                                        <p:cTn id="667" dur="500"/>
                                        <p:tgtEl>
                                          <p:spTgt spid="654"/>
                                        </p:tgtEl>
                                      </p:cBhvr>
                                    </p:animEffect>
                                  </p:childTnLst>
                                </p:cTn>
                              </p:par>
                              <p:par>
                                <p:cTn id="668" nodeType="withEffect" fill="hold" presetClass="entr" presetID="10">
                                  <p:stCondLst>
                                    <p:cond delay="0"/>
                                  </p:stCondLst>
                                  <p:childTnLst>
                                    <p:set>
                                      <p:cBhvr>
                                        <p:cTn id="669" dur="1" fill="hold">
                                          <p:stCondLst>
                                            <p:cond delay="0"/>
                                          </p:stCondLst>
                                        </p:cTn>
                                        <p:tgtEl>
                                          <p:spTgt spid="655"/>
                                        </p:tgtEl>
                                        <p:attrNameLst>
                                          <p:attrName>style.visibility</p:attrName>
                                        </p:attrNameLst>
                                      </p:cBhvr>
                                      <p:to>
                                        <p:strVal val="visible"/>
                                      </p:to>
                                    </p:set>
                                    <p:animEffect filter="fade" transition="in">
                                      <p:cBhvr additive="repl">
                                        <p:cTn id="670" dur="500"/>
                                        <p:tgtEl>
                                          <p:spTgt spid="655"/>
                                        </p:tgtEl>
                                      </p:cBhvr>
                                    </p:animEffect>
                                  </p:childTnLst>
                                </p:cTn>
                              </p:par>
                              <p:par>
                                <p:cTn id="671" nodeType="withEffect" fill="hold" presetClass="entr" presetID="10">
                                  <p:stCondLst>
                                    <p:cond delay="0"/>
                                  </p:stCondLst>
                                  <p:childTnLst>
                                    <p:set>
                                      <p:cBhvr>
                                        <p:cTn id="672" dur="1" fill="hold">
                                          <p:stCondLst>
                                            <p:cond delay="0"/>
                                          </p:stCondLst>
                                        </p:cTn>
                                        <p:tgtEl>
                                          <p:spTgt spid="656"/>
                                        </p:tgtEl>
                                        <p:attrNameLst>
                                          <p:attrName>style.visibility</p:attrName>
                                        </p:attrNameLst>
                                      </p:cBhvr>
                                      <p:to>
                                        <p:strVal val="visible"/>
                                      </p:to>
                                    </p:set>
                                    <p:animEffect filter="fade" transition="in">
                                      <p:cBhvr additive="repl">
                                        <p:cTn id="673" dur="500"/>
                                        <p:tgtEl>
                                          <p:spTgt spid="656"/>
                                        </p:tgtEl>
                                      </p:cBhvr>
                                    </p:animEffect>
                                  </p:childTnLst>
                                </p:cTn>
                              </p:par>
                              <p:par>
                                <p:cTn id="674" nodeType="withEffect" fill="hold" presetClass="entr" presetID="10">
                                  <p:stCondLst>
                                    <p:cond delay="0"/>
                                  </p:stCondLst>
                                  <p:childTnLst>
                                    <p:set>
                                      <p:cBhvr>
                                        <p:cTn id="675" dur="1" fill="hold">
                                          <p:stCondLst>
                                            <p:cond delay="0"/>
                                          </p:stCondLst>
                                        </p:cTn>
                                        <p:tgtEl>
                                          <p:spTgt spid="657"/>
                                        </p:tgtEl>
                                        <p:attrNameLst>
                                          <p:attrName>style.visibility</p:attrName>
                                        </p:attrNameLst>
                                      </p:cBhvr>
                                      <p:to>
                                        <p:strVal val="visible"/>
                                      </p:to>
                                    </p:set>
                                    <p:animEffect filter="fade" transition="in">
                                      <p:cBhvr additive="repl">
                                        <p:cTn id="676" dur="500"/>
                                        <p:tgtEl>
                                          <p:spTgt spid="657"/>
                                        </p:tgtEl>
                                      </p:cBhvr>
                                    </p:animEffect>
                                  </p:childTnLst>
                                </p:cTn>
                              </p:par>
                            </p:childTnLst>
                          </p:cTn>
                        </p:par>
                      </p:childTnLst>
                    </p:cTn>
                  </p:par>
                  <p:par>
                    <p:cTn id="677" fill="hold">
                      <p:stCondLst>
                        <p:cond delay="indefinite"/>
                      </p:stCondLst>
                      <p:childTnLst>
                        <p:par>
                          <p:cTn id="678" fill="hold">
                            <p:stCondLst>
                              <p:cond delay="0"/>
                            </p:stCondLst>
                            <p:childTnLst>
                              <p:par>
                                <p:cTn id="679" nodeType="clickEffect" fill="hold" presetClass="entr" presetID="10">
                                  <p:stCondLst>
                                    <p:cond delay="0"/>
                                  </p:stCondLst>
                                  <p:childTnLst>
                                    <p:set>
                                      <p:cBhvr>
                                        <p:cTn id="680" dur="1" fill="hold">
                                          <p:stCondLst>
                                            <p:cond delay="0"/>
                                          </p:stCondLst>
                                        </p:cTn>
                                        <p:tgtEl>
                                          <p:spTgt spid="652"/>
                                        </p:tgtEl>
                                        <p:attrNameLst>
                                          <p:attrName>style.visibility</p:attrName>
                                        </p:attrNameLst>
                                      </p:cBhvr>
                                      <p:to>
                                        <p:strVal val="visible"/>
                                      </p:to>
                                    </p:set>
                                    <p:animEffect filter="fade" transition="in">
                                      <p:cBhvr additive="repl">
                                        <p:cTn id="681" dur="500"/>
                                        <p:tgtEl>
                                          <p:spTgt spid="652"/>
                                        </p:tgtEl>
                                      </p:cBhvr>
                                    </p:animEffect>
                                  </p:childTnLst>
                                </p:cTn>
                              </p:par>
                              <p:par>
                                <p:cTn id="682" nodeType="withEffect" fill="hold" presetClass="entr" presetID="10">
                                  <p:stCondLst>
                                    <p:cond delay="0"/>
                                  </p:stCondLst>
                                  <p:childTnLst>
                                    <p:set>
                                      <p:cBhvr>
                                        <p:cTn id="683" dur="1" fill="hold">
                                          <p:stCondLst>
                                            <p:cond delay="0"/>
                                          </p:stCondLst>
                                        </p:cTn>
                                        <p:tgtEl>
                                          <p:spTgt spid="658"/>
                                        </p:tgtEl>
                                        <p:attrNameLst>
                                          <p:attrName>style.visibility</p:attrName>
                                        </p:attrNameLst>
                                      </p:cBhvr>
                                      <p:to>
                                        <p:strVal val="visible"/>
                                      </p:to>
                                    </p:set>
                                    <p:animEffect filter="fade" transition="in">
                                      <p:cBhvr additive="repl">
                                        <p:cTn id="684" dur="500"/>
                                        <p:tgtEl>
                                          <p:spTgt spid="658"/>
                                        </p:tgtEl>
                                      </p:cBhvr>
                                    </p:animEffect>
                                  </p:childTnLst>
                                </p:cTn>
                              </p:par>
                              <p:par>
                                <p:cTn id="685" nodeType="withEffect" fill="hold" presetClass="entr" presetID="10">
                                  <p:stCondLst>
                                    <p:cond delay="0"/>
                                  </p:stCondLst>
                                  <p:childTnLst>
                                    <p:set>
                                      <p:cBhvr>
                                        <p:cTn id="686" dur="1" fill="hold">
                                          <p:stCondLst>
                                            <p:cond delay="0"/>
                                          </p:stCondLst>
                                        </p:cTn>
                                        <p:tgtEl>
                                          <p:spTgt spid="659"/>
                                        </p:tgtEl>
                                        <p:attrNameLst>
                                          <p:attrName>style.visibility</p:attrName>
                                        </p:attrNameLst>
                                      </p:cBhvr>
                                      <p:to>
                                        <p:strVal val="visible"/>
                                      </p:to>
                                    </p:set>
                                    <p:animEffect filter="fade" transition="in">
                                      <p:cBhvr additive="repl">
                                        <p:cTn id="687" dur="500"/>
                                        <p:tgtEl>
                                          <p:spTgt spid="659"/>
                                        </p:tgtEl>
                                      </p:cBhvr>
                                    </p:animEffect>
                                  </p:childTnLst>
                                </p:cTn>
                              </p:par>
                              <p:par>
                                <p:cTn id="688" nodeType="withEffect" fill="hold" presetClass="entr" presetID="10">
                                  <p:stCondLst>
                                    <p:cond delay="0"/>
                                  </p:stCondLst>
                                  <p:childTnLst>
                                    <p:set>
                                      <p:cBhvr>
                                        <p:cTn id="689" dur="1" fill="hold">
                                          <p:stCondLst>
                                            <p:cond delay="0"/>
                                          </p:stCondLst>
                                        </p:cTn>
                                        <p:tgtEl>
                                          <p:spTgt spid="660"/>
                                        </p:tgtEl>
                                        <p:attrNameLst>
                                          <p:attrName>style.visibility</p:attrName>
                                        </p:attrNameLst>
                                      </p:cBhvr>
                                      <p:to>
                                        <p:strVal val="visible"/>
                                      </p:to>
                                    </p:set>
                                    <p:animEffect filter="fade" transition="in">
                                      <p:cBhvr additive="repl">
                                        <p:cTn id="690" dur="500"/>
                                        <p:tgtEl>
                                          <p:spTgt spid="660"/>
                                        </p:tgtEl>
                                      </p:cBhvr>
                                    </p:animEffect>
                                  </p:childTnLst>
                                </p:cTn>
                              </p:par>
                              <p:par>
                                <p:cTn id="691" nodeType="withEffect" fill="hold" presetClass="entr" presetID="10">
                                  <p:stCondLst>
                                    <p:cond delay="0"/>
                                  </p:stCondLst>
                                  <p:childTnLst>
                                    <p:set>
                                      <p:cBhvr>
                                        <p:cTn id="692" dur="1" fill="hold">
                                          <p:stCondLst>
                                            <p:cond delay="0"/>
                                          </p:stCondLst>
                                        </p:cTn>
                                        <p:tgtEl>
                                          <p:spTgt spid="661"/>
                                        </p:tgtEl>
                                        <p:attrNameLst>
                                          <p:attrName>style.visibility</p:attrName>
                                        </p:attrNameLst>
                                      </p:cBhvr>
                                      <p:to>
                                        <p:strVal val="visible"/>
                                      </p:to>
                                    </p:set>
                                    <p:animEffect filter="fade" transition="in">
                                      <p:cBhvr additive="repl">
                                        <p:cTn id="693" dur="500"/>
                                        <p:tgtEl>
                                          <p:spTgt spid="661"/>
                                        </p:tgtEl>
                                      </p:cBhvr>
                                    </p:animEffect>
                                  </p:childTnLst>
                                </p:cTn>
                              </p:par>
                            </p:childTnLst>
                          </p:cTn>
                        </p:par>
                      </p:childTnLst>
                    </p:cTn>
                  </p:par>
                  <p:par>
                    <p:cTn id="694" fill="hold">
                      <p:stCondLst>
                        <p:cond delay="indefinite"/>
                      </p:stCondLst>
                      <p:childTnLst>
                        <p:par>
                          <p:cTn id="695" fill="hold">
                            <p:stCondLst>
                              <p:cond delay="0"/>
                            </p:stCondLst>
                            <p:childTnLst>
                              <p:par>
                                <p:cTn id="696" nodeType="clickEffect" fill="hold" presetClass="entr" presetID="10">
                                  <p:stCondLst>
                                    <p:cond delay="0"/>
                                  </p:stCondLst>
                                  <p:childTnLst>
                                    <p:set>
                                      <p:cBhvr>
                                        <p:cTn id="697" dur="1" fill="hold">
                                          <p:stCondLst>
                                            <p:cond delay="0"/>
                                          </p:stCondLst>
                                        </p:cTn>
                                        <p:tgtEl>
                                          <p:spTgt spid="650"/>
                                        </p:tgtEl>
                                        <p:attrNameLst>
                                          <p:attrName>style.visibility</p:attrName>
                                        </p:attrNameLst>
                                      </p:cBhvr>
                                      <p:to>
                                        <p:strVal val="visible"/>
                                      </p:to>
                                    </p:set>
                                    <p:animEffect filter="fade" transition="in">
                                      <p:cBhvr additive="repl">
                                        <p:cTn id="698" dur="500"/>
                                        <p:tgtEl>
                                          <p:spTgt spid="650"/>
                                        </p:tgtEl>
                                      </p:cBhvr>
                                    </p:animEffect>
                                  </p:childTnLst>
                                </p:cTn>
                              </p:par>
                              <p:par>
                                <p:cTn id="699" nodeType="withEffect" fill="hold" presetClass="entr" presetID="10">
                                  <p:stCondLst>
                                    <p:cond delay="0"/>
                                  </p:stCondLst>
                                  <p:childTnLst>
                                    <p:set>
                                      <p:cBhvr>
                                        <p:cTn id="700" dur="1" fill="hold">
                                          <p:stCondLst>
                                            <p:cond delay="0"/>
                                          </p:stCondLst>
                                        </p:cTn>
                                        <p:tgtEl>
                                          <p:spTgt spid="651"/>
                                        </p:tgtEl>
                                        <p:attrNameLst>
                                          <p:attrName>style.visibility</p:attrName>
                                        </p:attrNameLst>
                                      </p:cBhvr>
                                      <p:to>
                                        <p:strVal val="visible"/>
                                      </p:to>
                                    </p:set>
                                    <p:animEffect filter="fade" transition="in">
                                      <p:cBhvr additive="repl">
                                        <p:cTn id="701" dur="500"/>
                                        <p:tgtEl>
                                          <p:spTgt spid="651"/>
                                        </p:tgtEl>
                                      </p:cBhvr>
                                    </p:animEffect>
                                  </p:childTnLst>
                                </p:cTn>
                              </p:par>
                              <p:par>
                                <p:cTn id="702" nodeType="withEffect" fill="hold" presetClass="entr" presetID="10">
                                  <p:stCondLst>
                                    <p:cond delay="0"/>
                                  </p:stCondLst>
                                  <p:childTnLst>
                                    <p:set>
                                      <p:cBhvr>
                                        <p:cTn id="703" dur="1" fill="hold">
                                          <p:stCondLst>
                                            <p:cond delay="0"/>
                                          </p:stCondLst>
                                        </p:cTn>
                                        <p:tgtEl>
                                          <p:spTgt spid="662"/>
                                        </p:tgtEl>
                                        <p:attrNameLst>
                                          <p:attrName>style.visibility</p:attrName>
                                        </p:attrNameLst>
                                      </p:cBhvr>
                                      <p:to>
                                        <p:strVal val="visible"/>
                                      </p:to>
                                    </p:set>
                                    <p:animEffect filter="fade" transition="in">
                                      <p:cBhvr additive="repl">
                                        <p:cTn id="704" dur="500"/>
                                        <p:tgtEl>
                                          <p:spTgt spid="662"/>
                                        </p:tgtEl>
                                      </p:cBhvr>
                                    </p:animEffect>
                                  </p:childTnLst>
                                </p:cTn>
                              </p:par>
                              <p:par>
                                <p:cTn id="705" nodeType="withEffect" fill="hold" presetClass="entr" presetID="10">
                                  <p:stCondLst>
                                    <p:cond delay="0"/>
                                  </p:stCondLst>
                                  <p:childTnLst>
                                    <p:set>
                                      <p:cBhvr>
                                        <p:cTn id="706" dur="1" fill="hold">
                                          <p:stCondLst>
                                            <p:cond delay="0"/>
                                          </p:stCondLst>
                                        </p:cTn>
                                        <p:tgtEl>
                                          <p:spTgt spid="663"/>
                                        </p:tgtEl>
                                        <p:attrNameLst>
                                          <p:attrName>style.visibility</p:attrName>
                                        </p:attrNameLst>
                                      </p:cBhvr>
                                      <p:to>
                                        <p:strVal val="visible"/>
                                      </p:to>
                                    </p:set>
                                    <p:animEffect filter="fade" transition="in">
                                      <p:cBhvr additive="repl">
                                        <p:cTn id="707" dur="500"/>
                                        <p:tgtEl>
                                          <p:spTgt spid="663"/>
                                        </p:tgtEl>
                                      </p:cBhvr>
                                    </p:animEffect>
                                  </p:childTnLst>
                                </p:cTn>
                              </p:par>
                              <p:par>
                                <p:cTn id="708" nodeType="withEffect" fill="hold" presetClass="entr" presetID="10">
                                  <p:stCondLst>
                                    <p:cond delay="0"/>
                                  </p:stCondLst>
                                  <p:childTnLst>
                                    <p:set>
                                      <p:cBhvr>
                                        <p:cTn id="709" dur="1" fill="hold">
                                          <p:stCondLst>
                                            <p:cond delay="0"/>
                                          </p:stCondLst>
                                        </p:cTn>
                                        <p:tgtEl>
                                          <p:spTgt spid="664"/>
                                        </p:tgtEl>
                                        <p:attrNameLst>
                                          <p:attrName>style.visibility</p:attrName>
                                        </p:attrNameLst>
                                      </p:cBhvr>
                                      <p:to>
                                        <p:strVal val="visible"/>
                                      </p:to>
                                    </p:set>
                                    <p:animEffect filter="fade" transition="in">
                                      <p:cBhvr additive="repl">
                                        <p:cTn id="710" dur="500"/>
                                        <p:tgtEl>
                                          <p:spTgt spid="664"/>
                                        </p:tgtEl>
                                      </p:cBhvr>
                                    </p:animEffect>
                                  </p:childTnLst>
                                </p:cTn>
                              </p:par>
                              <p:par>
                                <p:cTn id="711" nodeType="withEffect" fill="hold" presetClass="entr" presetID="10">
                                  <p:stCondLst>
                                    <p:cond delay="0"/>
                                  </p:stCondLst>
                                  <p:childTnLst>
                                    <p:set>
                                      <p:cBhvr>
                                        <p:cTn id="712" dur="1" fill="hold">
                                          <p:stCondLst>
                                            <p:cond delay="0"/>
                                          </p:stCondLst>
                                        </p:cTn>
                                        <p:tgtEl>
                                          <p:spTgt spid="665"/>
                                        </p:tgtEl>
                                        <p:attrNameLst>
                                          <p:attrName>style.visibility</p:attrName>
                                        </p:attrNameLst>
                                      </p:cBhvr>
                                      <p:to>
                                        <p:strVal val="visible"/>
                                      </p:to>
                                    </p:set>
                                    <p:animEffect filter="fade" transition="in">
                                      <p:cBhvr additive="repl">
                                        <p:cTn id="713" dur="500"/>
                                        <p:tgtEl>
                                          <p:spTgt spid="665"/>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69" name="PlaceHolder 1"/>
          <p:cNvSpPr>
            <a:spLocks noGrp="1"/>
          </p:cNvSpPr>
          <p:nvPr>
            <p:ph type="title"/>
          </p:nvPr>
        </p:nvSpPr>
        <p:spPr>
          <a:xfrm>
            <a:off x="996840" y="3033000"/>
            <a:ext cx="10523880" cy="394920"/>
          </a:xfrm>
          <a:prstGeom prst="rect">
            <a:avLst/>
          </a:prstGeom>
          <a:noFill/>
          <a:ln w="0">
            <a:noFill/>
          </a:ln>
        </p:spPr>
        <p:txBody>
          <a:bodyPr lIns="0" rIns="91440" tIns="45720" bIns="45720" anchor="t">
            <a:noAutofit/>
          </a:bodyPr>
          <a:p>
            <a:pPr indent="0" defTabSz="914400">
              <a:lnSpc>
                <a:spcPct val="100000"/>
              </a:lnSpc>
              <a:buNone/>
              <a:tabLst>
                <a:tab algn="l" pos="0"/>
              </a:tabLst>
            </a:pPr>
            <a:r>
              <a:rPr b="0" lang="en-US" sz="2400" spc="32" strike="noStrike">
                <a:solidFill>
                  <a:schemeClr val="dk1"/>
                </a:solidFill>
                <a:latin typeface="Avenir Next LT Pro"/>
                <a:ea typeface="Avenir Next"/>
              </a:rPr>
              <a:t>Conclusiones</a:t>
            </a:r>
            <a:endParaRPr b="0" lang="es-AR" sz="2400" spc="-1" strike="noStrike">
              <a:solidFill>
                <a:srgbClr val="000000"/>
              </a:solidFill>
              <a:latin typeface="Arial"/>
            </a:endParaRPr>
          </a:p>
        </p:txBody>
      </p:sp>
      <p:sp>
        <p:nvSpPr>
          <p:cNvPr id="670" name="PlaceHolder 2"/>
          <p:cNvSpPr>
            <a:spLocks noGrp="1"/>
          </p:cNvSpPr>
          <p:nvPr>
            <p:ph/>
          </p:nvPr>
        </p:nvSpPr>
        <p:spPr>
          <a:xfrm>
            <a:off x="996840" y="3584520"/>
            <a:ext cx="10514520" cy="438480"/>
          </a:xfrm>
          <a:prstGeom prst="rect">
            <a:avLst/>
          </a:prstGeom>
          <a:noFill/>
          <a:ln w="0">
            <a:noFill/>
          </a:ln>
        </p:spPr>
        <p:txBody>
          <a:bodyPr lIns="0" rIns="91440" tIns="45720" bIns="45720" anchor="t">
            <a:noAutofit/>
          </a:bodyPr>
          <a:p>
            <a:pPr indent="0" defTabSz="914400">
              <a:lnSpc>
                <a:spcPct val="90000"/>
              </a:lnSpc>
              <a:spcBef>
                <a:spcPts val="1001"/>
              </a:spcBef>
              <a:buNone/>
              <a:tabLst>
                <a:tab algn="l" pos="0"/>
              </a:tabLst>
            </a:pPr>
            <a:r>
              <a:rPr b="0" lang="en-US" sz="1200" spc="52" strike="noStrike">
                <a:solidFill>
                  <a:schemeClr val="dk1"/>
                </a:solidFill>
                <a:latin typeface="Avenir Next LT Pro"/>
                <a:ea typeface="Avenir Next"/>
              </a:rPr>
              <a:t>Tres ideas para llevarse</a:t>
            </a:r>
            <a:endParaRPr b="0" lang="es-AR" sz="1200" spc="-1" strike="noStrike">
              <a:solidFill>
                <a:srgbClr val="000000"/>
              </a:solidFill>
              <a:latin typeface="Arial"/>
            </a:endParaRPr>
          </a:p>
        </p:txBody>
      </p:sp>
      <p:sp>
        <p:nvSpPr>
          <p:cNvPr id="671" name="PlaceHolder 3"/>
          <p:cNvSpPr>
            <a:spLocks noGrp="1"/>
          </p:cNvSpPr>
          <p:nvPr>
            <p:ph/>
          </p:nvPr>
        </p:nvSpPr>
        <p:spPr>
          <a:xfrm>
            <a:off x="996840" y="1550520"/>
            <a:ext cx="1470600" cy="1102320"/>
          </a:xfrm>
          <a:prstGeom prst="rect">
            <a:avLst/>
          </a:prstGeom>
          <a:noFill/>
          <a:ln w="0">
            <a:noFill/>
          </a:ln>
        </p:spPr>
        <p:txBody>
          <a:bodyPr lIns="0" rIns="91440" tIns="45720" bIns="0" anchor="b">
            <a:noAutofit/>
          </a:bodyPr>
          <a:p>
            <a:pPr indent="0" defTabSz="914400">
              <a:lnSpc>
                <a:spcPct val="90000"/>
              </a:lnSpc>
              <a:spcBef>
                <a:spcPts val="1001"/>
              </a:spcBef>
              <a:buNone/>
              <a:tabLst>
                <a:tab algn="l" pos="0"/>
              </a:tabLst>
            </a:pPr>
            <a:r>
              <a:rPr b="0" lang="en-US" sz="3200" spc="43" strike="noStrike">
                <a:solidFill>
                  <a:schemeClr val="accent1"/>
                </a:solidFill>
                <a:latin typeface="Avenir Next LT Pro"/>
                <a:ea typeface="Avenir Next"/>
              </a:rPr>
              <a:t>06</a:t>
            </a:r>
            <a:endParaRPr b="0" lang="es-AR" sz="3200" spc="-1" strike="noStrike">
              <a:solidFill>
                <a:srgbClr val="000000"/>
              </a:solidFill>
              <a:latin typeface="Arial"/>
            </a:endParaRPr>
          </a:p>
        </p:txBody>
      </p:sp>
      <p:sp>
        <p:nvSpPr>
          <p:cNvPr id="672" name="orador"/>
          <p:cNvSpPr/>
          <p:nvPr/>
        </p:nvSpPr>
        <p:spPr>
          <a:xfrm>
            <a:off x="394920" y="6540120"/>
            <a:ext cx="4998960" cy="2790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pPr>
            <a:r>
              <a:rPr b="0" lang="en-US" sz="1000" spc="-1" strike="noStrike">
                <a:solidFill>
                  <a:srgbClr val="7f7f7f"/>
                </a:solidFill>
                <a:latin typeface="Avenir Next LT Pro"/>
              </a:rPr>
              <a:t>Teodoro Samaan Piroli</a:t>
            </a:r>
            <a:endParaRPr b="0" lang="es-AR" sz="1000" spc="-1" strike="noStrike">
              <a:solidFill>
                <a:srgbClr val="000000"/>
              </a:solidFill>
              <a:latin typeface="Arial"/>
            </a:endParaRPr>
          </a:p>
        </p:txBody>
      </p:sp>
      <p:sp>
        <p:nvSpPr>
          <p:cNvPr id="5" name="PlaceHolder 4"/>
          <p:cNvSpPr>
            <a:spLocks noGrp="1"/>
          </p:cNvSpPr>
          <p:nvPr>
            <p:ph type="sldNum" idx="12"/>
          </p:nvPr>
        </p:nvSpPr>
        <p:spPr/>
        <p:txBody>
          <a:bodyPr/>
          <a:p>
            <a:fld id="{88505F79-5F77-4B38-AA9F-A0641F87FDE2}" type="slidenum">
              <a:t>21</a:t>
            </a:fld>
          </a:p>
        </p:txBody>
      </p:sp>
    </p:spTree>
  </p:cSld>
  <mc:AlternateContent>
    <mc:Choice Requires="p14">
      <p:transition spd="med" p14:dur="600">
        <p:fade/>
      </p:transition>
    </mc:Choice>
    <mc:Fallback>
      <p:transition spd="med">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3" name="PlaceHolder 1"/>
          <p:cNvSpPr>
            <a:spLocks noGrp="1"/>
          </p:cNvSpPr>
          <p:nvPr>
            <p:ph type="title"/>
          </p:nvPr>
        </p:nvSpPr>
        <p:spPr>
          <a:xfrm>
            <a:off x="374760" y="502920"/>
            <a:ext cx="7701120" cy="1026000"/>
          </a:xfrm>
          <a:prstGeom prst="rect">
            <a:avLst/>
          </a:prstGeom>
          <a:noFill/>
          <a:ln w="0">
            <a:noFill/>
          </a:ln>
        </p:spPr>
        <p:txBody>
          <a:bodyPr lIns="0" rIns="91440" tIns="45720" bIns="45720" anchor="t">
            <a:noAutofit/>
          </a:bodyPr>
          <a:p>
            <a:pPr indent="0" defTabSz="914400">
              <a:lnSpc>
                <a:spcPct val="90000"/>
              </a:lnSpc>
              <a:buNone/>
              <a:tabLst>
                <a:tab algn="l" pos="0"/>
              </a:tabLst>
            </a:pPr>
            <a:r>
              <a:rPr b="0" lang="en-US" sz="2400" spc="63" strike="noStrike">
                <a:solidFill>
                  <a:schemeClr val="dk1"/>
                </a:solidFill>
                <a:latin typeface="Avenir Next LT Pro"/>
                <a:ea typeface="Avenir Next"/>
              </a:rPr>
              <a:t>Tres ideas para llevarse</a:t>
            </a:r>
            <a:endParaRPr b="0" lang="es-AR" sz="2400" spc="-1" strike="noStrike">
              <a:solidFill>
                <a:srgbClr val="000000"/>
              </a:solidFill>
              <a:latin typeface="Arial"/>
            </a:endParaRPr>
          </a:p>
        </p:txBody>
      </p:sp>
      <p:sp>
        <p:nvSpPr>
          <p:cNvPr id="674" name="PlaceHolder 2"/>
          <p:cNvSpPr>
            <a:spLocks noGrp="1"/>
          </p:cNvSpPr>
          <p:nvPr>
            <p:ph/>
          </p:nvPr>
        </p:nvSpPr>
        <p:spPr>
          <a:xfrm>
            <a:off x="394920" y="286920"/>
            <a:ext cx="5638320" cy="197640"/>
          </a:xfrm>
          <a:prstGeom prst="rect">
            <a:avLst/>
          </a:prstGeom>
          <a:noFill/>
          <a:ln w="0">
            <a:noFill/>
          </a:ln>
        </p:spPr>
        <p:txBody>
          <a:bodyPr lIns="0" rIns="91440" tIns="45720" bIns="45720" anchor="t">
            <a:noAutofit/>
          </a:bodyPr>
          <a:p>
            <a:pPr indent="0" defTabSz="914400">
              <a:lnSpc>
                <a:spcPct val="90000"/>
              </a:lnSpc>
              <a:spcBef>
                <a:spcPts val="1001"/>
              </a:spcBef>
              <a:buNone/>
              <a:tabLst>
                <a:tab algn="l" pos="0"/>
              </a:tabLst>
            </a:pPr>
            <a:r>
              <a:rPr b="0" lang="en-US" sz="900" spc="293" strike="noStrike" cap="all">
                <a:solidFill>
                  <a:schemeClr val="accent1"/>
                </a:solidFill>
                <a:latin typeface="Avenir Next LT Pro"/>
                <a:ea typeface="Avenir Next"/>
              </a:rPr>
              <a:t>06 · Conclusiones</a:t>
            </a:r>
            <a:endParaRPr b="0" lang="es-AR" sz="900" spc="-1" strike="noStrike">
              <a:solidFill>
                <a:srgbClr val="000000"/>
              </a:solidFill>
              <a:latin typeface="Arial"/>
            </a:endParaRPr>
          </a:p>
        </p:txBody>
      </p:sp>
      <p:sp>
        <p:nvSpPr>
          <p:cNvPr id="675" name="PlaceHolder 3"/>
          <p:cNvSpPr>
            <a:spLocks noGrp="1"/>
          </p:cNvSpPr>
          <p:nvPr>
            <p:ph type="sldNum" idx="70"/>
          </p:nvPr>
        </p:nvSpPr>
        <p:spPr>
          <a:xfrm>
            <a:off x="11521440" y="6486120"/>
            <a:ext cx="319680" cy="36396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8C9EFBBD-A5FE-4EFA-A1A5-D4A594A0AF9A}"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
        <p:nvSpPr>
          <p:cNvPr id="676" name="idea1_n"/>
          <p:cNvSpPr/>
          <p:nvPr/>
        </p:nvSpPr>
        <p:spPr>
          <a:xfrm>
            <a:off x="374760" y="1828800"/>
            <a:ext cx="913320" cy="6091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4000" spc="-1" strike="noStrike">
                <a:solidFill>
                  <a:srgbClr val="1700f3"/>
                </a:solidFill>
                <a:latin typeface="Avenir Next LT Pro"/>
              </a:rPr>
              <a:t>01</a:t>
            </a:r>
            <a:endParaRPr b="0" lang="es-AR" sz="4000" spc="-1" strike="noStrike">
              <a:solidFill>
                <a:srgbClr val="000000"/>
              </a:solidFill>
              <a:latin typeface="Arial"/>
            </a:endParaRPr>
          </a:p>
        </p:txBody>
      </p:sp>
      <p:sp>
        <p:nvSpPr>
          <p:cNvPr id="677" name="idea1_a"/>
          <p:cNvSpPr/>
          <p:nvPr/>
        </p:nvSpPr>
        <p:spPr>
          <a:xfrm>
            <a:off x="374760" y="2697480"/>
            <a:ext cx="2742120" cy="6397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2100" spc="-1" strike="noStrike">
                <a:solidFill>
                  <a:srgbClr val="00095b"/>
                </a:solidFill>
                <a:latin typeface="Avenir Next LT Pro"/>
              </a:rPr>
              <a:t>Hoy se pierden 4 de cada 10 services</a:t>
            </a:r>
            <a:endParaRPr b="0" lang="es-AR" sz="2100" spc="-1" strike="noStrike">
              <a:solidFill>
                <a:srgbClr val="000000"/>
              </a:solidFill>
              <a:latin typeface="Arial"/>
            </a:endParaRPr>
          </a:p>
        </p:txBody>
      </p:sp>
      <p:sp>
        <p:nvSpPr>
          <p:cNvPr id="678" name="idea1_b"/>
          <p:cNvSpPr/>
          <p:nvPr/>
        </p:nvSpPr>
        <p:spPr>
          <a:xfrm>
            <a:off x="374760" y="3840480"/>
            <a:ext cx="2742120" cy="258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700" spc="-1" strike="noStrike">
                <a:solidFill>
                  <a:srgbClr val="7f7f7f"/>
                </a:solidFill>
                <a:latin typeface="Avenir Next LT Pro"/>
              </a:rPr>
              <a:t>hablándole igual a todos.</a:t>
            </a:r>
            <a:endParaRPr b="0" lang="es-AR" sz="1700" spc="-1" strike="noStrike">
              <a:solidFill>
                <a:srgbClr val="000000"/>
              </a:solidFill>
              <a:latin typeface="Arial"/>
            </a:endParaRPr>
          </a:p>
        </p:txBody>
      </p:sp>
      <p:sp>
        <p:nvSpPr>
          <p:cNvPr id="679" name="idea2_n"/>
          <p:cNvSpPr/>
          <p:nvPr/>
        </p:nvSpPr>
        <p:spPr>
          <a:xfrm>
            <a:off x="4581000" y="1828800"/>
            <a:ext cx="913320" cy="6091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4000" spc="-1" strike="noStrike">
                <a:solidFill>
                  <a:srgbClr val="1700f3"/>
                </a:solidFill>
                <a:latin typeface="Avenir Next LT Pro"/>
              </a:rPr>
              <a:t>02</a:t>
            </a:r>
            <a:endParaRPr b="0" lang="es-AR" sz="4000" spc="-1" strike="noStrike">
              <a:solidFill>
                <a:srgbClr val="000000"/>
              </a:solidFill>
              <a:latin typeface="Arial"/>
            </a:endParaRPr>
          </a:p>
        </p:txBody>
      </p:sp>
      <p:sp>
        <p:nvSpPr>
          <p:cNvPr id="680" name="idea2_a"/>
          <p:cNvSpPr/>
          <p:nvPr/>
        </p:nvSpPr>
        <p:spPr>
          <a:xfrm>
            <a:off x="4581000" y="2697480"/>
            <a:ext cx="2742120" cy="9597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2100" spc="-1" strike="noStrike">
                <a:solidFill>
                  <a:srgbClr val="00095b"/>
                </a:solidFill>
                <a:latin typeface="Avenir Next LT Pro"/>
              </a:rPr>
              <a:t>Nuestra solución pone primero a quien se va</a:t>
            </a:r>
            <a:endParaRPr b="0" lang="es-AR" sz="2100" spc="-1" strike="noStrike">
              <a:solidFill>
                <a:srgbClr val="000000"/>
              </a:solidFill>
              <a:latin typeface="Arial"/>
            </a:endParaRPr>
          </a:p>
        </p:txBody>
      </p:sp>
      <p:sp>
        <p:nvSpPr>
          <p:cNvPr id="681" name="idea2_b"/>
          <p:cNvSpPr/>
          <p:nvPr/>
        </p:nvSpPr>
        <p:spPr>
          <a:xfrm>
            <a:off x="4581000" y="3840480"/>
            <a:ext cx="2742120" cy="5180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700" spc="-1" strike="noStrike">
                <a:solidFill>
                  <a:srgbClr val="7f7f7f"/>
                </a:solidFill>
                <a:latin typeface="Avenir Next LT Pro"/>
              </a:rPr>
              <a:t>y explica por qué: cada contacto rinde el doble.</a:t>
            </a:r>
            <a:endParaRPr b="0" lang="es-AR" sz="1700" spc="-1" strike="noStrike">
              <a:solidFill>
                <a:srgbClr val="000000"/>
              </a:solidFill>
              <a:latin typeface="Arial"/>
            </a:endParaRPr>
          </a:p>
        </p:txBody>
      </p:sp>
      <p:sp>
        <p:nvSpPr>
          <p:cNvPr id="682" name="idea3_n"/>
          <p:cNvSpPr/>
          <p:nvPr/>
        </p:nvSpPr>
        <p:spPr>
          <a:xfrm>
            <a:off x="8732520" y="1828800"/>
            <a:ext cx="913320" cy="6091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4000" spc="-1" strike="noStrike">
                <a:solidFill>
                  <a:srgbClr val="1700f3"/>
                </a:solidFill>
                <a:latin typeface="Avenir Next LT Pro"/>
              </a:rPr>
              <a:t>03</a:t>
            </a:r>
            <a:endParaRPr b="0" lang="es-AR" sz="4000" spc="-1" strike="noStrike">
              <a:solidFill>
                <a:srgbClr val="000000"/>
              </a:solidFill>
              <a:latin typeface="Arial"/>
            </a:endParaRPr>
          </a:p>
        </p:txBody>
      </p:sp>
      <p:sp>
        <p:nvSpPr>
          <p:cNvPr id="683" name="idea3_a"/>
          <p:cNvSpPr/>
          <p:nvPr/>
        </p:nvSpPr>
        <p:spPr>
          <a:xfrm>
            <a:off x="8732520" y="2697480"/>
            <a:ext cx="2742120" cy="6397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2100" spc="-1" strike="noStrike">
                <a:solidFill>
                  <a:srgbClr val="00095b"/>
                </a:solidFill>
                <a:latin typeface="Avenir Next LT Pro"/>
              </a:rPr>
              <a:t>Funciona con lo que Ford ya tiene</a:t>
            </a:r>
            <a:endParaRPr b="0" lang="es-AR" sz="2100" spc="-1" strike="noStrike">
              <a:solidFill>
                <a:srgbClr val="000000"/>
              </a:solidFill>
              <a:latin typeface="Arial"/>
            </a:endParaRPr>
          </a:p>
        </p:txBody>
      </p:sp>
      <p:sp>
        <p:nvSpPr>
          <p:cNvPr id="684" name="idea3_b"/>
          <p:cNvSpPr/>
          <p:nvPr/>
        </p:nvSpPr>
        <p:spPr>
          <a:xfrm>
            <a:off x="8732520" y="3840480"/>
            <a:ext cx="2742120" cy="258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700" spc="-1" strike="noStrike">
                <a:solidFill>
                  <a:srgbClr val="7f7f7f"/>
                </a:solidFill>
                <a:latin typeface="Avenir Next LT Pro"/>
              </a:rPr>
              <a:t>y en 90 días se prueba.</a:t>
            </a:r>
            <a:endParaRPr b="0" lang="es-AR" sz="1700" spc="-1" strike="noStrike">
              <a:solidFill>
                <a:srgbClr val="000000"/>
              </a:solidFill>
              <a:latin typeface="Arial"/>
            </a:endParaRPr>
          </a:p>
        </p:txBody>
      </p:sp>
      <p:sp>
        <p:nvSpPr>
          <p:cNvPr id="685" name="orador"/>
          <p:cNvSpPr/>
          <p:nvPr/>
        </p:nvSpPr>
        <p:spPr>
          <a:xfrm>
            <a:off x="394920" y="6540120"/>
            <a:ext cx="4998960" cy="2790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pPr>
            <a:r>
              <a:rPr b="0" lang="en-US" sz="1000" spc="-1" strike="noStrike">
                <a:solidFill>
                  <a:srgbClr val="7f7f7f"/>
                </a:solidFill>
                <a:latin typeface="Avenir Next LT Pro"/>
              </a:rPr>
              <a:t>Teodoro Samaan Piroli</a:t>
            </a:r>
            <a:endParaRPr b="0" lang="es-AR" sz="1000" spc="-1" strike="noStrike">
              <a:solidFill>
                <a:srgbClr val="000000"/>
              </a:solidFill>
              <a:latin typeface="Arial"/>
            </a:endParaRPr>
          </a:p>
        </p:txBody>
      </p:sp>
    </p:spTree>
  </p:cSld>
  <mc:AlternateContent>
    <mc:Choice Requires="p14">
      <p:transition spd="med" p14:dur="600">
        <p:fade/>
      </p:transition>
    </mc:Choice>
    <mc:Fallback>
      <p:transition spd="med">
        <p:fade/>
      </p:transition>
    </mc:Fallback>
  </mc:AlternateContent>
  <p:timing>
    <p:tnLst>
      <p:par>
        <p:cTn id="714" dur="indefinite" restart="never" nodeType="tmRoot">
          <p:childTnLst>
            <p:seq>
              <p:cTn id="715" dur="indefinite" nodeType="mainSeq">
                <p:childTnLst>
                  <p:par>
                    <p:cTn id="716" fill="hold">
                      <p:stCondLst>
                        <p:cond delay="indefinite"/>
                      </p:stCondLst>
                      <p:childTnLst>
                        <p:par>
                          <p:cTn id="717" fill="hold">
                            <p:stCondLst>
                              <p:cond delay="0"/>
                            </p:stCondLst>
                            <p:childTnLst>
                              <p:par>
                                <p:cTn id="718" nodeType="clickEffect" fill="hold" presetClass="entr" presetID="10">
                                  <p:stCondLst>
                                    <p:cond delay="0"/>
                                  </p:stCondLst>
                                  <p:childTnLst>
                                    <p:set>
                                      <p:cBhvr>
                                        <p:cTn id="719" dur="1" fill="hold">
                                          <p:stCondLst>
                                            <p:cond delay="0"/>
                                          </p:stCondLst>
                                        </p:cTn>
                                        <p:tgtEl>
                                          <p:spTgt spid="676"/>
                                        </p:tgtEl>
                                        <p:attrNameLst>
                                          <p:attrName>style.visibility</p:attrName>
                                        </p:attrNameLst>
                                      </p:cBhvr>
                                      <p:to>
                                        <p:strVal val="visible"/>
                                      </p:to>
                                    </p:set>
                                    <p:animEffect filter="fade" transition="in">
                                      <p:cBhvr additive="repl">
                                        <p:cTn id="720" dur="500"/>
                                        <p:tgtEl>
                                          <p:spTgt spid="676"/>
                                        </p:tgtEl>
                                      </p:cBhvr>
                                    </p:animEffect>
                                  </p:childTnLst>
                                </p:cTn>
                              </p:par>
                              <p:par>
                                <p:cTn id="721" nodeType="withEffect" fill="hold" presetClass="entr" presetID="10">
                                  <p:stCondLst>
                                    <p:cond delay="0"/>
                                  </p:stCondLst>
                                  <p:childTnLst>
                                    <p:set>
                                      <p:cBhvr>
                                        <p:cTn id="722" dur="1" fill="hold">
                                          <p:stCondLst>
                                            <p:cond delay="0"/>
                                          </p:stCondLst>
                                        </p:cTn>
                                        <p:tgtEl>
                                          <p:spTgt spid="677"/>
                                        </p:tgtEl>
                                        <p:attrNameLst>
                                          <p:attrName>style.visibility</p:attrName>
                                        </p:attrNameLst>
                                      </p:cBhvr>
                                      <p:to>
                                        <p:strVal val="visible"/>
                                      </p:to>
                                    </p:set>
                                    <p:animEffect filter="fade" transition="in">
                                      <p:cBhvr additive="repl">
                                        <p:cTn id="723" dur="500"/>
                                        <p:tgtEl>
                                          <p:spTgt spid="677"/>
                                        </p:tgtEl>
                                      </p:cBhvr>
                                    </p:animEffect>
                                  </p:childTnLst>
                                </p:cTn>
                              </p:par>
                              <p:par>
                                <p:cTn id="724" nodeType="withEffect" fill="hold" presetClass="entr" presetID="10">
                                  <p:stCondLst>
                                    <p:cond delay="0"/>
                                  </p:stCondLst>
                                  <p:childTnLst>
                                    <p:set>
                                      <p:cBhvr>
                                        <p:cTn id="725" dur="1" fill="hold">
                                          <p:stCondLst>
                                            <p:cond delay="0"/>
                                          </p:stCondLst>
                                        </p:cTn>
                                        <p:tgtEl>
                                          <p:spTgt spid="678"/>
                                        </p:tgtEl>
                                        <p:attrNameLst>
                                          <p:attrName>style.visibility</p:attrName>
                                        </p:attrNameLst>
                                      </p:cBhvr>
                                      <p:to>
                                        <p:strVal val="visible"/>
                                      </p:to>
                                    </p:set>
                                    <p:animEffect filter="fade" transition="in">
                                      <p:cBhvr additive="repl">
                                        <p:cTn id="726" dur="500"/>
                                        <p:tgtEl>
                                          <p:spTgt spid="678"/>
                                        </p:tgtEl>
                                      </p:cBhvr>
                                    </p:animEffect>
                                  </p:childTnLst>
                                </p:cTn>
                              </p:par>
                            </p:childTnLst>
                          </p:cTn>
                        </p:par>
                      </p:childTnLst>
                    </p:cTn>
                  </p:par>
                  <p:par>
                    <p:cTn id="727" fill="hold">
                      <p:stCondLst>
                        <p:cond delay="indefinite"/>
                      </p:stCondLst>
                      <p:childTnLst>
                        <p:par>
                          <p:cTn id="728" fill="hold">
                            <p:stCondLst>
                              <p:cond delay="0"/>
                            </p:stCondLst>
                            <p:childTnLst>
                              <p:par>
                                <p:cTn id="729" nodeType="clickEffect" fill="hold" presetClass="entr" presetID="10">
                                  <p:stCondLst>
                                    <p:cond delay="0"/>
                                  </p:stCondLst>
                                  <p:childTnLst>
                                    <p:set>
                                      <p:cBhvr>
                                        <p:cTn id="730" dur="1" fill="hold">
                                          <p:stCondLst>
                                            <p:cond delay="0"/>
                                          </p:stCondLst>
                                        </p:cTn>
                                        <p:tgtEl>
                                          <p:spTgt spid="679"/>
                                        </p:tgtEl>
                                        <p:attrNameLst>
                                          <p:attrName>style.visibility</p:attrName>
                                        </p:attrNameLst>
                                      </p:cBhvr>
                                      <p:to>
                                        <p:strVal val="visible"/>
                                      </p:to>
                                    </p:set>
                                    <p:animEffect filter="fade" transition="in">
                                      <p:cBhvr additive="repl">
                                        <p:cTn id="731" dur="500"/>
                                        <p:tgtEl>
                                          <p:spTgt spid="679"/>
                                        </p:tgtEl>
                                      </p:cBhvr>
                                    </p:animEffect>
                                  </p:childTnLst>
                                </p:cTn>
                              </p:par>
                              <p:par>
                                <p:cTn id="732" nodeType="withEffect" fill="hold" presetClass="entr" presetID="10">
                                  <p:stCondLst>
                                    <p:cond delay="0"/>
                                  </p:stCondLst>
                                  <p:childTnLst>
                                    <p:set>
                                      <p:cBhvr>
                                        <p:cTn id="733" dur="1" fill="hold">
                                          <p:stCondLst>
                                            <p:cond delay="0"/>
                                          </p:stCondLst>
                                        </p:cTn>
                                        <p:tgtEl>
                                          <p:spTgt spid="680"/>
                                        </p:tgtEl>
                                        <p:attrNameLst>
                                          <p:attrName>style.visibility</p:attrName>
                                        </p:attrNameLst>
                                      </p:cBhvr>
                                      <p:to>
                                        <p:strVal val="visible"/>
                                      </p:to>
                                    </p:set>
                                    <p:animEffect filter="fade" transition="in">
                                      <p:cBhvr additive="repl">
                                        <p:cTn id="734" dur="500"/>
                                        <p:tgtEl>
                                          <p:spTgt spid="680"/>
                                        </p:tgtEl>
                                      </p:cBhvr>
                                    </p:animEffect>
                                  </p:childTnLst>
                                </p:cTn>
                              </p:par>
                              <p:par>
                                <p:cTn id="735" nodeType="withEffect" fill="hold" presetClass="entr" presetID="10">
                                  <p:stCondLst>
                                    <p:cond delay="0"/>
                                  </p:stCondLst>
                                  <p:childTnLst>
                                    <p:set>
                                      <p:cBhvr>
                                        <p:cTn id="736" dur="1" fill="hold">
                                          <p:stCondLst>
                                            <p:cond delay="0"/>
                                          </p:stCondLst>
                                        </p:cTn>
                                        <p:tgtEl>
                                          <p:spTgt spid="681"/>
                                        </p:tgtEl>
                                        <p:attrNameLst>
                                          <p:attrName>style.visibility</p:attrName>
                                        </p:attrNameLst>
                                      </p:cBhvr>
                                      <p:to>
                                        <p:strVal val="visible"/>
                                      </p:to>
                                    </p:set>
                                    <p:animEffect filter="fade" transition="in">
                                      <p:cBhvr additive="repl">
                                        <p:cTn id="737" dur="500"/>
                                        <p:tgtEl>
                                          <p:spTgt spid="681"/>
                                        </p:tgtEl>
                                      </p:cBhvr>
                                    </p:animEffect>
                                  </p:childTnLst>
                                </p:cTn>
                              </p:par>
                            </p:childTnLst>
                          </p:cTn>
                        </p:par>
                      </p:childTnLst>
                    </p:cTn>
                  </p:par>
                  <p:par>
                    <p:cTn id="738" fill="hold">
                      <p:stCondLst>
                        <p:cond delay="indefinite"/>
                      </p:stCondLst>
                      <p:childTnLst>
                        <p:par>
                          <p:cTn id="739" fill="hold">
                            <p:stCondLst>
                              <p:cond delay="0"/>
                            </p:stCondLst>
                            <p:childTnLst>
                              <p:par>
                                <p:cTn id="740" nodeType="clickEffect" fill="hold" presetClass="entr" presetID="10">
                                  <p:stCondLst>
                                    <p:cond delay="0"/>
                                  </p:stCondLst>
                                  <p:childTnLst>
                                    <p:set>
                                      <p:cBhvr>
                                        <p:cTn id="741" dur="1" fill="hold">
                                          <p:stCondLst>
                                            <p:cond delay="0"/>
                                          </p:stCondLst>
                                        </p:cTn>
                                        <p:tgtEl>
                                          <p:spTgt spid="682"/>
                                        </p:tgtEl>
                                        <p:attrNameLst>
                                          <p:attrName>style.visibility</p:attrName>
                                        </p:attrNameLst>
                                      </p:cBhvr>
                                      <p:to>
                                        <p:strVal val="visible"/>
                                      </p:to>
                                    </p:set>
                                    <p:animEffect filter="fade" transition="in">
                                      <p:cBhvr additive="repl">
                                        <p:cTn id="742" dur="500"/>
                                        <p:tgtEl>
                                          <p:spTgt spid="682"/>
                                        </p:tgtEl>
                                      </p:cBhvr>
                                    </p:animEffect>
                                  </p:childTnLst>
                                </p:cTn>
                              </p:par>
                              <p:par>
                                <p:cTn id="743" nodeType="withEffect" fill="hold" presetClass="entr" presetID="10">
                                  <p:stCondLst>
                                    <p:cond delay="0"/>
                                  </p:stCondLst>
                                  <p:childTnLst>
                                    <p:set>
                                      <p:cBhvr>
                                        <p:cTn id="744" dur="1" fill="hold">
                                          <p:stCondLst>
                                            <p:cond delay="0"/>
                                          </p:stCondLst>
                                        </p:cTn>
                                        <p:tgtEl>
                                          <p:spTgt spid="683"/>
                                        </p:tgtEl>
                                        <p:attrNameLst>
                                          <p:attrName>style.visibility</p:attrName>
                                        </p:attrNameLst>
                                      </p:cBhvr>
                                      <p:to>
                                        <p:strVal val="visible"/>
                                      </p:to>
                                    </p:set>
                                    <p:animEffect filter="fade" transition="in">
                                      <p:cBhvr additive="repl">
                                        <p:cTn id="745" dur="500"/>
                                        <p:tgtEl>
                                          <p:spTgt spid="683"/>
                                        </p:tgtEl>
                                      </p:cBhvr>
                                    </p:animEffect>
                                  </p:childTnLst>
                                </p:cTn>
                              </p:par>
                              <p:par>
                                <p:cTn id="746" nodeType="withEffect" fill="hold" presetClass="entr" presetID="10">
                                  <p:stCondLst>
                                    <p:cond delay="0"/>
                                  </p:stCondLst>
                                  <p:childTnLst>
                                    <p:set>
                                      <p:cBhvr>
                                        <p:cTn id="747" dur="1" fill="hold">
                                          <p:stCondLst>
                                            <p:cond delay="0"/>
                                          </p:stCondLst>
                                        </p:cTn>
                                        <p:tgtEl>
                                          <p:spTgt spid="684"/>
                                        </p:tgtEl>
                                        <p:attrNameLst>
                                          <p:attrName>style.visibility</p:attrName>
                                        </p:attrNameLst>
                                      </p:cBhvr>
                                      <p:to>
                                        <p:strVal val="visible"/>
                                      </p:to>
                                    </p:set>
                                    <p:animEffect filter="fade" transition="in">
                                      <p:cBhvr additive="repl">
                                        <p:cTn id="748" dur="500"/>
                                        <p:tgtEl>
                                          <p:spTgt spid="68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6" name="gracias"/>
          <p:cNvSpPr/>
          <p:nvPr/>
        </p:nvSpPr>
        <p:spPr>
          <a:xfrm>
            <a:off x="822960" y="4892040"/>
            <a:ext cx="10514520" cy="33480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2200" spc="-1" strike="noStrike">
                <a:solidFill>
                  <a:srgbClr val="00095b"/>
                </a:solidFill>
                <a:latin typeface="Avenir Next LT Pro"/>
              </a:rPr>
              <a:t>Muchas Gracias</a:t>
            </a:r>
            <a:endParaRPr b="0" lang="es-AR" sz="2200" spc="-1" strike="noStrike">
              <a:solidFill>
                <a:srgbClr val="000000"/>
              </a:solidFill>
              <a:latin typeface="Arial"/>
            </a:endParaRPr>
          </a:p>
        </p:txBody>
      </p:sp>
      <p:sp>
        <p:nvSpPr>
          <p:cNvPr id="2" name="PlaceHolder 1"/>
          <p:cNvSpPr>
            <a:spLocks noGrp="1"/>
          </p:cNvSpPr>
          <p:nvPr>
            <p:ph type="sldNum" idx="52"/>
          </p:nvPr>
        </p:nvSpPr>
        <p:spPr/>
        <p:txBody>
          <a:bodyPr/>
          <a:p>
            <a:fld id="{FE3CA9EA-4666-44C1-A7C8-9C231A6379A4}" type="slidenum">
              <a:t>23</a:t>
            </a:fld>
          </a:p>
        </p:txBody>
      </p:sp>
    </p:spTree>
  </p:cSld>
  <mc:AlternateContent>
    <mc:Choice Requires="p14">
      <p:transition spd="med" p14:dur="600">
        <p:fade/>
      </p:transition>
    </mc:Choice>
    <mc:Fallback>
      <p:transition spd="med">
        <p:fade/>
      </p:transition>
    </mc:Fallback>
  </mc:AlternateContent>
</p:sld>
</file>

<file path=ppt/theme/theme1.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5.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6.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7.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8.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9.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0.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1.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2.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3.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4.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5.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6.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7.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8.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9.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0.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1.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2.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3.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4.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5.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6.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7.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8.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9.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0.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1.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2.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3.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4.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5.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6.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7.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8.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9.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0.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1.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2.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3.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4.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5.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6.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7.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8.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9.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50.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51.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52.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53.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54.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customXml/_rels/item1.xml.rels><?xml version="1.0" encoding="UTF-8"?>
<Relationships xmlns="http://schemas.openxmlformats.org/package/2006/relationships"><Relationship Id="rId1" Type="http://schemas.openxmlformats.org/officeDocument/2006/relationships/customXmlProps" Target="itemProps1.xml"/>
</Relationships>
</file>

<file path=customXml/_rels/item2.xml.rels><?xml version="1.0" encoding="UTF-8"?>
<Relationships xmlns="http://schemas.openxmlformats.org/package/2006/relationships"><Relationship Id="rId1" Type="http://schemas.openxmlformats.org/officeDocument/2006/relationships/customXmlProps" Target="itemProps2.xml"/>
</Relationships>
</file>

<file path=customXml/_rels/item3.xml.rels><?xml version="1.0" encoding="UTF-8"?>
<Relationships xmlns="http://schemas.openxmlformats.org/package/2006/relationships"><Relationship Id="rId1" Type="http://schemas.openxmlformats.org/officeDocument/2006/relationships/customXmlProps" Target="itemProps3.xml"/>
</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DF98D95B3C7764478220B4640544549A" ma:contentTypeVersion="12" ma:contentTypeDescription="Create a new document." ma:contentTypeScope="" ma:versionID="fdd2da79dca7eceea7526dc50efcfcf0">
  <xsd:schema xmlns:xsd="http://www.w3.org/2001/XMLSchema" xmlns:xs="http://www.w3.org/2001/XMLSchema" xmlns:p="http://schemas.microsoft.com/office/2006/metadata/properties" xmlns:ns2="e207eda7-c60a-4298-ac2b-86dd5bc7ae7a" xmlns:ns3="5af6e66d-d4a6-4409-b3f2-9172cbc29d4b" targetNamespace="http://schemas.microsoft.com/office/2006/metadata/properties" ma:root="true" ma:fieldsID="4881c84358a8dc26e9e0ecb88e466808" ns2:_="" ns3:_="">
    <xsd:import namespace="e207eda7-c60a-4298-ac2b-86dd5bc7ae7a"/>
    <xsd:import namespace="5af6e66d-d4a6-4409-b3f2-9172cbc29d4b"/>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LengthInSecond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207eda7-c60a-4298-ac2b-86dd5bc7ae7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76f62536-3a25-4b8a-9b5d-7e17d0b0464e"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LengthInSeconds" ma:index="18" nillable="true" ma:displayName="MediaLengthInSeconds" ma:hidden="true" ma:internalName="MediaLengthInSeconds" ma:readOnly="true">
      <xsd:simpleType>
        <xsd:restriction base="dms:Unknown"/>
      </xsd:simpleType>
    </xsd:element>
    <xsd:element name="MediaServiceBillingMetadata" ma:index="19"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5af6e66d-d4a6-4409-b3f2-9172cbc29d4b"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93b6336c-0b27-46de-820e-856c14d1331c}" ma:internalName="TaxCatchAll" ma:showField="CatchAllData" ma:web="5af6e66d-d4a6-4409-b3f2-9172cbc29d4b">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e207eda7-c60a-4298-ac2b-86dd5bc7ae7a">
      <Terms xmlns="http://schemas.microsoft.com/office/infopath/2007/PartnerControls"/>
    </lcf76f155ced4ddcb4097134ff3c332f>
    <TaxCatchAll xmlns="5af6e66d-d4a6-4409-b3f2-9172cbc29d4b" xsi:nil="true"/>
  </documentManagement>
</p:properties>
</file>

<file path=customXml/itemProps1.xml><?xml version="1.0" encoding="utf-8"?>
<ds:datastoreItem xmlns:ds="http://schemas.openxmlformats.org/officeDocument/2006/customXml" ds:itemID="{8FEDE938-368F-4BC9-8142-87121823075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207eda7-c60a-4298-ac2b-86dd5bc7ae7a"/>
    <ds:schemaRef ds:uri="5af6e66d-d4a6-4409-b3f2-9172cbc29d4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A9D33F2B-C9B2-440A-B53E-437C3B44AFCE}">
  <ds:schemaRefs>
    <ds:schemaRef ds:uri="http://schemas.microsoft.com/sharepoint/v3/contenttype/forms"/>
  </ds:schemaRefs>
</ds:datastoreItem>
</file>

<file path=customXml/itemProps3.xml><?xml version="1.0" encoding="utf-8"?>
<ds:datastoreItem xmlns:ds="http://schemas.openxmlformats.org/officeDocument/2006/customXml" ds:itemID="{FBB3466F-646B-4C91-A899-EECD87AD0076}">
  <ds:schemaRefs>
    <ds:schemaRef ds:uri="http://schemas.microsoft.com/office/2006/metadata/properties"/>
    <ds:schemaRef ds:uri="http://schemas.microsoft.com/office/infopath/2007/PartnerControls"/>
    <ds:schemaRef ds:uri="09025dea-8cfb-412a-8bf6-3264536aef32"/>
    <ds:schemaRef ds:uri="6290ef22-d553-493d-996d-b074cf516d76"/>
    <ds:schemaRef ds:uri="bd70e923-ab84-4aa7-89d5-263cfb0d7c15"/>
    <ds:schemaRef ds:uri="2fd03a12-6bd2-4804-9bb4-b9172760b8e7"/>
    <ds:schemaRef ds:uri="3e68ea85-e2cf-4a10-960b-7a8b97a39b78"/>
    <ds:schemaRef ds:uri="4e27906e-a302-466b-aa1c-8b3e60c9d72f"/>
    <ds:schemaRef ds:uri="3e3276ed-9db0-4487-8795-b90f09998e0a"/>
    <ds:schemaRef ds:uri="c70d0ce2-6631-4134-8ae5-6a41f222d9a7"/>
    <ds:schemaRef ds:uri="e207eda7-c60a-4298-ac2b-86dd5bc7ae7a"/>
    <ds:schemaRef ds:uri="5af6e66d-d4a6-4409-b3f2-9172cbc29d4b"/>
  </ds:schemaRefs>
</ds:datastoreItem>
</file>

<file path=docMetadata/LabelInfo.xml><?xml version="1.0" encoding="utf-8"?>
<clbl:labelList xmlns:clbl="http://schemas.microsoft.com/office/2020/mipLabelMetadata">
  <clbl:label id="{4287bb64-a677-4999-a7e1-c729498cafc7}" enabled="1" method="Standard" siteId="{c990bb7a-51f4-439b-bd36-9c07fb1041c0}" contentBits="0" removed="0"/>
</clbl:labelList>
</file>

<file path=docProps/app.xml><?xml version="1.0" encoding="utf-8"?>
<Properties xmlns="http://schemas.openxmlformats.org/officeDocument/2006/extended-properties" xmlns:vt="http://schemas.openxmlformats.org/officeDocument/2006/docPropsVTypes">
  <Template>FORD</Template>
  <TotalTime>22938</TotalTime>
  <Application>LibreOffice/24.2.7.2$Linux_X86_64 LibreOffice_project/420$Build-2</Application>
  <AppVersion>15.0000</AppVersion>
  <Words>4857</Words>
  <Paragraphs>498</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2021-11-17T16:17:53Z</dcterms:created>
  <dc:creator>Jacob Woodworth</dc:creator>
  <dc:description/>
  <dc:language>es-AR</dc:language>
  <cp:lastModifiedBy/>
  <cp:lastPrinted>2018-03-16T18:50:22Z</cp:lastPrinted>
  <dcterms:modified xsi:type="dcterms:W3CDTF">2026-10-02T10:36:12Z</dcterms:modified>
  <cp:revision>261</cp:revision>
  <dc:subject/>
  <dc:title>Template Instructions</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0x010100DF98D95B3C7764478220B4640544549A</vt:lpwstr>
  </property>
  <property fmtid="{D5CDD505-2E9C-101B-9397-08002B2CF9AE}" pid="3" name="HiddenSlides">
    <vt:i4>3</vt:i4>
  </property>
  <property fmtid="{D5CDD505-2E9C-101B-9397-08002B2CF9AE}" pid="4" name="MediaServiceImageTags">
    <vt:lpwstr/>
  </property>
  <property fmtid="{D5CDD505-2E9C-101B-9397-08002B2CF9AE}" pid="5" name="Notes">
    <vt:i4>27</vt:i4>
  </property>
  <property fmtid="{D5CDD505-2E9C-101B-9397-08002B2CF9AE}" pid="6" name="PresentationFormat">
    <vt:lpwstr>Panorámica</vt:lpwstr>
  </property>
  <property fmtid="{D5CDD505-2E9C-101B-9397-08002B2CF9AE}" pid="7" name="Slides">
    <vt:i4>27</vt:i4>
  </property>
</Properties>
</file>