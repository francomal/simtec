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1.xml" ContentType="application/xml"/>
  <Override PartName="/customXml/itemProps1.xml" ContentType="application/vnd.openxmlformats-officedocument.customXmlProperties+xml"/>
  <Override PartName="/customXml/item2.xml" ContentType="application/xml"/>
  <Override PartName="/customXml/_rels/item3.xml.rels" ContentType="application/vnd.openxmlformats-package.relationships+xml"/>
  <Override PartName="/customXml/_rels/item2.xml.rels" ContentType="application/vnd.openxmlformats-package.relationships+xml"/>
  <Override PartName="/customXml/_rels/item1.xml.rels" ContentType="application/vnd.openxmlformats-package.relationships+xml"/>
  <Override PartName="/customXml/itemProps2.xml" ContentType="application/vnd.openxmlformats-officedocument.customXmlProperties+xml"/>
  <Override PartName="/customXml/item3.xml" ContentType="application/xml"/>
  <Override PartName="/customXml/itemProps3.xml" ContentType="application/vnd.openxmlformats-officedocument.customXmlProperties+xml"/>
  <Override PartName="/docMetadata/LabelInfo.xml" ContentType="application/xml"/>
  <Override PartName="/ppt/presentation.xml" ContentType="application/vnd.openxmlformats-officedocument.presentationml.presentation.main+xml"/>
  <Override PartName="/ppt/slideMasters/_rels/slideMaster10.xml.rels" ContentType="application/vnd.openxmlformats-package.relationships+xml"/>
  <Override PartName="/ppt/slideMasters/_rels/slideMaster47.xml.rels" ContentType="application/vnd.openxmlformats-package.relationships+xml"/>
  <Override PartName="/ppt/slideMasters/_rels/slideMaster46.xml.rels" ContentType="application/vnd.openxmlformats-package.relationships+xml"/>
  <Override PartName="/ppt/slideMasters/_rels/slideMaster11.xml.rels" ContentType="application/vnd.openxmlformats-package.relationships+xml"/>
  <Override PartName="/ppt/slideMasters/_rels/slideMaster48.xml.rels" ContentType="application/vnd.openxmlformats-package.relationships+xml"/>
  <Override PartName="/ppt/slideMasters/_rels/slideMaster6.xml.rels" ContentType="application/vnd.openxmlformats-package.relationships+xml"/>
  <Override PartName="/ppt/slideMasters/_rels/slideMaster41.xml.rels" ContentType="application/vnd.openxmlformats-package.relationships+xml"/>
  <Override PartName="/ppt/slideMasters/_rels/slideMaster12.xml.rels" ContentType="application/vnd.openxmlformats-package.relationships+xml"/>
  <Override PartName="/ppt/slideMasters/_rels/slideMaster49.xml.rels" ContentType="application/vnd.openxmlformats-package.relationships+xml"/>
  <Override PartName="/ppt/slideMasters/_rels/slideMaster30.xml.rels" ContentType="application/vnd.openxmlformats-package.relationships+xml"/>
  <Override PartName="/ppt/slideMasters/_rels/slideMaster29.xml.rels" ContentType="application/vnd.openxmlformats-package.relationships+xml"/>
  <Override PartName="/ppt/slideMasters/_rels/slideMaster31.xml.rels" ContentType="application/vnd.openxmlformats-package.relationships+xml"/>
  <Override PartName="/ppt/slideMasters/_rels/slideMaster32.xml.rels" ContentType="application/vnd.openxmlformats-package.relationships+xml"/>
  <Override PartName="/ppt/slideMasters/_rels/slideMaster33.xml.rels" ContentType="application/vnd.openxmlformats-package.relationships+xml"/>
  <Override PartName="/ppt/slideMasters/_rels/slideMaster34.xml.rels" ContentType="application/vnd.openxmlformats-package.relationships+xml"/>
  <Override PartName="/ppt/slideMasters/_rels/slideMaster5.xml.rels" ContentType="application/vnd.openxmlformats-package.relationships+xml"/>
  <Override PartName="/ppt/slideMasters/_rels/slideMaster40.xml.rels" ContentType="application/vnd.openxmlformats-package.relationships+xml"/>
  <Override PartName="/ppt/slideMasters/_rels/slideMaster53.xml.rels" ContentType="application/vnd.openxmlformats-package.relationships+xml"/>
  <Override PartName="/ppt/slideMasters/_rels/slideMaster4.xml.rels" ContentType="application/vnd.openxmlformats-package.relationships+xml"/>
  <Override PartName="/ppt/slideMasters/_rels/slideMaster52.xml.rels" ContentType="application/vnd.openxmlformats-package.relationships+xml"/>
  <Override PartName="/ppt/slideMasters/_rels/slideMaster51.xml.rels" ContentType="application/vnd.openxmlformats-package.relationships+xml"/>
  <Override PartName="/ppt/slideMasters/_rels/slideMaster50.xml.rels" ContentType="application/vnd.openxmlformats-package.relationships+xml"/>
  <Override PartName="/ppt/slideMasters/_rels/slideMaster39.xml.rels" ContentType="application/vnd.openxmlformats-package.relationships+xml"/>
  <Override PartName="/ppt/slideMasters/_rels/slideMaster26.xml.rels" ContentType="application/vnd.openxmlformats-package.relationships+xml"/>
  <Override PartName="/ppt/slideMasters/_rels/slideMaster14.xml.rels" ContentType="application/vnd.openxmlformats-package.relationships+xml"/>
  <Override PartName="/ppt/slideMasters/_rels/slideMaster3.xml.rels" ContentType="application/vnd.openxmlformats-package.relationships+xml"/>
  <Override PartName="/ppt/slideMasters/_rels/slideMaster15.xml.rels" ContentType="application/vnd.openxmlformats-package.relationships+xml"/>
  <Override PartName="/ppt/slideMasters/_rels/slideMaster16.xml.rels" ContentType="application/vnd.openxmlformats-package.relationships+xml"/>
  <Override PartName="/ppt/slideMasters/_rels/slideMaster17.xml.rels" ContentType="application/vnd.openxmlformats-package.relationships+xml"/>
  <Override PartName="/ppt/slideMasters/_rels/slideMaster18.xml.rels" ContentType="application/vnd.openxmlformats-package.relationships+xml"/>
  <Override PartName="/ppt/slideMasters/_rels/slideMaster20.xml.rels" ContentType="application/vnd.openxmlformats-package.relationships+xml"/>
  <Override PartName="/ppt/slideMasters/_rels/slideMaster19.xml.rels" ContentType="application/vnd.openxmlformats-package.relationships+xml"/>
  <Override PartName="/ppt/slideMasters/_rels/slideMaster21.xml.rels" ContentType="application/vnd.openxmlformats-package.relationships+xml"/>
  <Override PartName="/ppt/slideMasters/_rels/slideMaster43.xml.rels" ContentType="application/vnd.openxmlformats-package.relationships+xml"/>
  <Override PartName="/ppt/slideMasters/_rels/slideMaster8.xml.rels" ContentType="application/vnd.openxmlformats-package.relationships+xml"/>
  <Override PartName="/ppt/slideMasters/_rels/slideMaster22.xml.rels" ContentType="application/vnd.openxmlformats-package.relationships+xml"/>
  <Override PartName="/ppt/slideMasters/_rels/slideMaster23.xml.rels" ContentType="application/vnd.openxmlformats-package.relationships+xml"/>
  <Override PartName="/ppt/slideMasters/_rels/slideMaster24.xml.rels" ContentType="application/vnd.openxmlformats-package.relationships+xml"/>
  <Override PartName="/ppt/slideMasters/_rels/slideMaster25.xml.rels" ContentType="application/vnd.openxmlformats-package.relationships+xml"/>
  <Override PartName="/ppt/slideMasters/_rels/slideMaster1.xml.rels" ContentType="application/vnd.openxmlformats-package.relationships+xml"/>
  <Override PartName="/ppt/slideMasters/_rels/slideMaster9.xml.rels" ContentType="application/vnd.openxmlformats-package.relationships+xml"/>
  <Override PartName="/ppt/slideMasters/_rels/slideMaster44.xml.rels" ContentType="application/vnd.openxmlformats-package.relationships+xml"/>
  <Override PartName="/ppt/slideMasters/_rels/slideMaster13.xml.rels" ContentType="application/vnd.openxmlformats-package.relationships+xml"/>
  <Override PartName="/ppt/slideMasters/_rels/slideMaster2.xml.rels" ContentType="application/vnd.openxmlformats-package.relationships+xml"/>
  <Override PartName="/ppt/slideMasters/_rels/slideMaster27.xml.rels" ContentType="application/vnd.openxmlformats-package.relationships+xml"/>
  <Override PartName="/ppt/slideMasters/_rels/slideMaster45.xml.rels" ContentType="application/vnd.openxmlformats-package.relationships+xml"/>
  <Override PartName="/ppt/slideMasters/_rels/slideMaster28.xml.rels" ContentType="application/vnd.openxmlformats-package.relationships+xml"/>
  <Override PartName="/ppt/slideMasters/_rels/slideMaster35.xml.rels" ContentType="application/vnd.openxmlformats-package.relationships+xml"/>
  <Override PartName="/ppt/slideMasters/_rels/slideMaster36.xml.rels" ContentType="application/vnd.openxmlformats-package.relationships+xml"/>
  <Override PartName="/ppt/slideMasters/_rels/slideMaster37.xml.rels" ContentType="application/vnd.openxmlformats-package.relationships+xml"/>
  <Override PartName="/ppt/slideMasters/_rels/slideMaster38.xml.rels" ContentType="application/vnd.openxmlformats-package.relationships+xml"/>
  <Override PartName="/ppt/slideMasters/_rels/slideMaster7.xml.rels" ContentType="application/vnd.openxmlformats-package.relationships+xml"/>
  <Override PartName="/ppt/slideMasters/_rels/slideMaster42.xml.rels" ContentType="application/vnd.openxmlformats-package.relationships+xml"/>
  <Override PartName="/ppt/slideMasters/slideMaster25.xml" ContentType="application/vnd.openxmlformats-officedocument.presentationml.slideMaster+xml"/>
  <Override PartName="/ppt/slideMasters/slideMaster24.xml" ContentType="application/vnd.openxmlformats-officedocument.presentationml.slideMaster+xml"/>
  <Override PartName="/ppt/slideMasters/slideMaster23.xml" ContentType="application/vnd.openxmlformats-officedocument.presentationml.slideMaster+xml"/>
  <Override PartName="/ppt/slideMasters/slideMaster22.xml" ContentType="application/vnd.openxmlformats-officedocument.presentationml.slideMaster+xml"/>
  <Override PartName="/ppt/slideMasters/slideMaster21.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18.xml" ContentType="application/vnd.openxmlformats-officedocument.presentationml.slideMaster+xml"/>
  <Override PartName="/ppt/slideMasters/slideMaster17.xml" ContentType="application/vnd.openxmlformats-officedocument.presentationml.slideMaster+xml"/>
  <Override PartName="/ppt/slideMasters/slideMaster16.xml" ContentType="application/vnd.openxmlformats-officedocument.presentationml.slideMaster+xml"/>
  <Override PartName="/ppt/slideMasters/slideMaster15.xml" ContentType="application/vnd.openxmlformats-officedocument.presentationml.slideMaster+xml"/>
  <Override PartName="/ppt/slideMasters/slideMaster9.xml" ContentType="application/vnd.openxmlformats-officedocument.presentationml.slideMaster+xml"/>
  <Override PartName="/ppt/slideMasters/slideMaster14.xml" ContentType="application/vnd.openxmlformats-officedocument.presentationml.slideMaster+xml"/>
  <Override PartName="/ppt/slideMasters/slideMaster8.xml" ContentType="application/vnd.openxmlformats-officedocument.presentationml.slideMaster+xml"/>
  <Override PartName="/ppt/slideMasters/slideMaster26.xml" ContentType="application/vnd.openxmlformats-officedocument.presentationml.slideMaster+xml"/>
  <Override PartName="/ppt/slideMasters/slideMaster1.xml" ContentType="application/vnd.openxmlformats-officedocument.presentationml.slideMaster+xml"/>
  <Override PartName="/ppt/slideMasters/slideMaster44.xml" ContentType="application/vnd.openxmlformats-officedocument.presentationml.slideMaster+xml"/>
  <Override PartName="/ppt/slideMasters/slideMaster13.xml" ContentType="application/vnd.openxmlformats-officedocument.presentationml.slideMaster+xml"/>
  <Override PartName="/ppt/slideMasters/slideMaster7.xml" ContentType="application/vnd.openxmlformats-officedocument.presentationml.slideMaster+xml"/>
  <Override PartName="/ppt/slideMasters/slideMaster27.xml" ContentType="application/vnd.openxmlformats-officedocument.presentationml.slideMaster+xml"/>
  <Override PartName="/ppt/slideMasters/slideMaster2.xml" ContentType="application/vnd.openxmlformats-officedocument.presentationml.slideMaster+xml"/>
  <Override PartName="/ppt/slideMasters/slideMaster45.xml" ContentType="application/vnd.openxmlformats-officedocument.presentationml.slideMaster+xml"/>
  <Override PartName="/ppt/slideMasters/slideMaster28.xml" ContentType="application/vnd.openxmlformats-officedocument.presentationml.slideMaster+xml"/>
  <Override PartName="/ppt/slideMasters/slideMaster35.xml" ContentType="application/vnd.openxmlformats-officedocument.presentationml.slideMaster+xml"/>
  <Override PartName="/ppt/slideMasters/slideMaster36.xml" ContentType="application/vnd.openxmlformats-officedocument.presentationml.slideMaster+xml"/>
  <Override PartName="/ppt/slideMasters/slideMaster37.xml" ContentType="application/vnd.openxmlformats-officedocument.presentationml.slideMaster+xml"/>
  <Override PartName="/ppt/slideMasters/slideMaster38.xml" ContentType="application/vnd.openxmlformats-officedocument.presentationml.slideMaster+xml"/>
  <Override PartName="/ppt/slideMasters/slideMaster40.xml" ContentType="application/vnd.openxmlformats-officedocument.presentationml.slideMaster+xml"/>
  <Override PartName="/ppt/slideMasters/slideMaster42.xml" ContentType="application/vnd.openxmlformats-officedocument.presentationml.slideMaster+xml"/>
  <Override PartName="/ppt/slideMasters/slideMaster43.xml" ContentType="application/vnd.openxmlformats-officedocument.presentationml.slideMaster+xml"/>
  <Override PartName="/ppt/slideMasters/slideMaster39.xml" ContentType="application/vnd.openxmlformats-officedocument.presentationml.slideMaster+xml"/>
  <Override PartName="/ppt/slideMasters/slideMaster41.xml" ContentType="application/vnd.openxmlformats-officedocument.presentationml.slideMaster+xml"/>
  <Override PartName="/ppt/slideMasters/slideMaster50.xml" ContentType="application/vnd.openxmlformats-officedocument.presentationml.slideMaster+xml"/>
  <Override PartName="/ppt/slideMasters/slideMaster51.xml" ContentType="application/vnd.openxmlformats-officedocument.presentationml.slideMaster+xml"/>
  <Override PartName="/ppt/slideMasters/slideMaster52.xml" ContentType="application/vnd.openxmlformats-officedocument.presentationml.slideMaster+xml"/>
  <Override PartName="/ppt/slideMasters/slideMaster53.xml" ContentType="application/vnd.openxmlformats-officedocument.presentationml.slideMaster+xml"/>
  <Override PartName="/ppt/slideMasters/slideMaster34.xml" ContentType="application/vnd.openxmlformats-officedocument.presentationml.slideMaster+xml"/>
  <Override PartName="/ppt/slideMasters/slideMaster33.xml" ContentType="application/vnd.openxmlformats-officedocument.presentationml.slideMaster+xml"/>
  <Override PartName="/ppt/slideMasters/slideMaster32.xml" ContentType="application/vnd.openxmlformats-officedocument.presentationml.slideMaster+xml"/>
  <Override PartName="/ppt/slideMasters/slideMaster31.xml" ContentType="application/vnd.openxmlformats-officedocument.presentationml.slideMaster+xml"/>
  <Override PartName="/ppt/slideMasters/slideMaster29.xml" ContentType="application/vnd.openxmlformats-officedocument.presentationml.slideMaster+xml"/>
  <Override PartName="/ppt/slideMasters/slideMaster30.xml" ContentType="application/vnd.openxmlformats-officedocument.presentationml.slideMaster+xml"/>
  <Override PartName="/ppt/slideMasters/slideMaster49.xml" ContentType="application/vnd.openxmlformats-officedocument.presentationml.slideMaster+xml"/>
  <Override PartName="/ppt/slideMasters/slideMaster6.xml" ContentType="application/vnd.openxmlformats-officedocument.presentationml.slideMaster+xml"/>
  <Override PartName="/ppt/slideMasters/slideMaster12.xml" ContentType="application/vnd.openxmlformats-officedocument.presentationml.slideMaster+xml"/>
  <Override PartName="/ppt/slideMasters/slideMaster48.xml" ContentType="application/vnd.openxmlformats-officedocument.presentationml.slideMaster+xml"/>
  <Override PartName="/ppt/slideMasters/slideMaster5.xml" ContentType="application/vnd.openxmlformats-officedocument.presentationml.slideMaster+xml"/>
  <Override PartName="/ppt/slideMasters/slideMaster11.xml" ContentType="application/vnd.openxmlformats-officedocument.presentationml.slideMaster+xml"/>
  <Override PartName="/ppt/slideMasters/slideMaster3.xml" ContentType="application/vnd.openxmlformats-officedocument.presentationml.slideMaster+xml"/>
  <Override PartName="/ppt/slideMasters/slideMaster46.xml" ContentType="application/vnd.openxmlformats-officedocument.presentationml.slideMaster+xml"/>
  <Override PartName="/ppt/slideMasters/slideMaster4.xml" ContentType="application/vnd.openxmlformats-officedocument.presentationml.slideMaster+xml"/>
  <Override PartName="/ppt/slideMasters/slideMaster47.xml" ContentType="application/vnd.openxmlformats-officedocument.presentationml.slideMaster+xml"/>
  <Override PartName="/ppt/slideMasters/slideMaster10.xml" ContentType="application/vnd.openxmlformats-officedocument.presentationml.slideMaster+xml"/>
  <Override PartName="/ppt/presProps.xml" ContentType="application/vnd.openxmlformats-officedocument.presentationml.presProps+xml"/>
  <Override PartName="/ppt/theme/theme29.xml" ContentType="application/vnd.openxmlformats-officedocument.theme+xml"/>
  <Override PartName="/ppt/theme/theme28.xml" ContentType="application/vnd.openxmlformats-officedocument.theme+xml"/>
  <Override PartName="/ppt/theme/theme27.xml" ContentType="application/vnd.openxmlformats-officedocument.theme+xml"/>
  <Override PartName="/ppt/theme/theme26.xml" ContentType="application/vnd.openxmlformats-officedocument.theme+xml"/>
  <Override PartName="/ppt/theme/theme25.xml" ContentType="application/vnd.openxmlformats-officedocument.theme+xml"/>
  <Override PartName="/ppt/theme/theme24.xml" ContentType="application/vnd.openxmlformats-officedocument.theme+xml"/>
  <Override PartName="/ppt/theme/theme23.xml" ContentType="application/vnd.openxmlformats-officedocument.theme+xml"/>
  <Override PartName="/ppt/theme/theme22.xml" ContentType="application/vnd.openxmlformats-officedocument.theme+xml"/>
  <Override PartName="/ppt/theme/theme21.xml" ContentType="application/vnd.openxmlformats-officedocument.theme+xml"/>
  <Override PartName="/ppt/theme/theme19.xml" ContentType="application/vnd.openxmlformats-officedocument.theme+xml"/>
  <Override PartName="/ppt/theme/theme20.xml" ContentType="application/vnd.openxmlformats-officedocument.theme+xml"/>
  <Override PartName="/ppt/theme/theme18.xml" ContentType="application/vnd.openxmlformats-officedocument.theme+xml"/>
  <Override PartName="/ppt/theme/theme17.xml" ContentType="application/vnd.openxmlformats-officedocument.theme+xml"/>
  <Override PartName="/ppt/theme/theme16.xml" ContentType="application/vnd.openxmlformats-officedocument.theme+xml"/>
  <Override PartName="/ppt/theme/theme15.xml" ContentType="application/vnd.openxmlformats-officedocument.theme+xml"/>
  <Override PartName="/ppt/theme/theme14.xml" ContentType="application/vnd.openxmlformats-officedocument.theme+xml"/>
  <Override PartName="/ppt/theme/theme1.xml" ContentType="application/vnd.openxmlformats-officedocument.theme+xml"/>
  <Override PartName="/ppt/theme/theme11.xml" ContentType="application/vnd.openxmlformats-officedocument.theme+xml"/>
  <Override PartName="/ppt/theme/theme48.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49.xml" ContentType="application/vnd.openxmlformats-officedocument.theme+xml"/>
  <Override PartName="/ppt/theme/theme3.xml" ContentType="application/vnd.openxmlformats-officedocument.theme+xml"/>
  <Override PartName="/ppt/theme/theme30.xml" ContentType="application/vnd.openxmlformats-officedocument.theme+xml"/>
  <Override PartName="/ppt/theme/theme13.xml" ContentType="application/vnd.openxmlformats-officedocument.theme+xml"/>
  <Override PartName="/ppt/theme/theme43.xml" ContentType="application/vnd.openxmlformats-officedocument.theme+xml"/>
  <Override PartName="/ppt/theme/theme44.xml" ContentType="application/vnd.openxmlformats-officedocument.theme+xml"/>
  <Override PartName="/ppt/theme/theme45.xml" ContentType="application/vnd.openxmlformats-officedocument.theme+xml"/>
  <Override PartName="/ppt/theme/theme46.xml" ContentType="application/vnd.openxmlformats-officedocument.theme+xml"/>
  <Override PartName="/ppt/theme/theme39.xml" ContentType="application/vnd.openxmlformats-officedocument.theme+xml"/>
  <Override PartName="/ppt/theme/theme41.xml" ContentType="application/vnd.openxmlformats-officedocument.theme+xml"/>
  <Override PartName="/ppt/theme/theme50.xml" ContentType="application/vnd.openxmlformats-officedocument.theme+xml"/>
  <Override PartName="/ppt/theme/theme51.xml" ContentType="application/vnd.openxmlformats-officedocument.theme+xml"/>
  <Override PartName="/ppt/theme/theme40.xml" ContentType="application/vnd.openxmlformats-officedocument.theme+xml"/>
  <Override PartName="/ppt/theme/theme38.xml" ContentType="application/vnd.openxmlformats-officedocument.theme+xml"/>
  <Override PartName="/ppt/theme/theme52.xml" ContentType="application/vnd.openxmlformats-officedocument.theme+xml"/>
  <Override PartName="/ppt/theme/theme53.xml" ContentType="application/vnd.openxmlformats-officedocument.theme+xml"/>
  <Override PartName="/ppt/theme/theme42.xml" ContentType="application/vnd.openxmlformats-officedocument.theme+xml"/>
  <Override PartName="/ppt/theme/theme54.xml" ContentType="application/vnd.openxmlformats-officedocument.theme+xml"/>
  <Override PartName="/ppt/theme/theme37.xml" ContentType="application/vnd.openxmlformats-officedocument.theme+xml"/>
  <Override PartName="/ppt/theme/theme10.xml" ContentType="application/vnd.openxmlformats-officedocument.theme+xml"/>
  <Override PartName="/ppt/theme/theme47.xml" ContentType="application/vnd.openxmlformats-officedocument.theme+xml"/>
  <Override PartName="/ppt/theme/theme9.xml" ContentType="application/vnd.openxmlformats-officedocument.theme+xml"/>
  <Override PartName="/ppt/theme/theme36.xml" ContentType="application/vnd.openxmlformats-officedocument.theme+xml"/>
  <Override PartName="/ppt/theme/theme8.xml" ContentType="application/vnd.openxmlformats-officedocument.theme+xml"/>
  <Override PartName="/ppt/theme/theme35.xml" ContentType="application/vnd.openxmlformats-officedocument.theme+xml"/>
  <Override PartName="/ppt/theme/theme7.xml" ContentType="application/vnd.openxmlformats-officedocument.theme+xml"/>
  <Override PartName="/ppt/theme/theme34.xml" ContentType="application/vnd.openxmlformats-officedocument.theme+xml"/>
  <Override PartName="/ppt/theme/theme6.xml" ContentType="application/vnd.openxmlformats-officedocument.theme+xml"/>
  <Override PartName="/ppt/theme/theme33.xml" ContentType="application/vnd.openxmlformats-officedocument.theme+xml"/>
  <Override PartName="/ppt/theme/theme5.xml" ContentType="application/vnd.openxmlformats-officedocument.theme+xml"/>
  <Override PartName="/ppt/theme/theme32.xml" ContentType="application/vnd.openxmlformats-officedocument.theme+xml"/>
  <Override PartName="/ppt/theme/theme4.xml" ContentType="application/vnd.openxmlformats-officedocument.theme+xml"/>
  <Override PartName="/ppt/theme/theme31.xml" ContentType="application/vnd.openxmlformats-officedocument.theme+xml"/>
  <Override PartName="/ppt/_rels/presentation.xml.rels" ContentType="application/vnd.openxmlformats-package.relationships+xml"/>
  <Override PartName="/ppt/media/image2.svg" ContentType="image/svg"/>
  <Override PartName="/ppt/media/image5.png" ContentType="image/png"/>
  <Override PartName="/ppt/media/image14.png" ContentType="image/png"/>
  <Override PartName="/ppt/media/image6.svg" ContentType="image/svg"/>
  <Override PartName="/ppt/media/image9.png" ContentType="image/png"/>
  <Override PartName="/ppt/media/image13.png" ContentType="image/png"/>
  <Override PartName="/ppt/media/image4.png" ContentType="image/png"/>
  <Override PartName="/ppt/media/image7.png" ContentType="image/png"/>
  <Override PartName="/ppt/media/image11.png" ContentType="image/png"/>
  <Override PartName="/ppt/media/image8.png" ContentType="image/png"/>
  <Override PartName="/ppt/media/image12.png" ContentType="image/png"/>
  <Override PartName="/ppt/media/image3.png" ContentType="image/png"/>
  <Override PartName="/ppt/media/image10.png" ContentType="image/png"/>
  <Override PartName="/ppt/media/image1.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Layouts/slideLayout22.xml" ContentType="application/vnd.openxmlformats-officedocument.presentationml.slideLayout+xml"/>
  <Override PartName="/ppt/slideLayouts/_rels/slideLayout7.xml.rels" ContentType="application/vnd.openxmlformats-package.relationships+xml"/>
  <Override PartName="/ppt/slideLayouts/_rels/slideLayout15.xml.rels" ContentType="application/vnd.openxmlformats-package.relationships+xml"/>
  <Override PartName="/ppt/slideLayouts/_rels/slideLayout12.xml.rels" ContentType="application/vnd.openxmlformats-package.relationships+xml"/>
  <Override PartName="/ppt/slideLayouts/_rels/slideLayout49.xml.rels" ContentType="application/vnd.openxmlformats-package.relationships+xml"/>
  <Override PartName="/ppt/slideLayouts/_rels/slideLayout4.xml.rels" ContentType="application/vnd.openxmlformats-package.relationships+xml"/>
  <Override PartName="/ppt/slideLayouts/_rels/slideLayout51.xml.rels" ContentType="application/vnd.openxmlformats-package.relationships+xml"/>
  <Override PartName="/ppt/slideLayouts/_rels/slideLayout48.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50.xml.rels" ContentType="application/vnd.openxmlformats-package.relationships+xml"/>
  <Override PartName="/ppt/slideLayouts/_rels/slideLayout13.xml.rels" ContentType="application/vnd.openxmlformats-package.relationships+xml"/>
  <Override PartName="/ppt/slideLayouts/_rels/slideLayout5.xml.rels" ContentType="application/vnd.openxmlformats-package.relationships+xml"/>
  <Override PartName="/ppt/slideLayouts/_rels/slideLayout52.xml.rels" ContentType="application/vnd.openxmlformats-package.relationships+xml"/>
  <Override PartName="/ppt/slideLayouts/_rels/slideLayout8.xml.rels" ContentType="application/vnd.openxmlformats-package.relationships+xml"/>
  <Override PartName="/ppt/slideLayouts/_rels/slideLayout16.xml.rels" ContentType="application/vnd.openxmlformats-package.relationships+xml"/>
  <Override PartName="/ppt/slideLayouts/_rels/slideLayout30.xml.rels" ContentType="application/vnd.openxmlformats-package.relationships+xml"/>
  <Override PartName="/ppt/slideLayouts/_rels/slideLayout29.xml.rels" ContentType="application/vnd.openxmlformats-package.relationships+xml"/>
  <Override PartName="/ppt/slideLayouts/_rels/slideLayout9.xml.rels" ContentType="application/vnd.openxmlformats-package.relationships+xml"/>
  <Override PartName="/ppt/slideLayouts/_rels/slideLayout17.xml.rels" ContentType="application/vnd.openxmlformats-package.relationships+xml"/>
  <Override PartName="/ppt/slideLayouts/_rels/slideLayout31.xml.rels" ContentType="application/vnd.openxmlformats-package.relationships+xml"/>
  <Override PartName="/ppt/slideLayouts/_rels/slideLayout32.xml.rels" ContentType="application/vnd.openxmlformats-package.relationships+xml"/>
  <Override PartName="/ppt/slideLayouts/_rels/slideLayout33.xml.rels" ContentType="application/vnd.openxmlformats-package.relationships+xml"/>
  <Override PartName="/ppt/slideLayouts/_rels/slideLayout53.xml.rels" ContentType="application/vnd.openxmlformats-package.relationships+xml"/>
  <Override PartName="/ppt/slideLayouts/_rels/slideLayout41.xml.rels" ContentType="application/vnd.openxmlformats-package.relationships+xml"/>
  <Override PartName="/ppt/slideLayouts/_rels/slideLayout26.xml.rels" ContentType="application/vnd.openxmlformats-package.relationships+xml"/>
  <Override PartName="/ppt/slideLayouts/_rels/slideLayout25.xml.rels" ContentType="application/vnd.openxmlformats-package.relationships+xml"/>
  <Override PartName="/ppt/slideLayouts/_rels/slideLayout24.xml.rels" ContentType="application/vnd.openxmlformats-package.relationships+xml"/>
  <Override PartName="/ppt/slideLayouts/_rels/slideLayout27.xml.rels" ContentType="application/vnd.openxmlformats-package.relationships+xml"/>
  <Override PartName="/ppt/slideLayouts/_rels/slideLayout39.xml.rels" ContentType="application/vnd.openxmlformats-package.relationships+xml"/>
  <Override PartName="/ppt/slideLayouts/_rels/slideLayout23.xml.rels" ContentType="application/vnd.openxmlformats-package.relationships+xml"/>
  <Override PartName="/ppt/slideLayouts/_rels/slideLayout18.xml.rels" ContentType="application/vnd.openxmlformats-package.relationships+xml"/>
  <Override PartName="/ppt/slideLayouts/_rels/slideLayout20.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45.xml.rels" ContentType="application/vnd.openxmlformats-package.relationships+xml"/>
  <Override PartName="/ppt/slideLayouts/_rels/slideLayout22.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47.xml.rels" ContentType="application/vnd.openxmlformats-package.relationships+xml"/>
  <Override PartName="/ppt/slideLayouts/_rels/slideLayout28.xml.rels" ContentType="application/vnd.openxmlformats-package.relationships+xml"/>
  <Override PartName="/ppt/slideLayouts/_rels/slideLayout6.xml.rels" ContentType="application/vnd.openxmlformats-package.relationships+xml"/>
  <Override PartName="/ppt/slideLayouts/_rels/slideLayout14.xml.rels" ContentType="application/vnd.openxmlformats-package.relationships+xml"/>
  <Override PartName="/ppt/slideLayouts/_rels/slideLayout35.xml.rels" ContentType="application/vnd.openxmlformats-package.relationships+xml"/>
  <Override PartName="/ppt/slideLayouts/_rels/slideLayout36.xml.rels" ContentType="application/vnd.openxmlformats-package.relationships+xml"/>
  <Override PartName="/ppt/slideLayouts/_rels/slideLayout37.xml.rels" ContentType="application/vnd.openxmlformats-package.relationships+xml"/>
  <Override PartName="/ppt/slideLayouts/_rels/slideLayout38.xml.rels" ContentType="application/vnd.openxmlformats-package.relationships+xml"/>
  <Override PartName="/ppt/slideLayouts/_rels/slideLayout40.xml.rels" ContentType="application/vnd.openxmlformats-package.relationships+xml"/>
  <Override PartName="/ppt/slideLayouts/_rels/slideLayout42.xml.rels" ContentType="application/vnd.openxmlformats-package.relationships+xml"/>
  <Override PartName="/ppt/slideLayouts/_rels/slideLayout43.xml.rels" ContentType="application/vnd.openxmlformats-package.relationships+xml"/>
  <Override PartName="/ppt/slideLayouts/_rels/slideLayout44.xml.rels" ContentType="application/vnd.openxmlformats-package.relationships+xml"/>
  <Override PartName="/ppt/slideLayouts/_rels/slideLayout34.xml.rels" ContentType="application/vnd.openxmlformats-package.relationships+xml"/>
  <Override PartName="/ppt/slideLayouts/_rels/slideLayout1.xml.rels" ContentType="application/vnd.openxmlformats-package.relationships+xml"/>
  <Override PartName="/ppt/slideLayouts/_rels/slideLayout46.xml.rels" ContentType="application/vnd.openxmlformats-package.relationships+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23.xml" ContentType="application/vnd.openxmlformats-officedocument.presentationml.slideLayout+xml"/>
  <Override PartName="/ppt/slideLayouts/slideLayout1.xml" ContentType="application/vnd.openxmlformats-officedocument.presentationml.slideLayout+xml"/>
  <Override PartName="/ppt/slideLayouts/slideLayout39.xml" ContentType="application/vnd.openxmlformats-officedocument.presentationml.slideLayout+xml"/>
  <Override PartName="/ppt/slideLayouts/slideLayout24.xml" ContentType="application/vnd.openxmlformats-officedocument.presentationml.slideLayout+xml"/>
  <Override PartName="/ppt/slideLayouts/slideLayout2.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26.xml" ContentType="application/vnd.openxmlformats-officedocument.presentationml.slideLayout+xml"/>
  <Override PartName="/ppt/slideLayouts/slideLayout4.xml" ContentType="application/vnd.openxmlformats-officedocument.presentationml.slideLayout+xml"/>
  <Override PartName="/ppt/slideLayouts/slideLayout27.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47.xml" ContentType="application/vnd.openxmlformats-officedocument.presentationml.slideLayout+xml"/>
  <Override PartName="/ppt/slideLayouts/slideLayout28.xml" ContentType="application/vnd.openxmlformats-officedocument.presentationml.slideLayout+xml"/>
  <Override PartName="/ppt/slideLayouts/slideLayout6.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0.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34.xml" ContentType="application/vnd.openxmlformats-officedocument.presentationml.slideLayout+xml"/>
  <Override PartName="/ppt/slideLayouts/slideLayout46.xml" ContentType="application/vnd.openxmlformats-officedocument.presentationml.slideLayout+xml"/>
  <Override PartName="/ppt/slideLayouts/slideLayout41.xml" ContentType="application/vnd.openxmlformats-officedocument.presentationml.slideLayout+xml"/>
  <Override PartName="/ppt/slideLayouts/slideLayout53.xml" ContentType="application/vnd.openxmlformats-officedocument.presentationml.slideLayout+xml"/>
  <Override PartName="/ppt/slideLayouts/slideLayout33.xml" ContentType="application/vnd.openxmlformats-officedocument.presentationml.slideLayout+xml"/>
  <Override PartName="/ppt/slideLayouts/slideLayout32.xml" ContentType="application/vnd.openxmlformats-officedocument.presentationml.slideLayout+xml"/>
  <Override PartName="/ppt/slideLayouts/slideLayout31.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9.xml" ContentType="application/vnd.openxmlformats-officedocument.presentationml.slideLayout+xml"/>
  <Override PartName="/ppt/slideLayouts/slideLayout52.xml" ContentType="application/vnd.openxmlformats-officedocument.presentationml.slideLayout+xml"/>
  <Override PartName="/ppt/slideLayouts/slideLayout13.xml" ContentType="application/vnd.openxmlformats-officedocument.presentationml.slideLayout+xml"/>
  <Override PartName="/ppt/slideLayouts/slideLayout7.xml" ContentType="application/vnd.openxmlformats-officedocument.presentationml.slideLayout+xml"/>
  <Override PartName="/ppt/slideLayouts/slideLayout50.xml" ContentType="application/vnd.openxmlformats-officedocument.presentationml.slideLayout+xml"/>
  <Override PartName="/ppt/slideLayouts/slideLayout11.xml" ContentType="application/vnd.openxmlformats-officedocument.presentationml.slideLayout+xml"/>
  <Override PartName="/ppt/slideLayouts/slideLayout48.xml" ContentType="application/vnd.openxmlformats-officedocument.presentationml.slideLayout+xml"/>
  <Override PartName="/ppt/slideLayouts/slideLayout8.xml" ContentType="application/vnd.openxmlformats-officedocument.presentationml.slideLayout+xml"/>
  <Override PartName="/ppt/slideLayouts/slideLayout51.xml" ContentType="application/vnd.openxmlformats-officedocument.presentationml.slideLayout+xml"/>
  <Override PartName="/ppt/slideLayouts/slideLayout49.xml" ContentType="application/vnd.openxmlformats-officedocument.presentationml.slideLayout+xml"/>
  <Override PartName="/ppt/slideLayouts/slideLayout12.xml" ContentType="application/vnd.openxmlformats-officedocument.presentationml.slideLayout+xml"/>
  <Override PartName="/ppt/slides/_rels/slide5.xml.rels" ContentType="application/vnd.openxmlformats-package.relationships+xml"/>
  <Override PartName="/ppt/slides/_rels/slide21.xml.rels" ContentType="application/vnd.openxmlformats-package.relationships+xml"/>
  <Override PartName="/ppt/slides/_rels/slide19.xml.rels" ContentType="application/vnd.openxmlformats-package.relationships+xml"/>
  <Override PartName="/ppt/slides/_rels/slide4.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24.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23.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22.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4.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Override PartName="/ppt/slides/slide21.xml" ContentType="application/vnd.openxmlformats-officedocument.presentationml.slide+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5.xml.rels" ContentType="application/vnd.openxmlformats-package.relationships+xml"/>
  <Override PartName="/ppt/notesSlides/_rels/notesSlide2.xml.rels" ContentType="application/vnd.openxmlformats-package.relationships+xml"/>
  <Override PartName="/ppt/notesSlides/_rels/notesSlide16.xml.rels" ContentType="application/vnd.openxmlformats-package.relationships+xml"/>
  <Override PartName="/ppt/notesSlides/_rels/notesSlide3.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8.xml.rels" ContentType="application/vnd.openxmlformats-package.relationships+xml"/>
  <Override PartName="/ppt/notesSlides/_rels/notesSlide20.xml.rels" ContentType="application/vnd.openxmlformats-package.relationships+xml"/>
  <Override PartName="/ppt/notesSlides/_rels/notesSlide5.xml.rels" ContentType="application/vnd.openxmlformats-package.relationships+xml"/>
  <Override PartName="/ppt/notesSlides/_rels/notesSlide13.xml.rels" ContentType="application/vnd.openxmlformats-package.relationships+xml"/>
  <Override PartName="/ppt/notesSlides/_rels/notesSlide12.xml.rels" ContentType="application/vnd.openxmlformats-package.relationships+xml"/>
  <Override PartName="/ppt/notesSlides/_rels/notesSlide11.xml.rels" ContentType="application/vnd.openxmlformats-package.relationships+xml"/>
  <Override PartName="/ppt/notesSlides/_rels/notesSlide10.xml.rels" ContentType="application/vnd.openxmlformats-package.relationships+xml"/>
  <Override PartName="/ppt/notesSlides/_rels/notesSlide24.xml.rels" ContentType="application/vnd.openxmlformats-package.relationships+xml"/>
  <Override PartName="/ppt/notesSlides/_rels/notesSlide9.xml.rels" ContentType="application/vnd.openxmlformats-package.relationships+xml"/>
  <Override PartName="/ppt/notesSlides/_rels/notesSlide23.xml.rels" ContentType="application/vnd.openxmlformats-package.relationships+xml"/>
  <Override PartName="/ppt/notesSlides/_rels/notesSlide8.xml.rels" ContentType="application/vnd.openxmlformats-package.relationships+xml"/>
  <Override PartName="/ppt/notesSlides/_rels/notesSlide22.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21.xml.rels" ContentType="application/vnd.openxmlformats-package.relationships+xml"/>
  <Override PartName="/ppt/notesSlides/_rels/notesSlide19.xml.rels" ContentType="application/vnd.openxmlformats-package.relationships+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11.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24.xml" ContentType="application/vnd.openxmlformats-officedocument.presentationml.notesSlide+xml"/>
  <Override PartName="/ppt/notesSlides/notesSlide23.xml" ContentType="application/vnd.openxmlformats-officedocument.presentationml.notesSlide+xml"/>
  <Override PartName="/ppt/notesSlides/notesSlide22.xml" ContentType="application/vnd.openxmlformats-officedocument.presentationml.notesSlide+xml"/>
  <Override PartName="/ppt/notesSlides/notesSlide21.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16.xml" ContentType="application/vnd.openxmlformats-officedocument.presentationml.notesSlide+xml"/>
  <Override PartName="/ppt/notesSlides/notesSlide1.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customXml" Target="../customXml/item1.xml"/><Relationship Id="rId5" Type="http://schemas.openxmlformats.org/officeDocument/2006/relationships/customXml" Target="../customXml/item2.xml"/><Relationship Id="rId6" Type="http://schemas.openxmlformats.org/officeDocument/2006/relationships/customXml" Target="../customXml/item3.xml"/><Relationship Id="rId7" Type="http://schemas.microsoft.com/office/2020/02/relationships/classificationlabels" Target="docMetadata/LabelInfo.xml"/><Relationship Id="rId8"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 id="2147483674" r:id="rId15"/>
    <p:sldMasterId id="2147483676" r:id="rId16"/>
    <p:sldMasterId id="2147483678" r:id="rId17"/>
    <p:sldMasterId id="2147483680" r:id="rId18"/>
    <p:sldMasterId id="2147483682" r:id="rId19"/>
    <p:sldMasterId id="2147483684" r:id="rId20"/>
    <p:sldMasterId id="2147483686" r:id="rId21"/>
    <p:sldMasterId id="2147483688" r:id="rId22"/>
    <p:sldMasterId id="2147483690" r:id="rId23"/>
    <p:sldMasterId id="2147483692" r:id="rId24"/>
    <p:sldMasterId id="2147483694" r:id="rId25"/>
    <p:sldMasterId id="2147483696" r:id="rId26"/>
    <p:sldMasterId id="2147483698" r:id="rId27"/>
    <p:sldMasterId id="2147483700" r:id="rId28"/>
    <p:sldMasterId id="2147483702" r:id="rId29"/>
    <p:sldMasterId id="2147483704" r:id="rId30"/>
    <p:sldMasterId id="2147483706" r:id="rId31"/>
    <p:sldMasterId id="2147483708" r:id="rId32"/>
    <p:sldMasterId id="2147483710" r:id="rId33"/>
    <p:sldMasterId id="2147483712" r:id="rId34"/>
    <p:sldMasterId id="2147483714" r:id="rId35"/>
    <p:sldMasterId id="2147483716" r:id="rId36"/>
    <p:sldMasterId id="2147483718" r:id="rId37"/>
    <p:sldMasterId id="2147483720" r:id="rId38"/>
    <p:sldMasterId id="2147483722" r:id="rId39"/>
    <p:sldMasterId id="2147483724" r:id="rId40"/>
    <p:sldMasterId id="2147483726" r:id="rId41"/>
    <p:sldMasterId id="2147483728" r:id="rId42"/>
    <p:sldMasterId id="2147483730" r:id="rId43"/>
    <p:sldMasterId id="2147483732" r:id="rId44"/>
    <p:sldMasterId id="2147483734" r:id="rId45"/>
    <p:sldMasterId id="2147483736" r:id="rId46"/>
    <p:sldMasterId id="2147483738" r:id="rId47"/>
    <p:sldMasterId id="2147483740" r:id="rId48"/>
    <p:sldMasterId id="2147483742" r:id="rId49"/>
    <p:sldMasterId id="2147483744" r:id="rId50"/>
    <p:sldMasterId id="2147483746" r:id="rId51"/>
    <p:sldMasterId id="2147483748" r:id="rId52"/>
    <p:sldMasterId id="2147483750" r:id="rId53"/>
    <p:sldMasterId id="2147483752" r:id="rId54"/>
  </p:sldMasterIdLst>
  <p:notesMasterIdLst>
    <p:notesMasterId r:id="rId55"/>
  </p:notesMasterIdLst>
  <p:sldIdLst>
    <p:sldId id="256" r:id="rId56"/>
    <p:sldId id="257" r:id="rId57"/>
    <p:sldId id="258" r:id="rId58"/>
    <p:sldId id="259" r:id="rId59"/>
    <p:sldId id="260" r:id="rId60"/>
    <p:sldId id="261" r:id="rId61"/>
    <p:sldId id="262" r:id="rId62"/>
    <p:sldId id="263" r:id="rId63"/>
    <p:sldId id="264" r:id="rId64"/>
    <p:sldId id="265" r:id="rId65"/>
    <p:sldId id="266" r:id="rId66"/>
    <p:sldId id="267" r:id="rId67"/>
    <p:sldId id="268" r:id="rId68"/>
    <p:sldId id="269" r:id="rId69"/>
    <p:sldId id="270" r:id="rId70"/>
    <p:sldId id="271" r:id="rId71"/>
    <p:sldId id="272" r:id="rId72"/>
    <p:sldId id="273" r:id="rId73"/>
    <p:sldId id="274" r:id="rId74"/>
    <p:sldId id="275" r:id="rId75"/>
    <p:sldId id="276" r:id="rId76"/>
    <p:sldId id="277" r:id="rId77"/>
    <p:sldId id="278" r:id="rId78"/>
    <p:sldId id="279" r:id="rId79"/>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Master" Target="slideMasters/slideMaster19.xml"/><Relationship Id="rId21" Type="http://schemas.openxmlformats.org/officeDocument/2006/relationships/slideMaster" Target="slideMasters/slideMaster20.xml"/><Relationship Id="rId22" Type="http://schemas.openxmlformats.org/officeDocument/2006/relationships/slideMaster" Target="slideMasters/slideMaster21.xml"/><Relationship Id="rId23" Type="http://schemas.openxmlformats.org/officeDocument/2006/relationships/slideMaster" Target="slideMasters/slideMaster22.xml"/><Relationship Id="rId24" Type="http://schemas.openxmlformats.org/officeDocument/2006/relationships/slideMaster" Target="slideMasters/slideMaster23.xml"/><Relationship Id="rId25" Type="http://schemas.openxmlformats.org/officeDocument/2006/relationships/slideMaster" Target="slideMasters/slideMaster24.xml"/><Relationship Id="rId26" Type="http://schemas.openxmlformats.org/officeDocument/2006/relationships/slideMaster" Target="slideMasters/slideMaster25.xml"/><Relationship Id="rId27" Type="http://schemas.openxmlformats.org/officeDocument/2006/relationships/slideMaster" Target="slideMasters/slideMaster26.xml"/><Relationship Id="rId28" Type="http://schemas.openxmlformats.org/officeDocument/2006/relationships/slideMaster" Target="slideMasters/slideMaster27.xml"/><Relationship Id="rId29" Type="http://schemas.openxmlformats.org/officeDocument/2006/relationships/slideMaster" Target="slideMasters/slideMaster28.xml"/><Relationship Id="rId30" Type="http://schemas.openxmlformats.org/officeDocument/2006/relationships/slideMaster" Target="slideMasters/slideMaster29.xml"/><Relationship Id="rId31" Type="http://schemas.openxmlformats.org/officeDocument/2006/relationships/slideMaster" Target="slideMasters/slideMaster30.xml"/><Relationship Id="rId32" Type="http://schemas.openxmlformats.org/officeDocument/2006/relationships/slideMaster" Target="slideMasters/slideMaster31.xml"/><Relationship Id="rId33" Type="http://schemas.openxmlformats.org/officeDocument/2006/relationships/slideMaster" Target="slideMasters/slideMaster32.xml"/><Relationship Id="rId34" Type="http://schemas.openxmlformats.org/officeDocument/2006/relationships/slideMaster" Target="slideMasters/slideMaster33.xml"/><Relationship Id="rId35" Type="http://schemas.openxmlformats.org/officeDocument/2006/relationships/slideMaster" Target="slideMasters/slideMaster34.xml"/><Relationship Id="rId36" Type="http://schemas.openxmlformats.org/officeDocument/2006/relationships/slideMaster" Target="slideMasters/slideMaster35.xml"/><Relationship Id="rId37" Type="http://schemas.openxmlformats.org/officeDocument/2006/relationships/slideMaster" Target="slideMasters/slideMaster36.xml"/><Relationship Id="rId38" Type="http://schemas.openxmlformats.org/officeDocument/2006/relationships/slideMaster" Target="slideMasters/slideMaster37.xml"/><Relationship Id="rId39" Type="http://schemas.openxmlformats.org/officeDocument/2006/relationships/slideMaster" Target="slideMasters/slideMaster38.xml"/><Relationship Id="rId40" Type="http://schemas.openxmlformats.org/officeDocument/2006/relationships/slideMaster" Target="slideMasters/slideMaster39.xml"/><Relationship Id="rId41" Type="http://schemas.openxmlformats.org/officeDocument/2006/relationships/slideMaster" Target="slideMasters/slideMaster40.xml"/><Relationship Id="rId42" Type="http://schemas.openxmlformats.org/officeDocument/2006/relationships/slideMaster" Target="slideMasters/slideMaster41.xml"/><Relationship Id="rId43" Type="http://schemas.openxmlformats.org/officeDocument/2006/relationships/slideMaster" Target="slideMasters/slideMaster42.xml"/><Relationship Id="rId44" Type="http://schemas.openxmlformats.org/officeDocument/2006/relationships/slideMaster" Target="slideMasters/slideMaster43.xml"/><Relationship Id="rId45" Type="http://schemas.openxmlformats.org/officeDocument/2006/relationships/slideMaster" Target="slideMasters/slideMaster44.xml"/><Relationship Id="rId46" Type="http://schemas.openxmlformats.org/officeDocument/2006/relationships/slideMaster" Target="slideMasters/slideMaster45.xml"/><Relationship Id="rId47" Type="http://schemas.openxmlformats.org/officeDocument/2006/relationships/slideMaster" Target="slideMasters/slideMaster46.xml"/><Relationship Id="rId48" Type="http://schemas.openxmlformats.org/officeDocument/2006/relationships/slideMaster" Target="slideMasters/slideMaster47.xml"/><Relationship Id="rId49" Type="http://schemas.openxmlformats.org/officeDocument/2006/relationships/slideMaster" Target="slideMasters/slideMaster48.xml"/><Relationship Id="rId50" Type="http://schemas.openxmlformats.org/officeDocument/2006/relationships/slideMaster" Target="slideMasters/slideMaster49.xml"/><Relationship Id="rId51" Type="http://schemas.openxmlformats.org/officeDocument/2006/relationships/slideMaster" Target="slideMasters/slideMaster50.xml"/><Relationship Id="rId52" Type="http://schemas.openxmlformats.org/officeDocument/2006/relationships/slideMaster" Target="slideMasters/slideMaster51.xml"/><Relationship Id="rId53" Type="http://schemas.openxmlformats.org/officeDocument/2006/relationships/slideMaster" Target="slideMasters/slideMaster52.xml"/><Relationship Id="rId54" Type="http://schemas.openxmlformats.org/officeDocument/2006/relationships/slideMaster" Target="slideMasters/slideMaster53.xml"/><Relationship Id="rId55" Type="http://schemas.openxmlformats.org/officeDocument/2006/relationships/notesMaster" Target="notesMasters/notesMaster1.xml"/><Relationship Id="rId56" Type="http://schemas.openxmlformats.org/officeDocument/2006/relationships/slide" Target="slides/slide1.xml"/><Relationship Id="rId57" Type="http://schemas.openxmlformats.org/officeDocument/2006/relationships/slide" Target="slides/slide2.xml"/><Relationship Id="rId58" Type="http://schemas.openxmlformats.org/officeDocument/2006/relationships/slide" Target="slides/slide3.xml"/><Relationship Id="rId59" Type="http://schemas.openxmlformats.org/officeDocument/2006/relationships/slide" Target="slides/slide4.xml"/><Relationship Id="rId60" Type="http://schemas.openxmlformats.org/officeDocument/2006/relationships/slide" Target="slides/slide5.xml"/><Relationship Id="rId61" Type="http://schemas.openxmlformats.org/officeDocument/2006/relationships/slide" Target="slides/slide6.xml"/><Relationship Id="rId62" Type="http://schemas.openxmlformats.org/officeDocument/2006/relationships/slide" Target="slides/slide7.xml"/><Relationship Id="rId63" Type="http://schemas.openxmlformats.org/officeDocument/2006/relationships/slide" Target="slides/slide8.xml"/><Relationship Id="rId64" Type="http://schemas.openxmlformats.org/officeDocument/2006/relationships/slide" Target="slides/slide9.xml"/><Relationship Id="rId65" Type="http://schemas.openxmlformats.org/officeDocument/2006/relationships/slide" Target="slides/slide10.xml"/><Relationship Id="rId66" Type="http://schemas.openxmlformats.org/officeDocument/2006/relationships/slide" Target="slides/slide11.xml"/><Relationship Id="rId67" Type="http://schemas.openxmlformats.org/officeDocument/2006/relationships/slide" Target="slides/slide12.xml"/><Relationship Id="rId68" Type="http://schemas.openxmlformats.org/officeDocument/2006/relationships/slide" Target="slides/slide13.xml"/><Relationship Id="rId69" Type="http://schemas.openxmlformats.org/officeDocument/2006/relationships/slide" Target="slides/slide14.xml"/><Relationship Id="rId70" Type="http://schemas.openxmlformats.org/officeDocument/2006/relationships/slide" Target="slides/slide15.xml"/><Relationship Id="rId71" Type="http://schemas.openxmlformats.org/officeDocument/2006/relationships/slide" Target="slides/slide16.xml"/><Relationship Id="rId72" Type="http://schemas.openxmlformats.org/officeDocument/2006/relationships/slide" Target="slides/slide17.xml"/><Relationship Id="rId73" Type="http://schemas.openxmlformats.org/officeDocument/2006/relationships/slide" Target="slides/slide18.xml"/><Relationship Id="rId74" Type="http://schemas.openxmlformats.org/officeDocument/2006/relationships/slide" Target="slides/slide19.xml"/><Relationship Id="rId75" Type="http://schemas.openxmlformats.org/officeDocument/2006/relationships/slide" Target="slides/slide20.xml"/><Relationship Id="rId76" Type="http://schemas.openxmlformats.org/officeDocument/2006/relationships/slide" Target="slides/slide21.xml"/><Relationship Id="rId77" Type="http://schemas.openxmlformats.org/officeDocument/2006/relationships/slide" Target="slides/slide22.xml"/><Relationship Id="rId78" Type="http://schemas.openxmlformats.org/officeDocument/2006/relationships/slide" Target="slides/slide23.xml"/><Relationship Id="rId79" Type="http://schemas.openxmlformats.org/officeDocument/2006/relationships/slide" Target="slides/slide24.xml"/><Relationship Id="rId80"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5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es-AR" sz="4400" spc="-1" strike="noStrike">
                <a:solidFill>
                  <a:srgbClr val="000000"/>
                </a:solidFill>
                <a:latin typeface="Arial"/>
              </a:rPr>
              <a:t>Pulse para desplazar la diapositiva</a:t>
            </a:r>
            <a:endParaRPr b="0" lang="es-AR" sz="4400" spc="-1" strike="noStrike">
              <a:solidFill>
                <a:srgbClr val="000000"/>
              </a:solidFill>
              <a:latin typeface="Arial"/>
            </a:endParaRPr>
          </a:p>
        </p:txBody>
      </p:sp>
      <p:sp>
        <p:nvSpPr>
          <p:cNvPr id="258"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s-AR" sz="2000" spc="-1" strike="noStrike">
                <a:solidFill>
                  <a:srgbClr val="000000"/>
                </a:solidFill>
                <a:latin typeface="Arial"/>
              </a:rPr>
              <a:t>Pulse para editar el formato de las notas</a:t>
            </a:r>
            <a:endParaRPr b="0" lang="es-AR" sz="2000" spc="-1" strike="noStrike">
              <a:solidFill>
                <a:srgbClr val="000000"/>
              </a:solidFill>
              <a:latin typeface="Arial"/>
            </a:endParaRPr>
          </a:p>
        </p:txBody>
      </p:sp>
      <p:sp>
        <p:nvSpPr>
          <p:cNvPr id="259"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s-AR" sz="1400" spc="-1" strike="noStrike">
                <a:solidFill>
                  <a:srgbClr val="000000"/>
                </a:solidFill>
                <a:latin typeface="Times New Roman"/>
              </a:rPr>
              <a:t>&lt;cabecera&gt;</a:t>
            </a:r>
            <a:endParaRPr b="0" lang="es-AR" sz="1400" spc="-1" strike="noStrike">
              <a:solidFill>
                <a:srgbClr val="000000"/>
              </a:solidFill>
              <a:latin typeface="Times New Roman"/>
            </a:endParaRPr>
          </a:p>
        </p:txBody>
      </p:sp>
      <p:sp>
        <p:nvSpPr>
          <p:cNvPr id="260" name="PlaceHolder 4"/>
          <p:cNvSpPr>
            <a:spLocks noGrp="1"/>
          </p:cNvSpPr>
          <p:nvPr>
            <p:ph type="dt" idx="53"/>
          </p:nvPr>
        </p:nvSpPr>
        <p:spPr>
          <a:xfrm>
            <a:off x="4278960" y="0"/>
            <a:ext cx="3280680" cy="534240"/>
          </a:xfrm>
          <a:prstGeom prst="rect">
            <a:avLst/>
          </a:prstGeom>
          <a:noFill/>
          <a:ln w="0">
            <a:noFill/>
          </a:ln>
        </p:spPr>
        <p:txBody>
          <a:bodyPr lIns="0" rIns="0" tIns="0" bIns="0" anchor="t">
            <a:noAutofit/>
          </a:bodyPr>
          <a:lstStyle>
            <a:lvl1pPr indent="0" algn="r">
              <a:buNone/>
              <a:defRPr b="0" lang="es-AR" sz="1400" spc="-1" strike="noStrike">
                <a:solidFill>
                  <a:srgbClr val="000000"/>
                </a:solidFill>
                <a:latin typeface="Times New Roman"/>
              </a:defRPr>
            </a:lvl1pPr>
          </a:lstStyle>
          <a:p>
            <a:pPr indent="0" algn="r">
              <a:buNone/>
            </a:pPr>
            <a:r>
              <a:rPr b="0" lang="es-AR" sz="1400" spc="-1" strike="noStrike">
                <a:solidFill>
                  <a:srgbClr val="000000"/>
                </a:solidFill>
                <a:latin typeface="Times New Roman"/>
              </a:rPr>
              <a:t>&lt;fecha/hora&gt;</a:t>
            </a:r>
            <a:endParaRPr b="0" lang="es-AR" sz="1400" spc="-1" strike="noStrike">
              <a:solidFill>
                <a:srgbClr val="000000"/>
              </a:solidFill>
              <a:latin typeface="Times New Roman"/>
            </a:endParaRPr>
          </a:p>
        </p:txBody>
      </p:sp>
      <p:sp>
        <p:nvSpPr>
          <p:cNvPr id="261" name="PlaceHolder 5"/>
          <p:cNvSpPr>
            <a:spLocks noGrp="1"/>
          </p:cNvSpPr>
          <p:nvPr>
            <p:ph type="ftr" idx="54"/>
          </p:nvPr>
        </p:nvSpPr>
        <p:spPr>
          <a:xfrm>
            <a:off x="0" y="10157400"/>
            <a:ext cx="3280680" cy="534240"/>
          </a:xfrm>
          <a:prstGeom prst="rect">
            <a:avLst/>
          </a:prstGeom>
          <a:noFill/>
          <a:ln w="0">
            <a:noFill/>
          </a:ln>
        </p:spPr>
        <p:txBody>
          <a:bodyPr lIns="0" rIns="0" tIns="0" bIns="0" anchor="b">
            <a:noAutofit/>
          </a:bodyPr>
          <a:lstStyle>
            <a:lvl1pPr indent="0">
              <a:buNone/>
              <a:defRPr b="0" lang="es-AR" sz="1400" spc="-1" strike="noStrike">
                <a:solidFill>
                  <a:srgbClr val="000000"/>
                </a:solidFill>
                <a:latin typeface="Times New Roman"/>
              </a:defRPr>
            </a:lvl1pPr>
          </a:lstStyle>
          <a:p>
            <a:pPr indent="0">
              <a:buNone/>
            </a:pPr>
            <a:r>
              <a:rPr b="0" lang="es-AR" sz="1400" spc="-1" strike="noStrike">
                <a:solidFill>
                  <a:srgbClr val="000000"/>
                </a:solidFill>
                <a:latin typeface="Times New Roman"/>
              </a:rPr>
              <a:t>&lt;pie de página&gt;</a:t>
            </a:r>
            <a:endParaRPr b="0" lang="es-AR" sz="1400" spc="-1" strike="noStrike">
              <a:solidFill>
                <a:srgbClr val="000000"/>
              </a:solidFill>
              <a:latin typeface="Times New Roman"/>
            </a:endParaRPr>
          </a:p>
        </p:txBody>
      </p:sp>
      <p:sp>
        <p:nvSpPr>
          <p:cNvPr id="262" name="PlaceHolder 6"/>
          <p:cNvSpPr>
            <a:spLocks noGrp="1"/>
          </p:cNvSpPr>
          <p:nvPr>
            <p:ph type="sldNum" idx="55"/>
          </p:nvPr>
        </p:nvSpPr>
        <p:spPr>
          <a:xfrm>
            <a:off x="4278960" y="10157400"/>
            <a:ext cx="3280680" cy="534240"/>
          </a:xfrm>
          <a:prstGeom prst="rect">
            <a:avLst/>
          </a:prstGeom>
          <a:noFill/>
          <a:ln w="0">
            <a:noFill/>
          </a:ln>
        </p:spPr>
        <p:txBody>
          <a:bodyPr lIns="0" rIns="0" tIns="0" bIns="0" anchor="b">
            <a:noAutofit/>
          </a:bodyPr>
          <a:lstStyle>
            <a:lvl1pPr indent="0" algn="r">
              <a:buNone/>
              <a:defRPr b="0" lang="es-AR" sz="1400" spc="-1" strike="noStrike">
                <a:solidFill>
                  <a:srgbClr val="000000"/>
                </a:solidFill>
                <a:latin typeface="Times New Roman"/>
              </a:defRPr>
            </a:lvl1pPr>
          </a:lstStyle>
          <a:p>
            <a:pPr indent="0" algn="r">
              <a:buNone/>
            </a:pPr>
            <a:fld id="{4CB2A137-75AA-46DD-A8C1-8A2ABDDE39EA}" type="slidenum">
              <a:rPr b="0" lang="es-AR" sz="1400" spc="-1" strike="noStrike">
                <a:solidFill>
                  <a:srgbClr val="000000"/>
                </a:solidFill>
                <a:latin typeface="Times New Roman"/>
              </a:rPr>
              <a:t>&lt;número&gt;</a:t>
            </a:fld>
            <a:endParaRPr b="0" lang="es-A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5" name="PlaceHolder 1"/>
          <p:cNvSpPr>
            <a:spLocks noGrp="1"/>
          </p:cNvSpPr>
          <p:nvPr>
            <p:ph type="sldImg"/>
          </p:nvPr>
        </p:nvSpPr>
        <p:spPr>
          <a:xfrm>
            <a:off x="685800" y="1143000"/>
            <a:ext cx="5485680" cy="3085560"/>
          </a:xfrm>
          <a:prstGeom prst="rect">
            <a:avLst/>
          </a:prstGeom>
          <a:ln w="0">
            <a:noFill/>
          </a:ln>
        </p:spPr>
      </p:sp>
      <p:sp>
        <p:nvSpPr>
          <p:cNvPr id="706"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40 s  ·  de 0:00 a 0:40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Buen día. Somos el equipo SIMtec: yo soy Florencia, y conmigo están Franco y Teo.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Trabajamos el desafío 1: retención de service y recompra.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antes de mostrarles un solo número, les quiero presentar a alguien. [PAUSA]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Se llama Martín. Bueno, le pusimos Martín: los datos son anónimos, pero él es real. Tiene una Ranger, la usa para trabajar, y este mes le toca el service.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La pregunta que vamos a responder en los próximos minutos es muy simple: ¿Martín vuelve?</a:t>
            </a:r>
            <a:endParaRPr b="0" lang="es-AR" sz="2000" spc="-1" strike="noStrike">
              <a:solidFill>
                <a:srgbClr val="000000"/>
              </a:solidFill>
              <a:latin typeface="Arial"/>
            </a:endParaRPr>
          </a:p>
        </p:txBody>
      </p:sp>
      <p:sp>
        <p:nvSpPr>
          <p:cNvPr id="707" name="PlaceHolder 3"/>
          <p:cNvSpPr>
            <a:spLocks noGrp="1"/>
          </p:cNvSpPr>
          <p:nvPr>
            <p:ph type="sldNum" idx="72"/>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FD88A276-6841-482D-9A07-C698A06975EA}"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PlaceHolder 1"/>
          <p:cNvSpPr>
            <a:spLocks noGrp="1"/>
          </p:cNvSpPr>
          <p:nvPr>
            <p:ph type="sldImg"/>
          </p:nvPr>
        </p:nvSpPr>
        <p:spPr>
          <a:xfrm>
            <a:off x="685800" y="1143000"/>
            <a:ext cx="5485680" cy="3085560"/>
          </a:xfrm>
          <a:prstGeom prst="rect">
            <a:avLst/>
          </a:prstGeom>
          <a:ln w="0">
            <a:noFill/>
          </a:ln>
        </p:spPr>
      </p:sp>
      <p:sp>
        <p:nvSpPr>
          <p:cNvPr id="709"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10 s  ·  de 0:40 a 0:50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Para entender por qué esa pregunta importa tanto, empecemos por el desafío.</a:t>
            </a:r>
            <a:endParaRPr b="0" lang="es-AR" sz="2000" spc="-1" strike="noStrike">
              <a:solidFill>
                <a:srgbClr val="000000"/>
              </a:solidFill>
              <a:latin typeface="Arial"/>
            </a:endParaRPr>
          </a:p>
        </p:txBody>
      </p:sp>
      <p:sp>
        <p:nvSpPr>
          <p:cNvPr id="710" name="PlaceHolder 3"/>
          <p:cNvSpPr>
            <a:spLocks noGrp="1"/>
          </p:cNvSpPr>
          <p:nvPr>
            <p:ph type="sldNum" idx="73"/>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3253875F-93A3-4EDF-BB15-DD18B2E767C3}"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1" name="PlaceHolder 1"/>
          <p:cNvSpPr>
            <a:spLocks noGrp="1"/>
          </p:cNvSpPr>
          <p:nvPr>
            <p:ph type="sldImg"/>
          </p:nvPr>
        </p:nvSpPr>
        <p:spPr>
          <a:xfrm>
            <a:off x="685800" y="1143000"/>
            <a:ext cx="5485680" cy="3085560"/>
          </a:xfrm>
          <a:prstGeom prst="rect">
            <a:avLst/>
          </a:prstGeom>
          <a:ln w="0">
            <a:noFill/>
          </a:ln>
        </p:spPr>
      </p:sp>
      <p:sp>
        <p:nvSpPr>
          <p:cNvPr id="712"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45 s  ·  de 0:50 a 1:35</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Martín no está solo.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Cada mes, más de seis mil Ranger entran en su ventana de service en Argentina. Es decir: les toca volver al concesionario.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Cada una de esas camionetas es una oportunidad. Un cliente que vuelve al taller, que habla con su asesor, que sigue cerca de Ford.</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…O no.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a:t>
            </a:r>
            <a:endParaRPr b="0" lang="es-AR" sz="2000" spc="-1" strike="noStrike">
              <a:solidFill>
                <a:srgbClr val="000000"/>
              </a:solidFill>
              <a:latin typeface="Arial"/>
            </a:endParaRPr>
          </a:p>
        </p:txBody>
      </p:sp>
      <p:sp>
        <p:nvSpPr>
          <p:cNvPr id="713" name="PlaceHolder 3"/>
          <p:cNvSpPr>
            <a:spLocks noGrp="1"/>
          </p:cNvSpPr>
          <p:nvPr>
            <p:ph type="sldNum" idx="74"/>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F42FDECD-49DE-403F-8642-35E96BB49E25}"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sldImg"/>
          </p:nvPr>
        </p:nvSpPr>
        <p:spPr>
          <a:xfrm>
            <a:off x="685800" y="1143000"/>
            <a:ext cx="5485680" cy="3085560"/>
          </a:xfrm>
          <a:prstGeom prst="rect">
            <a:avLst/>
          </a:prstGeom>
          <a:ln w="0">
            <a:noFill/>
          </a:ln>
        </p:spPr>
      </p:sp>
      <p:sp>
        <p:nvSpPr>
          <p:cNvPr id="715"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50 s  ·  de 1:35 a 2:25</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Pongámoslo en diez camionetas.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Cuatro de cada diez no vuelven a hacer ese service en un concesionario oficial.</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 LARGA — dejar que el número se lea]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fíjense dónde están: mezcladas. No hay nada, a simple vista, que diga cuáles son. Martín puede ser una de las azules… o una de las grises. Hoy nadie lo sabe.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En volumen, son unos dos mil quinientos services por mes que Ford deja de hacer.</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Todos los meses.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[RECORTE] Y no es una estimación: medimos ciento cuarenta y dos mil ventanas de service entre 2024 y 2026, y el cuarenta y uno coma seis por ciento terminó sin service en la red.</a:t>
            </a:r>
            <a:endParaRPr b="0" lang="es-AR" sz="2000" spc="-1" strike="noStrike">
              <a:solidFill>
                <a:srgbClr val="000000"/>
              </a:solidFill>
              <a:latin typeface="Arial"/>
            </a:endParaRPr>
          </a:p>
        </p:txBody>
      </p:sp>
      <p:sp>
        <p:nvSpPr>
          <p:cNvPr id="716" name="PlaceHolder 3"/>
          <p:cNvSpPr>
            <a:spLocks noGrp="1"/>
          </p:cNvSpPr>
          <p:nvPr>
            <p:ph type="sldNum" idx="75"/>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A64FF317-FCA6-433B-AD75-25C2E5DC6519}"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7" name="PlaceHolder 1"/>
          <p:cNvSpPr>
            <a:spLocks noGrp="1"/>
          </p:cNvSpPr>
          <p:nvPr>
            <p:ph type="sldImg"/>
          </p:nvPr>
        </p:nvSpPr>
        <p:spPr>
          <a:xfrm>
            <a:off x="685800" y="1143000"/>
            <a:ext cx="5485680" cy="3085560"/>
          </a:xfrm>
          <a:prstGeom prst="rect">
            <a:avLst/>
          </a:prstGeom>
          <a:ln w="0">
            <a:noFill/>
          </a:ln>
        </p:spPr>
      </p:sp>
      <p:sp>
        <p:nvSpPr>
          <p:cNvPr id="718"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45 s  ·  de 2:25 a 3:10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Pero ojo, porque un service perdido es mucho más que un service. Es el primer paso de un cliente perdido.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Primero se pierde el trabajo de taller: la mano de obra, los repuestos, el margen de la visita.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Después, algo más grave: se corta la relación. Martín deja de venir, deja de hablar con su concesionario, y Ford deja de estar presente en su vida.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el día que Martín cambie la camioneta… esa decisión la va a tomar sin nosotros.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Por eso, la próxima venta no se gana en el salón. [PAUSA] Se gana en el taller.</a:t>
            </a:r>
            <a:endParaRPr b="0" lang="es-AR" sz="2000" spc="-1" strike="noStrike">
              <a:solidFill>
                <a:srgbClr val="000000"/>
              </a:solidFill>
              <a:latin typeface="Arial"/>
            </a:endParaRPr>
          </a:p>
        </p:txBody>
      </p:sp>
      <p:sp>
        <p:nvSpPr>
          <p:cNvPr id="719" name="PlaceHolder 3"/>
          <p:cNvSpPr>
            <a:spLocks noGrp="1"/>
          </p:cNvSpPr>
          <p:nvPr>
            <p:ph type="sldNum" idx="76"/>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FF803532-8971-42C6-8901-B3EBA19970A7}"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0" name="PlaceHolder 1"/>
          <p:cNvSpPr>
            <a:spLocks noGrp="1"/>
          </p:cNvSpPr>
          <p:nvPr>
            <p:ph type="sldImg"/>
          </p:nvPr>
        </p:nvSpPr>
        <p:spPr>
          <a:xfrm>
            <a:off x="685800" y="1143000"/>
            <a:ext cx="5485680" cy="3085560"/>
          </a:xfrm>
          <a:prstGeom prst="rect">
            <a:avLst/>
          </a:prstGeom>
          <a:ln w="0">
            <a:noFill/>
          </a:ln>
        </p:spPr>
      </p:sp>
      <p:sp>
        <p:nvSpPr>
          <p:cNvPr id="721"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50 s  ·  de 3:10 a 4:00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Entonces, ¿qué pasa hoy?</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Los datos para anticipar esto existen. Pero no se terminan de aprovechar. Todos reciben el mismo mensaje, en el mismo orden. Martín recibe el mismo recordatorio que el cliente que viene puntual hace cinco años. Y el que se va, se detecta cuando ya es tarde: cuando la ventana ya cerró.</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El resultado: de cada diez contactos que hace un concesionario, seis van a clientes que iban a volver igual.</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Seis de cada diez llamados, gastados en quien no los necesitaba.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Así que la pregunta que nos hicimos fue una sola: ¿cómo llegamos primero a los otros cuatro?</a:t>
            </a:r>
            <a:endParaRPr b="0" lang="es-AR" sz="2000" spc="-1" strike="noStrike">
              <a:solidFill>
                <a:srgbClr val="000000"/>
              </a:solidFill>
              <a:latin typeface="Arial"/>
            </a:endParaRPr>
          </a:p>
        </p:txBody>
      </p:sp>
      <p:sp>
        <p:nvSpPr>
          <p:cNvPr id="722" name="PlaceHolder 3"/>
          <p:cNvSpPr>
            <a:spLocks noGrp="1"/>
          </p:cNvSpPr>
          <p:nvPr>
            <p:ph type="sldNum" idx="77"/>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21F4F18E-2570-4DC6-B56E-E1D1A802690A}"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sldImg"/>
          </p:nvPr>
        </p:nvSpPr>
        <p:spPr>
          <a:xfrm>
            <a:off x="685800" y="1143000"/>
            <a:ext cx="5485680" cy="3085560"/>
          </a:xfrm>
          <a:prstGeom prst="rect">
            <a:avLst/>
          </a:prstGeom>
          <a:ln w="0">
            <a:noFill/>
          </a:ln>
        </p:spPr>
      </p:sp>
      <p:sp>
        <p:nvSpPr>
          <p:cNvPr id="724"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10 s  ·  de 4:00 a 4:10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Para responderla, no empezamos por el modelo. Empezamos por entender los datos.</a:t>
            </a:r>
            <a:endParaRPr b="0" lang="es-AR" sz="2000" spc="-1" strike="noStrike">
              <a:solidFill>
                <a:srgbClr val="000000"/>
              </a:solidFill>
              <a:latin typeface="Arial"/>
            </a:endParaRPr>
          </a:p>
        </p:txBody>
      </p:sp>
      <p:sp>
        <p:nvSpPr>
          <p:cNvPr id="725" name="PlaceHolder 3"/>
          <p:cNvSpPr>
            <a:spLocks noGrp="1"/>
          </p:cNvSpPr>
          <p:nvPr>
            <p:ph type="sldNum" idx="78"/>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0437418C-B230-4B2E-89BF-A393E2E497F6}"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6" name="PlaceHolder 1"/>
          <p:cNvSpPr>
            <a:spLocks noGrp="1"/>
          </p:cNvSpPr>
          <p:nvPr>
            <p:ph type="sldImg"/>
          </p:nvPr>
        </p:nvSpPr>
        <p:spPr>
          <a:xfrm>
            <a:off x="685800" y="1143000"/>
            <a:ext cx="5485680" cy="3085560"/>
          </a:xfrm>
          <a:prstGeom prst="rect">
            <a:avLst/>
          </a:prstGeom>
          <a:ln w="0">
            <a:noFill/>
          </a:ln>
        </p:spPr>
      </p:sp>
      <p:sp>
        <p:nvSpPr>
          <p:cNvPr id="727"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110 s  ·  de 4:10 a 6:00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Trabajamos con más de seiscientas mil líneas de la agenda de turnos y casi sesenta mil ventas de Ranger, de 2024 a hoy. Y les confieso algo: arrancamos con una idea equivocada.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Creíamos que el service era una vez por año. Y los datos nos dijeron que no.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Primera lección: el service va por kilómetros, no por calendario. Una Ranger hace unos veintidós mil kilómetros por año, y el plan oficial pide service cada dieciséis mil. O sea: le toca cada seis a ocho meses, no cada doce. Si esperamos "al año" para recordarle, llegamos tarde: el ochenta y seis por ciento ya lo había hecho.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Por eso a cada Ranger le calculamos su propia ventana, según sus kilómetros reales.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Segunda lección: el momento crítico es el primer service. Más de un tercio de los clientes no hace el primero en un concesionario oficial. En el segundo, baja a uno de cada cuatro. Dicho simple: el que vuelve una vez, se queda.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la tercera, la más importante: el que se va, se ve venir. Llega tarde respecto de su plan, viene poco, es una flota, depende de qué concesionario lo atiende.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algo que nos sorprendió: la encuesta de satisfacción no anticipa nada. Se responde antes del turno, no después del service.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[RECORTE] También descubrimos que un dato, mirado solo, puede engañar. Por ejemplo, los que faltan a un turno parecen volver igual que el resto. Pero es porque, para faltar a un turno, primero hay que tenerlo. Comparando clientes con la misma cantidad de turnos, el que falta sí vuelve menos.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Esas señales ya están en los datos de Ford. Martín ya las está mostrando. Lo que faltaba era leerlas a tiempo.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Franco les cuenta cómo lo hicimos.</a:t>
            </a:r>
            <a:endParaRPr b="0" lang="es-AR" sz="2000" spc="-1" strike="noStrike">
              <a:solidFill>
                <a:srgbClr val="000000"/>
              </a:solidFill>
              <a:latin typeface="Arial"/>
            </a:endParaRPr>
          </a:p>
        </p:txBody>
      </p:sp>
      <p:sp>
        <p:nvSpPr>
          <p:cNvPr id="728" name="PlaceHolder 3"/>
          <p:cNvSpPr>
            <a:spLocks noGrp="1"/>
          </p:cNvSpPr>
          <p:nvPr>
            <p:ph type="sldNum" idx="79"/>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80B35AC8-E3C1-4F4C-A304-70ABAC5098C9}"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PlaceHolder 1"/>
          <p:cNvSpPr>
            <a:spLocks noGrp="1"/>
          </p:cNvSpPr>
          <p:nvPr>
            <p:ph type="sldImg"/>
          </p:nvPr>
        </p:nvSpPr>
        <p:spPr>
          <a:xfrm>
            <a:off x="685800" y="1143000"/>
            <a:ext cx="5485680" cy="3085560"/>
          </a:xfrm>
          <a:prstGeom prst="rect">
            <a:avLst/>
          </a:prstGeom>
          <a:ln w="0">
            <a:noFill/>
          </a:ln>
        </p:spPr>
      </p:sp>
      <p:sp>
        <p:nvSpPr>
          <p:cNvPr id="730"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FRANCO  ·  50 s  ·  de 6:00 a 6:50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Gracias, Flor.</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Lo primero que queremos dejar claro es que no venimos a cambiarle el proceso a nadie. Lo que construimos es una sola pieza nueva, que encaja en lo que Ford ya hace.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La Ranger de Martín entra en su ventana de service. Como hoy.</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acá está lo nuevo: nuestra solución la ordena por riesgo de dejar Ford, y explica por qué.</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Con ese orden, el concesionario contacta primero a quien más lo necesita. Al resto le llega el recordatorio de FordPass, como siempre.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el cliente vuelve al taller.</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Mismo proceso. [PAUSA] Otro orden. [PAUSA] Más clientes que vuelven.</a:t>
            </a:r>
            <a:endParaRPr b="0" lang="es-AR" sz="2000" spc="-1" strike="noStrike">
              <a:solidFill>
                <a:srgbClr val="000000"/>
              </a:solidFill>
              <a:latin typeface="Arial"/>
            </a:endParaRPr>
          </a:p>
        </p:txBody>
      </p:sp>
      <p:sp>
        <p:nvSpPr>
          <p:cNvPr id="731" name="PlaceHolder 3"/>
          <p:cNvSpPr>
            <a:spLocks noGrp="1"/>
          </p:cNvSpPr>
          <p:nvPr>
            <p:ph type="sldNum" idx="80"/>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0D692D15-1CB6-428C-AB46-BFDB03D81CE2}"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2" name="PlaceHolder 1"/>
          <p:cNvSpPr>
            <a:spLocks noGrp="1"/>
          </p:cNvSpPr>
          <p:nvPr>
            <p:ph type="sldImg"/>
          </p:nvPr>
        </p:nvSpPr>
        <p:spPr>
          <a:xfrm>
            <a:off x="685800" y="1143000"/>
            <a:ext cx="5485680" cy="3085560"/>
          </a:xfrm>
          <a:prstGeom prst="rect">
            <a:avLst/>
          </a:prstGeom>
          <a:ln w="0">
            <a:noFill/>
          </a:ln>
        </p:spPr>
      </p:sp>
      <p:sp>
        <p:nvSpPr>
          <p:cNvPr id="733"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FRANCO  ·  75 s  ·  de 6:50 a 8:05</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La pregunta obvia es: ¿funciona?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lo probamos de la única forma honesta: como se usaría de verdad. (técnico) Hicimos una validación temporal, fuera de tiempo. Entrenamos el modelo, un LightGBM, con datos hasta septiembre de 2025, lo calibramos con el último trimestre, y lo pusimos a prueba en enero, febrero y marzo de este año: casi veinte mil ventanas que nunca había visto.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Dicho simple: le dimos el pasado, y le pedimos que adivine el futuro.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Hoy, como se le habla a todos igual, de cada diez contactos, cuatro llegan a alguien que estaba dejando Ford.</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Con nuestra solución, contactando al primer veinte por ciento de la lista, son ocho.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 El doble. Con el mismo esfuerzo.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si miramos sólo a los primeros de la lista, nueve de cada diez se estaban yendo de verdad.</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Llevado a la operación real: con tres mil contactos por mes entre todos los concesionarios, que son unos treinta por concesionario, a dos de cada tres clientes que se van les llegamos a tiempo.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cómo sabemos que no es suerte? Teo les muestra la evidencia.</a:t>
            </a:r>
            <a:endParaRPr b="0" lang="es-AR" sz="2000" spc="-1" strike="noStrike">
              <a:solidFill>
                <a:srgbClr val="000000"/>
              </a:solidFill>
              <a:latin typeface="Arial"/>
            </a:endParaRPr>
          </a:p>
        </p:txBody>
      </p:sp>
      <p:sp>
        <p:nvSpPr>
          <p:cNvPr id="734" name="PlaceHolder 3"/>
          <p:cNvSpPr>
            <a:spLocks noGrp="1"/>
          </p:cNvSpPr>
          <p:nvPr>
            <p:ph type="sldNum" idx="81"/>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74FF66F6-8BAD-4FB3-9ED0-F212EECAC4E9}"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5" name="PlaceHolder 1"/>
          <p:cNvSpPr>
            <a:spLocks noGrp="1"/>
          </p:cNvSpPr>
          <p:nvPr>
            <p:ph type="sldImg"/>
          </p:nvPr>
        </p:nvSpPr>
        <p:spPr>
          <a:xfrm>
            <a:off x="685800" y="1143000"/>
            <a:ext cx="5485680" cy="3085560"/>
          </a:xfrm>
          <a:prstGeom prst="rect">
            <a:avLst/>
          </a:prstGeom>
          <a:ln w="0">
            <a:noFill/>
          </a:ln>
        </p:spPr>
      </p:sp>
      <p:sp>
        <p:nvSpPr>
          <p:cNvPr id="736"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TEO  ·  85 s  ·  de 8:05 a 9:30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Primero, cómo llega el modelo a estos resultados. Para cada Ranger que entra en su ventana, mira más de ochenta señales de su historia: cuándo fue su último service, cada cuánto viene, cuántos kilómetros hace, qué tan atrasado está respecto de su plan, qué concesionario lo atiende. (técnico) Aprendió de más de cien mil ventanas del pasado, combinando cientos de árboles de decisión, donde cada uno corrige los errores del anterior. El resultado es un puntaje de riesgo para cada cliente.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acá está la evidencia de que ese puntaje funciona.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A la izquierda, (técnico) la curva de ganancia. Ordenamos a todos los clientes por riesgo, y la línea naranja muestra a cuántos de los que se van alcanzamos según cuántos contactamos. La gris es lo de hoy: contactar sin orden. Con el veinte por ciento de los contactos llegamos al treinta y seis por ciento de los que se van. Sin orden, al veinte.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a la derecha, algo que para nosotros es igual de importante: (técnico) la calibración. Después de entrenarlo, ajustamos ese puntaje con los últimos tres meses de 2025, para que sea una probabilidad de verdad. Cuando nuestra solución dice "setenta por ciento de riesgo", efectivamente siete de cada diez de esos clientes no vuelven. El error promedio es de un punto.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¿Por qué importa? Porque así el porcentaje deja de ser un puntaje y pasa a ser una probabilidad real. Y con probabilidades reales, Posventa puede planificar.</a:t>
            </a:r>
            <a:endParaRPr b="0" lang="es-AR" sz="2000" spc="-1" strike="noStrike">
              <a:solidFill>
                <a:srgbClr val="000000"/>
              </a:solidFill>
              <a:latin typeface="Arial"/>
            </a:endParaRPr>
          </a:p>
        </p:txBody>
      </p:sp>
      <p:sp>
        <p:nvSpPr>
          <p:cNvPr id="737" name="PlaceHolder 3"/>
          <p:cNvSpPr>
            <a:spLocks noGrp="1"/>
          </p:cNvSpPr>
          <p:nvPr>
            <p:ph type="sldNum" idx="82"/>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34CD3DDB-CA26-466E-A998-F204084E4CC8}"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8" name="PlaceHolder 1"/>
          <p:cNvSpPr>
            <a:spLocks noGrp="1"/>
          </p:cNvSpPr>
          <p:nvPr>
            <p:ph type="sldImg"/>
          </p:nvPr>
        </p:nvSpPr>
        <p:spPr>
          <a:xfrm>
            <a:off x="685800" y="1143000"/>
            <a:ext cx="5485680" cy="3085560"/>
          </a:xfrm>
          <a:prstGeom prst="rect">
            <a:avLst/>
          </a:prstGeom>
          <a:ln w="0">
            <a:noFill/>
          </a:ln>
        </p:spPr>
      </p:sp>
      <p:sp>
        <p:nvSpPr>
          <p:cNvPr id="739"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TEO  ·  65 s  ·  de 9:30 a 10:35</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ahora les quiero contar algo que no suele contarse en un pitch.</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En un momento del trabajo, nuestro modelo llegó a cero coma ochenta y uno, en una escala donde cero coma cinco es tirar una moneda y uno es perfecto. Estábamos contentos.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Hasta que miramos de dónde salía. Había dos columnas del dataset, el kilometraje y la conectividad, que no eran datos de cada momento: eran una foto de hoy, copiada hacia el pasado. Información que, el día que hay que decidir a quién llamar, todavía no existe. (técnico) Es lo que en ciencia de datos se llama leakage: el modelo estaba mirando las respuestas.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Así que las sacamos. Y nos quedamos con cero coma setenta y cuatro.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Es un número menos lindo. [PAUSA] Pero es el que se cumple cuando se usa de verdad.</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Preferimos prometer lo que se puede cumplir.</a:t>
            </a:r>
            <a:endParaRPr b="0" lang="es-AR" sz="2000" spc="-1" strike="noStrike">
              <a:solidFill>
                <a:srgbClr val="000000"/>
              </a:solidFill>
              <a:latin typeface="Arial"/>
            </a:endParaRPr>
          </a:p>
        </p:txBody>
      </p:sp>
      <p:sp>
        <p:nvSpPr>
          <p:cNvPr id="740" name="PlaceHolder 3"/>
          <p:cNvSpPr>
            <a:spLocks noGrp="1"/>
          </p:cNvSpPr>
          <p:nvPr>
            <p:ph type="sldNum" idx="83"/>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08F961FE-5BEB-4FD9-ACD4-CEA158B8EA93}"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1" name="PlaceHolder 1"/>
          <p:cNvSpPr>
            <a:spLocks noGrp="1"/>
          </p:cNvSpPr>
          <p:nvPr>
            <p:ph type="sldImg"/>
          </p:nvPr>
        </p:nvSpPr>
        <p:spPr>
          <a:xfrm>
            <a:off x="685800" y="1143000"/>
            <a:ext cx="5485680" cy="3085560"/>
          </a:xfrm>
          <a:prstGeom prst="rect">
            <a:avLst/>
          </a:prstGeom>
          <a:ln w="0">
            <a:noFill/>
          </a:ln>
        </p:spPr>
      </p:sp>
      <p:sp>
        <p:nvSpPr>
          <p:cNvPr id="742"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TEO  ·  90 s  ·  de 10:35 a 12:05</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¿Se acuerdan de Martín? [PAUSA] Les presento a Martín.</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Tiene una Ranger 2019. Hace unos veintisiete mil kilómetros por año: la usa para trabajar. Hizo dos services en un concesionario oficial. Hoy, para Ford, es uno más en la lista de recordatorios.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Pero sus datos cuentan otra historia.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Su camioneta tiene siete años: justo la etapa en la que más clientes dejan Ford.</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Viene menos de una vez por año, aunque con el uso que le da, necesita service cada cuatro o cinco meses.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entre sus dos últimos services pasaron trece meses.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 LARGA]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Martín se está yendo. Y hoy nadie lo está viendo.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Con nuestra solución, Martín aparece arriba de la lista de su concesionario: setenta y seis por ciento de probabilidad de dejar Ford, con estos tres motivos. (técnico) Los motivos los calcula el mismo modelo, con SHAP, una técnica que mide cuánto empuja cada dato el riesgo de cada cliente. Y nosotros los traducimos a palabras.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Entonces, el asesor no recibe un número. [PAUSA] Recibe una conversación. Sabe qué decirle a Martín antes de levantar el teléfono. Y lo ve así, tal cual, en el tablero que construimos para cada concesionario.</a:t>
            </a:r>
            <a:endParaRPr b="0" lang="es-AR" sz="2000" spc="-1" strike="noStrike">
              <a:solidFill>
                <a:srgbClr val="000000"/>
              </a:solidFill>
              <a:latin typeface="Arial"/>
            </a:endParaRPr>
          </a:p>
        </p:txBody>
      </p:sp>
      <p:sp>
        <p:nvSpPr>
          <p:cNvPr id="743" name="PlaceHolder 3"/>
          <p:cNvSpPr>
            <a:spLocks noGrp="1"/>
          </p:cNvSpPr>
          <p:nvPr>
            <p:ph type="sldNum" idx="84"/>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98E60558-0B8E-40CD-B2EE-37D87B631E0B}"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PlaceHolder 1"/>
          <p:cNvSpPr>
            <a:spLocks noGrp="1"/>
          </p:cNvSpPr>
          <p:nvPr>
            <p:ph type="sldImg"/>
          </p:nvPr>
        </p:nvSpPr>
        <p:spPr>
          <a:xfrm>
            <a:off x="685800" y="1143000"/>
            <a:ext cx="5485680" cy="3085560"/>
          </a:xfrm>
          <a:prstGeom prst="rect">
            <a:avLst/>
          </a:prstGeom>
          <a:ln w="0">
            <a:noFill/>
          </a:ln>
        </p:spPr>
      </p:sp>
      <p:sp>
        <p:nvSpPr>
          <p:cNvPr id="745"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TEO  ·  80 s  ·  de 12:05 a 13:25</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Ahora, un concesionario no puede llamar a todos. Su capacidad de contacto es finita. Así que no a todos les corresponde lo mismo: armamos tres grupos, cada uno con su acción.</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Alto: el veinte por ciento de más riesgo. Ahí, ocho de cada diez se están yendo. Ahí está Martín. A ellos, un llamado personal del asesor en las primeras cuarenta y ocho horas, con una oferta concreta: precio cerrado, o retiro y entrega de la camioneta.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Medio: el treinta por ciento siguiente. Tienen alguna señal, pero siguen cerca de la marca. Para ellos, un recordatorio personalizado por FordPass o WhatsApp, con un turno sugerido.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Bajo: la mitad restante. Clientes fieles: tres de cada cuatro vuelven solos. Para ellos, el recordatorio automático de siempre. No gastamos un solo llamado en quien no lo necesita.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tres reglas de sentido común. Si ya tiene turno, no se lo llama: en la lista de hoy son casi mil ochocientos vehículos que sacamos. Si tiene varias camionetas, recibe un solo contacto. Y primero va el que tiene menos días de margen.</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 Franco les cuenta cuánto vale todo esto.</a:t>
            </a:r>
            <a:endParaRPr b="0" lang="es-AR" sz="2000" spc="-1" strike="noStrike">
              <a:solidFill>
                <a:srgbClr val="000000"/>
              </a:solidFill>
              <a:latin typeface="Arial"/>
            </a:endParaRPr>
          </a:p>
        </p:txBody>
      </p:sp>
      <p:sp>
        <p:nvSpPr>
          <p:cNvPr id="746" name="PlaceHolder 3"/>
          <p:cNvSpPr>
            <a:spLocks noGrp="1"/>
          </p:cNvSpPr>
          <p:nvPr>
            <p:ph type="sldNum" idx="85"/>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C7396732-C456-43A1-AB26-8D701166CE45}"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PlaceHolder 1"/>
          <p:cNvSpPr>
            <a:spLocks noGrp="1"/>
          </p:cNvSpPr>
          <p:nvPr>
            <p:ph type="sldImg"/>
          </p:nvPr>
        </p:nvSpPr>
        <p:spPr>
          <a:xfrm>
            <a:off x="685800" y="1143000"/>
            <a:ext cx="5485680" cy="3085560"/>
          </a:xfrm>
          <a:prstGeom prst="rect">
            <a:avLst/>
          </a:prstGeom>
          <a:ln w="0">
            <a:noFill/>
          </a:ln>
        </p:spPr>
      </p:sp>
      <p:sp>
        <p:nvSpPr>
          <p:cNvPr id="748"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FRANCO  ·  8 s  ·  de 13:25 a 13:33</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Gracias, Teo. Porque la pregunta de cualquier gerente es otra: ¿cuánto vale esto?</a:t>
            </a:r>
            <a:endParaRPr b="0" lang="es-AR" sz="2000" spc="-1" strike="noStrike">
              <a:solidFill>
                <a:srgbClr val="000000"/>
              </a:solidFill>
              <a:latin typeface="Arial"/>
            </a:endParaRPr>
          </a:p>
        </p:txBody>
      </p:sp>
      <p:sp>
        <p:nvSpPr>
          <p:cNvPr id="749" name="PlaceHolder 3"/>
          <p:cNvSpPr>
            <a:spLocks noGrp="1"/>
          </p:cNvSpPr>
          <p:nvPr>
            <p:ph type="sldNum" idx="86"/>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1F8B43D4-4B0B-4598-8D04-BF20D922118D}"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0" name="PlaceHolder 1"/>
          <p:cNvSpPr>
            <a:spLocks noGrp="1"/>
          </p:cNvSpPr>
          <p:nvPr>
            <p:ph type="sldImg"/>
          </p:nvPr>
        </p:nvSpPr>
        <p:spPr>
          <a:xfrm>
            <a:off x="685800" y="1143000"/>
            <a:ext cx="5485680" cy="3085560"/>
          </a:xfrm>
          <a:prstGeom prst="rect">
            <a:avLst/>
          </a:prstGeom>
          <a:ln w="0">
            <a:noFill/>
          </a:ln>
        </p:spPr>
      </p:sp>
      <p:sp>
        <p:nvSpPr>
          <p:cNvPr id="751"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FRANCO  ·  75 s  ·  de 13:33 a 14:48</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Hicimos la cuenta con supuestos conservadores, y los dejamos escritos para que Posventa los reemplace por los suyos. Un contacto recupera al quince por ciento de los que se iban; un service retenido vale doscientos cincuenta dólares; y un contacto cuesta tres.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Con la misma cantidad de contactos, nuestra solución recupera un ochenta por ciento más de services que contactando sin orden.</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Eso son unos doscientos mil dólares por año de margen adicional. Y eso sin contar lo que vale la próxima compra de Martín.</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si el modelo se equivoca? Miren la asimetría: contactar de más cuesta tres dólares. No contactar a quien se va cuesta el service. [PAUSA] Ochenta a uno. Equivocarse para el lado de llamar sale casi gratis.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La inversión es de treinta a cuarenta y cinco mil dólares el primer año, y se recupera en el primer trimestre.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[RECORTE] Y lo probamos al revés: aunque el contacto recupere sólo al cinco por ciento, y el service valga cien dólares, sigue siendo rentable.</a:t>
            </a:r>
            <a:endParaRPr b="0" lang="es-AR" sz="2000" spc="-1" strike="noStrike">
              <a:solidFill>
                <a:srgbClr val="000000"/>
              </a:solidFill>
              <a:latin typeface="Arial"/>
            </a:endParaRPr>
          </a:p>
        </p:txBody>
      </p:sp>
      <p:sp>
        <p:nvSpPr>
          <p:cNvPr id="752" name="PlaceHolder 3"/>
          <p:cNvSpPr>
            <a:spLocks noGrp="1"/>
          </p:cNvSpPr>
          <p:nvPr>
            <p:ph type="sldNum" idx="87"/>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07652B6F-77F9-433F-80F3-66C2289340ED}"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PlaceHolder 1"/>
          <p:cNvSpPr>
            <a:spLocks noGrp="1"/>
          </p:cNvSpPr>
          <p:nvPr>
            <p:ph type="sldImg"/>
          </p:nvPr>
        </p:nvSpPr>
        <p:spPr>
          <a:xfrm>
            <a:off x="685800" y="1143000"/>
            <a:ext cx="5485680" cy="3085560"/>
          </a:xfrm>
          <a:prstGeom prst="rect">
            <a:avLst/>
          </a:prstGeom>
          <a:ln w="0">
            <a:noFill/>
          </a:ln>
        </p:spPr>
      </p:sp>
      <p:sp>
        <p:nvSpPr>
          <p:cNvPr id="754"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FRANCO  ·  62 s  ·  de 14:48 a 15:50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acá viene lo más importante de esta parte: no les pedimos que nos crean. Les proponemos medirlo.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Tomamos la lista de un mes, ordenada por riesgo, y la partimos en diez grupos.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En cada grupo, a la mitad de los clientes se le aplica la acción, y la otra mitad sigue como hoy. (técnico) Es un A/B test con grupo de control por decil de riesgo: así medimos el efecto real del contacto, y no sólo si el modelo acierta.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A los noventa días se compara: ¿quién hizo el service? Por grupo, por acción y por concesionario.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Con el volumen de toda la red, en dos meses ya se ve si el contacto mejora el retorno en cinco puntos. Y no hace falta ningún sistema nuevo: usa Service Leads, FordPass y Service Reminder, que Ford ya tiene.</a:t>
            </a:r>
            <a:endParaRPr b="0" lang="es-AR" sz="2000" spc="-1" strike="noStrike">
              <a:solidFill>
                <a:srgbClr val="000000"/>
              </a:solidFill>
              <a:latin typeface="Arial"/>
            </a:endParaRPr>
          </a:p>
        </p:txBody>
      </p:sp>
      <p:sp>
        <p:nvSpPr>
          <p:cNvPr id="755" name="PlaceHolder 3"/>
          <p:cNvSpPr>
            <a:spLocks noGrp="1"/>
          </p:cNvSpPr>
          <p:nvPr>
            <p:ph type="sldNum" idx="88"/>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F4313AE6-E2AA-4F3A-B4DE-6A9A54A74B2A}"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PlaceHolder 1"/>
          <p:cNvSpPr>
            <a:spLocks noGrp="1"/>
          </p:cNvSpPr>
          <p:nvPr>
            <p:ph type="sldImg"/>
          </p:nvPr>
        </p:nvSpPr>
        <p:spPr>
          <a:xfrm>
            <a:off x="685800" y="1143000"/>
            <a:ext cx="5485680" cy="3085560"/>
          </a:xfrm>
          <a:prstGeom prst="rect">
            <a:avLst/>
          </a:prstGeom>
          <a:ln w="0">
            <a:noFill/>
          </a:ln>
        </p:spPr>
      </p:sp>
      <p:sp>
        <p:nvSpPr>
          <p:cNvPr id="757"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FRANCO  ·  7 s  ·  de 15:50 a 15:57</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qué nos hace distintos?</a:t>
            </a:r>
            <a:endParaRPr b="0" lang="es-AR" sz="2000" spc="-1" strike="noStrike">
              <a:solidFill>
                <a:srgbClr val="000000"/>
              </a:solidFill>
              <a:latin typeface="Arial"/>
            </a:endParaRPr>
          </a:p>
        </p:txBody>
      </p:sp>
      <p:sp>
        <p:nvSpPr>
          <p:cNvPr id="758" name="PlaceHolder 3"/>
          <p:cNvSpPr>
            <a:spLocks noGrp="1"/>
          </p:cNvSpPr>
          <p:nvPr>
            <p:ph type="sldNum" idx="89"/>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B7A32DFC-3D10-490C-AEE2-64004136D54E}"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9" name="PlaceHolder 1"/>
          <p:cNvSpPr>
            <a:spLocks noGrp="1"/>
          </p:cNvSpPr>
          <p:nvPr>
            <p:ph type="sldImg"/>
          </p:nvPr>
        </p:nvSpPr>
        <p:spPr>
          <a:xfrm>
            <a:off x="685800" y="1143000"/>
            <a:ext cx="5485680" cy="3085560"/>
          </a:xfrm>
          <a:prstGeom prst="rect">
            <a:avLst/>
          </a:prstGeom>
          <a:ln w="0">
            <a:noFill/>
          </a:ln>
        </p:spPr>
      </p:sp>
      <p:sp>
        <p:nvSpPr>
          <p:cNvPr id="760"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FRANCO  ·  55 s  ·  de 15:57 a 16:52</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Cuatro palabras.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Precisa. Cada Ranger tiene su propio calendario, según sus kilómetros reales. No una fecha fija para todos.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Honesta. Sus resultados se sostienen, porque descartamos los datos que la hacían parecer mejor de lo que era. Ya lo contó Teo.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Clara. Cada caso llega explicado, en palabras que el asesor puede usar con el cliente.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verificada. Resolvimos el problema dos veces, por caminos separados, y comparamos. Las dos soluciones coincidieron en quién entra y qué cuenta como volver. Y una le corrigió un detalle a la otra: el plan oficial de la Ranger nueva es cada dieciséis mil kilómetros, no quince.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 Pero una buena solución no termina en una lista. Flor les cuenta qué sigue.</a:t>
            </a:r>
            <a:endParaRPr b="0" lang="es-AR" sz="2000" spc="-1" strike="noStrike">
              <a:solidFill>
                <a:srgbClr val="000000"/>
              </a:solidFill>
              <a:latin typeface="Arial"/>
            </a:endParaRPr>
          </a:p>
        </p:txBody>
      </p:sp>
      <p:sp>
        <p:nvSpPr>
          <p:cNvPr id="761" name="PlaceHolder 3"/>
          <p:cNvSpPr>
            <a:spLocks noGrp="1"/>
          </p:cNvSpPr>
          <p:nvPr>
            <p:ph type="sldNum" idx="90"/>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FF289ABB-6E65-474C-9DB0-D9011E6DE741}"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2" name="PlaceHolder 1"/>
          <p:cNvSpPr>
            <a:spLocks noGrp="1"/>
          </p:cNvSpPr>
          <p:nvPr>
            <p:ph type="sldImg"/>
          </p:nvPr>
        </p:nvSpPr>
        <p:spPr>
          <a:xfrm>
            <a:off x="685800" y="1143000"/>
            <a:ext cx="5485680" cy="3085560"/>
          </a:xfrm>
          <a:prstGeom prst="rect">
            <a:avLst/>
          </a:prstGeom>
          <a:ln w="0">
            <a:noFill/>
          </a:ln>
        </p:spPr>
      </p:sp>
      <p:sp>
        <p:nvSpPr>
          <p:cNvPr id="763"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8 s  ·  de 16:52 a 17:00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Porque esto no es el final. Es el primer paso.</a:t>
            </a:r>
            <a:endParaRPr b="0" lang="es-AR" sz="2000" spc="-1" strike="noStrike">
              <a:solidFill>
                <a:srgbClr val="000000"/>
              </a:solidFill>
              <a:latin typeface="Arial"/>
            </a:endParaRPr>
          </a:p>
        </p:txBody>
      </p:sp>
      <p:sp>
        <p:nvSpPr>
          <p:cNvPr id="764" name="PlaceHolder 3"/>
          <p:cNvSpPr>
            <a:spLocks noGrp="1"/>
          </p:cNvSpPr>
          <p:nvPr>
            <p:ph type="sldNum" idx="91"/>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4A2E982E-50E5-4B06-913E-376F3E0CD380}"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5" name="PlaceHolder 1"/>
          <p:cNvSpPr>
            <a:spLocks noGrp="1"/>
          </p:cNvSpPr>
          <p:nvPr>
            <p:ph type="sldImg"/>
          </p:nvPr>
        </p:nvSpPr>
        <p:spPr>
          <a:xfrm>
            <a:off x="685800" y="1143000"/>
            <a:ext cx="5485680" cy="3085560"/>
          </a:xfrm>
          <a:prstGeom prst="rect">
            <a:avLst/>
          </a:prstGeom>
          <a:ln w="0">
            <a:noFill/>
          </a:ln>
        </p:spPr>
      </p:sp>
      <p:sp>
        <p:nvSpPr>
          <p:cNvPr id="766"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FLOR  ·  60 s  ·  de 17:00 a 18:00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Ahora: el piloto de noventa días, con Posventa y un grupo de concesionarios. Y validar con ustedes las reglas de ventana por modelo y la capacidad real de contacto de cada concesionario.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En los próximos seis meses: meter la lista dentro de Service Leads y Service Reminder, todos los meses. Y sumar el kilometraje real de los vehículos conectados: con eso, el primer service, que es donde más clientes perdemos, se predice mucho mejor.</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Y después, el salto. Dejar de preguntarnos sólo "¿quién se va?" y preguntarnos "¿a quién el llamado le cambia la decisión?". (técnico) Es lo que se llama uplift modeling. Llevarlo a toda la gama Ford. Y usar la relación del taller para anticipar la próxima compra.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Que es, al final, de lo que se trata este desafío.</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Teo cierra.</a:t>
            </a:r>
            <a:endParaRPr b="0" lang="es-AR" sz="2000" spc="-1" strike="noStrike">
              <a:solidFill>
                <a:srgbClr val="000000"/>
              </a:solidFill>
              <a:latin typeface="Arial"/>
            </a:endParaRPr>
          </a:p>
        </p:txBody>
      </p:sp>
      <p:sp>
        <p:nvSpPr>
          <p:cNvPr id="767" name="PlaceHolder 3"/>
          <p:cNvSpPr>
            <a:spLocks noGrp="1"/>
          </p:cNvSpPr>
          <p:nvPr>
            <p:ph type="sldNum" idx="92"/>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CC95B981-2085-4DC0-9213-EAB7DFEBA348}"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8" name="PlaceHolder 1"/>
          <p:cNvSpPr>
            <a:spLocks noGrp="1"/>
          </p:cNvSpPr>
          <p:nvPr>
            <p:ph type="sldImg"/>
          </p:nvPr>
        </p:nvSpPr>
        <p:spPr>
          <a:xfrm>
            <a:off x="685800" y="1143000"/>
            <a:ext cx="5485680" cy="3085560"/>
          </a:xfrm>
          <a:prstGeom prst="rect">
            <a:avLst/>
          </a:prstGeom>
          <a:ln w="0">
            <a:noFill/>
          </a:ln>
        </p:spPr>
      </p:sp>
      <p:sp>
        <p:nvSpPr>
          <p:cNvPr id="769"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TEO  ·  7 s  ·  de 18:00 a 18:07</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Para cerrar, volvamos a Martín.</a:t>
            </a:r>
            <a:endParaRPr b="0" lang="es-AR" sz="2000" spc="-1" strike="noStrike">
              <a:solidFill>
                <a:srgbClr val="000000"/>
              </a:solidFill>
              <a:latin typeface="Arial"/>
            </a:endParaRPr>
          </a:p>
        </p:txBody>
      </p:sp>
      <p:sp>
        <p:nvSpPr>
          <p:cNvPr id="770" name="PlaceHolder 3"/>
          <p:cNvSpPr>
            <a:spLocks noGrp="1"/>
          </p:cNvSpPr>
          <p:nvPr>
            <p:ph type="sldNum" idx="93"/>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FBC66C23-4E45-4867-8C87-6961660DC4E1}"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1" name="PlaceHolder 1"/>
          <p:cNvSpPr>
            <a:spLocks noGrp="1"/>
          </p:cNvSpPr>
          <p:nvPr>
            <p:ph type="sldImg"/>
          </p:nvPr>
        </p:nvSpPr>
        <p:spPr>
          <a:xfrm>
            <a:off x="685800" y="1143000"/>
            <a:ext cx="5485680" cy="3085560"/>
          </a:xfrm>
          <a:prstGeom prst="rect">
            <a:avLst/>
          </a:prstGeom>
          <a:ln w="0">
            <a:noFill/>
          </a:ln>
        </p:spPr>
      </p:sp>
      <p:sp>
        <p:nvSpPr>
          <p:cNvPr id="772"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TEO  ·  53 s  ·  de 18:07 a 19:00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Si se llevan tres ideas de hoy, que sean estas.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Uno. Hoy se pierden cuatro de cada diez services, porque se le habla igual a todos.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Dos. Nuestra solución pone primero a quien se está yendo, y explica por qué. Cada contacto rinde el doble.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[CLIC] Tres. Funciona con lo que Ford ya tiene, y en noventa días se prueba.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Martín todavía no se fue. Este mes le toca el service. Con esto, su asesor lo llama esta semana, sabiendo qué decirle.</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Y dentro de unos años, cuando cambie la camioneta… que la decisión la tome con nosotros.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[PAUSA LARGA]</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Muchas gracias. ¿Preguntas?</a:t>
            </a:r>
            <a:endParaRPr b="0" lang="es-AR" sz="2000" spc="-1" strike="noStrike">
              <a:solidFill>
                <a:srgbClr val="000000"/>
              </a:solidFill>
              <a:latin typeface="Arial"/>
            </a:endParaRPr>
          </a:p>
        </p:txBody>
      </p:sp>
      <p:sp>
        <p:nvSpPr>
          <p:cNvPr id="773" name="PlaceHolder 3"/>
          <p:cNvSpPr>
            <a:spLocks noGrp="1"/>
          </p:cNvSpPr>
          <p:nvPr>
            <p:ph type="sldNum" idx="94"/>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2BEF21AB-1FDA-458F-A7C0-61DF175A4D5C}"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4" name="PlaceHolder 1"/>
          <p:cNvSpPr>
            <a:spLocks noGrp="1"/>
          </p:cNvSpPr>
          <p:nvPr>
            <p:ph type="sldImg"/>
          </p:nvPr>
        </p:nvSpPr>
        <p:spPr>
          <a:xfrm>
            <a:off x="685800" y="1143000"/>
            <a:ext cx="5485680" cy="3085560"/>
          </a:xfrm>
          <a:prstGeom prst="rect">
            <a:avLst/>
          </a:prstGeom>
          <a:ln w="0">
            <a:noFill/>
          </a:ln>
        </p:spPr>
      </p:sp>
      <p:sp>
        <p:nvSpPr>
          <p:cNvPr id="775"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s-AR" sz="2000" spc="-1" strike="noStrike">
                <a:solidFill>
                  <a:srgbClr val="000000"/>
                </a:solidFill>
                <a:latin typeface="Arial"/>
              </a:rPr>
              <a:t>ORADOR: TEO  ·  5 s  ·  de 13:35 a 13:40</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¿Preguntas?</a:t>
            </a:r>
            <a:endParaRPr b="0" lang="es-AR" sz="2000" spc="-1" strike="noStrike">
              <a:solidFill>
                <a:srgbClr val="000000"/>
              </a:solidFill>
              <a:latin typeface="Arial"/>
            </a:endParaRPr>
          </a:p>
          <a:p>
            <a:pPr marL="216000" indent="0">
              <a:lnSpc>
                <a:spcPct val="100000"/>
              </a:lnSpc>
              <a:buNone/>
              <a:tabLst>
                <a:tab algn="l" pos="0"/>
              </a:tabLst>
            </a:pPr>
            <a:endParaRPr b="0" lang="es-AR" sz="2000" spc="-1" strike="noStrike">
              <a:solidFill>
                <a:srgbClr val="000000"/>
              </a:solidFill>
              <a:latin typeface="Arial"/>
            </a:endParaRPr>
          </a:p>
          <a:p>
            <a:pPr marL="216000" indent="0">
              <a:lnSpc>
                <a:spcPct val="100000"/>
              </a:lnSpc>
              <a:buNone/>
              <a:tabLst>
                <a:tab algn="l" pos="0"/>
              </a:tabLst>
            </a:pPr>
            <a:r>
              <a:rPr b="0" lang="es-AR" sz="2000" spc="-1" strike="noStrike">
                <a:solidFill>
                  <a:srgbClr val="000000"/>
                </a:solidFill>
                <a:latin typeface="Arial"/>
              </a:rPr>
              <a:t>[Respuestas cortas en las slides de respaldo, ocultas: número de slide + Enter.]</a:t>
            </a:r>
            <a:endParaRPr b="0" lang="es-AR" sz="2000" spc="-1" strike="noStrike">
              <a:solidFill>
                <a:srgbClr val="000000"/>
              </a:solidFill>
              <a:latin typeface="Arial"/>
            </a:endParaRPr>
          </a:p>
        </p:txBody>
      </p:sp>
      <p:sp>
        <p:nvSpPr>
          <p:cNvPr id="776" name="PlaceHolder 3"/>
          <p:cNvSpPr>
            <a:spLocks noGrp="1"/>
          </p:cNvSpPr>
          <p:nvPr>
            <p:ph type="sldNum" idx="95"/>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52953C43-A9B2-40C6-8153-862117F07D4B}" type="slidenum">
              <a:rPr b="0" lang="en-US" sz="1200" spc="-1" strike="noStrike">
                <a:solidFill>
                  <a:srgbClr val="000000"/>
                </a:solidFill>
                <a:latin typeface="Times New Roman"/>
              </a:rPr>
              <a:t>&lt;número&gt;</a:t>
            </a:fld>
            <a:endParaRPr b="0" lang="es-AR"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3.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4.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26.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27.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28.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29.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0.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1.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2.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4.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5.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6.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37.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38.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40.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41.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42.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43.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45.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46.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7.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8.xml"/>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50.xml"/>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51.xml"/>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52.xml"/>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5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ver Slide">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p>
            <a:fld id="{1B4A4A3C-5980-40C4-A172-63389AB0E23C}" type="slidenum">
              <a:t>&lt;#&gt;</a:t>
            </a:fld>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rge Statement">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p>
            <a:fld id="{0C6CF06E-71A6-4E06-A78F-34AD0B51DEF6}" type="slidenum">
              <a:t>&lt;#&gt;</a:t>
            </a:fld>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ull Body">
    <p:spTree>
      <p:nvGrpSpPr>
        <p:cNvPr id="1" name=""/>
        <p:cNvGrpSpPr/>
        <p:nvPr/>
      </p:nvGrpSpPr>
      <p:grpSpPr>
        <a:xfrm>
          <a:off x="0" y="0"/>
          <a:ext cx="0" cy="0"/>
          <a:chOff x="0" y="0"/>
          <a:chExt cx="0" cy="0"/>
        </a:xfrm>
      </p:grpSpPr>
      <p:sp>
        <p:nvSpPr>
          <p:cNvPr id="2" name="PlaceHolder 1"/>
          <p:cNvSpPr>
            <a:spLocks noGrp="1"/>
          </p:cNvSpPr>
          <p:nvPr>
            <p:ph type="sldNum" idx="3"/>
          </p:nvPr>
        </p:nvSpPr>
        <p:spPr/>
        <p:txBody>
          <a:bodyPr/>
          <a:p>
            <a:fld id="{C20CEA07-0BFA-4EFF-A4EB-0009A34393D1}" type="slidenum">
              <a:t>&lt;#&gt;</a:t>
            </a:fld>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Full Body">
    <p:spTree>
      <p:nvGrpSpPr>
        <p:cNvPr id="1" name=""/>
        <p:cNvGrpSpPr/>
        <p:nvPr/>
      </p:nvGrpSpPr>
      <p:grpSpPr>
        <a:xfrm>
          <a:off x="0" y="0"/>
          <a:ext cx="0" cy="0"/>
          <a:chOff x="0" y="0"/>
          <a:chExt cx="0" cy="0"/>
        </a:xfrm>
      </p:grpSpPr>
      <p:sp>
        <p:nvSpPr>
          <p:cNvPr id="2" name="PlaceHolder 1"/>
          <p:cNvSpPr>
            <a:spLocks noGrp="1"/>
          </p:cNvSpPr>
          <p:nvPr>
            <p:ph type="sldNum" idx="4"/>
          </p:nvPr>
        </p:nvSpPr>
        <p:spPr/>
        <p:txBody>
          <a:bodyPr/>
          <a:p>
            <a:fld id="{1F27209D-6B64-4122-8471-6764D7F7116C}" type="slidenum">
              <a:t>&lt;#&gt;</a:t>
            </a:fld>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ull Body with Bumper">
    <p:spTree>
      <p:nvGrpSpPr>
        <p:cNvPr id="1" name=""/>
        <p:cNvGrpSpPr/>
        <p:nvPr/>
      </p:nvGrpSpPr>
      <p:grpSpPr>
        <a:xfrm>
          <a:off x="0" y="0"/>
          <a:ext cx="0" cy="0"/>
          <a:chOff x="0" y="0"/>
          <a:chExt cx="0" cy="0"/>
        </a:xfrm>
      </p:grpSpPr>
      <p:sp>
        <p:nvSpPr>
          <p:cNvPr id="2" name="PlaceHolder 1"/>
          <p:cNvSpPr>
            <a:spLocks noGrp="1"/>
          </p:cNvSpPr>
          <p:nvPr>
            <p:ph type="sldNum" idx="5"/>
          </p:nvPr>
        </p:nvSpPr>
        <p:spPr/>
        <p:txBody>
          <a:bodyPr/>
          <a:p>
            <a:fld id="{88B1FB75-EF83-46F1-BF7A-8DA11DC3C674}" type="slidenum">
              <a:t>&lt;#&gt;</a:t>
            </a:fld>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wo Column">
    <p:spTree>
      <p:nvGrpSpPr>
        <p:cNvPr id="1" name=""/>
        <p:cNvGrpSpPr/>
        <p:nvPr/>
      </p:nvGrpSpPr>
      <p:grpSpPr>
        <a:xfrm>
          <a:off x="0" y="0"/>
          <a:ext cx="0" cy="0"/>
          <a:chOff x="0" y="0"/>
          <a:chExt cx="0" cy="0"/>
        </a:xfrm>
      </p:grpSpPr>
      <p:sp>
        <p:nvSpPr>
          <p:cNvPr id="2" name="PlaceHolder 1"/>
          <p:cNvSpPr>
            <a:spLocks noGrp="1"/>
          </p:cNvSpPr>
          <p:nvPr>
            <p:ph type="sldNum" idx="6"/>
          </p:nvPr>
        </p:nvSpPr>
        <p:spPr/>
        <p:txBody>
          <a:bodyPr/>
          <a:p>
            <a:fld id="{67EF6624-8569-471A-8BDA-F66BAD9DF5D9}" type="slidenum">
              <a:t>&lt;#&gt;</a:t>
            </a:fld>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wo Column Bumper">
    <p:spTree>
      <p:nvGrpSpPr>
        <p:cNvPr id="1" name=""/>
        <p:cNvGrpSpPr/>
        <p:nvPr/>
      </p:nvGrpSpPr>
      <p:grpSpPr>
        <a:xfrm>
          <a:off x="0" y="0"/>
          <a:ext cx="0" cy="0"/>
          <a:chOff x="0" y="0"/>
          <a:chExt cx="0" cy="0"/>
        </a:xfrm>
      </p:grpSpPr>
      <p:sp>
        <p:nvSpPr>
          <p:cNvPr id="2" name="PlaceHolder 1"/>
          <p:cNvSpPr>
            <a:spLocks noGrp="1"/>
          </p:cNvSpPr>
          <p:nvPr>
            <p:ph type="sldNum" idx="7"/>
          </p:nvPr>
        </p:nvSpPr>
        <p:spPr/>
        <p:txBody>
          <a:bodyPr/>
          <a:p>
            <a:fld id="{396B5403-ACE0-4F4F-87A0-59BCDA3611E6}" type="slidenum">
              <a:t>&lt;#&gt;</a:t>
            </a:fld>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ull Body w/Image">
    <p:spTree>
      <p:nvGrpSpPr>
        <p:cNvPr id="1" name=""/>
        <p:cNvGrpSpPr/>
        <p:nvPr/>
      </p:nvGrpSpPr>
      <p:grpSpPr>
        <a:xfrm>
          <a:off x="0" y="0"/>
          <a:ext cx="0" cy="0"/>
          <a:chOff x="0" y="0"/>
          <a:chExt cx="0" cy="0"/>
        </a:xfrm>
      </p:grpSpPr>
      <p:sp>
        <p:nvSpPr>
          <p:cNvPr id="2" name="PlaceHolder 1"/>
          <p:cNvSpPr>
            <a:spLocks noGrp="1"/>
          </p:cNvSpPr>
          <p:nvPr>
            <p:ph type="sldNum" idx="8"/>
          </p:nvPr>
        </p:nvSpPr>
        <p:spPr/>
        <p:txBody>
          <a:bodyPr/>
          <a:p>
            <a:fld id="{F4BC4416-D6E8-419E-8E66-DE8403062244}" type="slidenum">
              <a:t>&lt;#&gt;</a:t>
            </a:fld>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plit White/Grey">
    <p:spTree>
      <p:nvGrpSpPr>
        <p:cNvPr id="1" name=""/>
        <p:cNvGrpSpPr/>
        <p:nvPr/>
      </p:nvGrpSpPr>
      <p:grpSpPr>
        <a:xfrm>
          <a:off x="0" y="0"/>
          <a:ext cx="0" cy="0"/>
          <a:chOff x="0" y="0"/>
          <a:chExt cx="0" cy="0"/>
        </a:xfrm>
      </p:grpSpPr>
      <p:sp>
        <p:nvSpPr>
          <p:cNvPr id="2" name="PlaceHolder 1"/>
          <p:cNvSpPr>
            <a:spLocks noGrp="1"/>
          </p:cNvSpPr>
          <p:nvPr>
            <p:ph type="sldNum" idx="9"/>
          </p:nvPr>
        </p:nvSpPr>
        <p:spPr/>
        <p:txBody>
          <a:bodyPr/>
          <a:p>
            <a:fld id="{6CBCD667-9EFB-4116-88BA-1D7C80B1EB86}" type="slidenum">
              <a:t>&lt;#&gt;</a:t>
            </a:fld>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Three Column">
    <p:spTree>
      <p:nvGrpSpPr>
        <p:cNvPr id="1" name=""/>
        <p:cNvGrpSpPr/>
        <p:nvPr/>
      </p:nvGrpSpPr>
      <p:grpSpPr>
        <a:xfrm>
          <a:off x="0" y="0"/>
          <a:ext cx="0" cy="0"/>
          <a:chOff x="0" y="0"/>
          <a:chExt cx="0" cy="0"/>
        </a:xfrm>
      </p:grpSpPr>
      <p:sp>
        <p:nvSpPr>
          <p:cNvPr id="2" name="PlaceHolder 1"/>
          <p:cNvSpPr>
            <a:spLocks noGrp="1"/>
          </p:cNvSpPr>
          <p:nvPr>
            <p:ph type="sldNum" idx="10"/>
          </p:nvPr>
        </p:nvSpPr>
        <p:spPr/>
        <p:txBody>
          <a:bodyPr/>
          <a:p>
            <a:fld id="{21D888F7-F9D6-453C-BB0D-817302531CC1}" type="slidenum">
              <a:t>&lt;#&gt;</a:t>
            </a:fld>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hree statements">
    <p:spTree>
      <p:nvGrpSpPr>
        <p:cNvPr id="1" name=""/>
        <p:cNvGrpSpPr/>
        <p:nvPr/>
      </p:nvGrpSpPr>
      <p:grpSpPr>
        <a:xfrm>
          <a:off x="0" y="0"/>
          <a:ext cx="0" cy="0"/>
          <a:chOff x="0" y="0"/>
          <a:chExt cx="0" cy="0"/>
        </a:xfrm>
      </p:grpSpPr>
      <p:sp>
        <p:nvSpPr>
          <p:cNvPr id="2" name="PlaceHolder 1"/>
          <p:cNvSpPr>
            <a:spLocks noGrp="1"/>
          </p:cNvSpPr>
          <p:nvPr>
            <p:ph type="sldNum" idx="11"/>
          </p:nvPr>
        </p:nvSpPr>
        <p:spPr/>
        <p:txBody>
          <a:bodyPr/>
          <a:p>
            <a:fld id="{AE5CA931-DA34-4E85-99E8-E9C4152F2F18}" type="slidenum">
              <a:t>&lt;#&gt;</a:t>
            </a:fld>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Divider Slide-Pattern">
    <p:spTree>
      <p:nvGrpSpPr>
        <p:cNvPr id="1" name=""/>
        <p:cNvGrpSpPr/>
        <p:nvPr/>
      </p:nvGrpSpPr>
      <p:grpSpPr>
        <a:xfrm>
          <a:off x="0" y="0"/>
          <a:ext cx="0" cy="0"/>
          <a:chOff x="0" y="0"/>
          <a:chExt cx="0" cy="0"/>
        </a:xfrm>
      </p:grpSpPr>
      <p:sp>
        <p:nvSpPr>
          <p:cNvPr id="2" name="PlaceHolder 1"/>
          <p:cNvSpPr>
            <a:spLocks noGrp="1"/>
          </p:cNvSpPr>
          <p:nvPr>
            <p:ph type="sldNum" idx="12"/>
          </p:nvPr>
        </p:nvSpPr>
        <p:spPr/>
        <p:txBody>
          <a:bodyPr/>
          <a:p>
            <a:fld id="{127537A6-BD29-4DA6-8475-C20DDA8B564F}" type="slidenum">
              <a:t>&lt;#&gt;</a:t>
            </a:fld>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Numbers">
    <p:spTree>
      <p:nvGrpSpPr>
        <p:cNvPr id="1" name=""/>
        <p:cNvGrpSpPr/>
        <p:nvPr/>
      </p:nvGrpSpPr>
      <p:grpSpPr>
        <a:xfrm>
          <a:off x="0" y="0"/>
          <a:ext cx="0" cy="0"/>
          <a:chOff x="0" y="0"/>
          <a:chExt cx="0" cy="0"/>
        </a:xfrm>
      </p:grpSpPr>
      <p:sp>
        <p:nvSpPr>
          <p:cNvPr id="2" name="PlaceHolder 1"/>
          <p:cNvSpPr>
            <a:spLocks noGrp="1"/>
          </p:cNvSpPr>
          <p:nvPr>
            <p:ph type="sldNum" idx="13"/>
          </p:nvPr>
        </p:nvSpPr>
        <p:spPr/>
        <p:txBody>
          <a:bodyPr/>
          <a:p>
            <a:fld id="{FB93FAEB-3F0A-4983-B6BB-DFFA53D01E24}" type="slidenum">
              <a:t>&lt;#&gt;</a:t>
            </a:fld>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4 column-Icons">
    <p:spTree>
      <p:nvGrpSpPr>
        <p:cNvPr id="1" name=""/>
        <p:cNvGrpSpPr/>
        <p:nvPr/>
      </p:nvGrpSpPr>
      <p:grpSpPr>
        <a:xfrm>
          <a:off x="0" y="0"/>
          <a:ext cx="0" cy="0"/>
          <a:chOff x="0" y="0"/>
          <a:chExt cx="0" cy="0"/>
        </a:xfrm>
      </p:grpSpPr>
      <p:sp>
        <p:nvSpPr>
          <p:cNvPr id="2" name="PlaceHolder 1"/>
          <p:cNvSpPr>
            <a:spLocks noGrp="1"/>
          </p:cNvSpPr>
          <p:nvPr>
            <p:ph type="sldNum" idx="14"/>
          </p:nvPr>
        </p:nvSpPr>
        <p:spPr/>
        <p:txBody>
          <a:bodyPr/>
          <a:p>
            <a:fld id="{DFFBB25A-E00E-40C7-8E69-4F9FC7D5239F}" type="slidenum">
              <a:t>&lt;#&gt;</a:t>
            </a:fld>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Now Near Far">
    <p:spTree>
      <p:nvGrpSpPr>
        <p:cNvPr id="1" name=""/>
        <p:cNvGrpSpPr/>
        <p:nvPr/>
      </p:nvGrpSpPr>
      <p:grpSpPr>
        <a:xfrm>
          <a:off x="0" y="0"/>
          <a:ext cx="0" cy="0"/>
          <a:chOff x="0" y="0"/>
          <a:chExt cx="0" cy="0"/>
        </a:xfrm>
      </p:grpSpPr>
      <p:sp>
        <p:nvSpPr>
          <p:cNvPr id="2" name="PlaceHolder 1"/>
          <p:cNvSpPr>
            <a:spLocks noGrp="1"/>
          </p:cNvSpPr>
          <p:nvPr>
            <p:ph type="sldNum" idx="15"/>
          </p:nvPr>
        </p:nvSpPr>
        <p:spPr/>
        <p:txBody>
          <a:bodyPr/>
          <a:p>
            <a:fld id="{86F2237E-AD8B-4A42-82D0-A713771ABD26}" type="slidenum">
              <a:t>&lt;#&gt;</a:t>
            </a:fld>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reative">
    <p:spTree>
      <p:nvGrpSpPr>
        <p:cNvPr id="1" name=""/>
        <p:cNvGrpSpPr/>
        <p:nvPr/>
      </p:nvGrpSpPr>
      <p:grpSpPr>
        <a:xfrm>
          <a:off x="0" y="0"/>
          <a:ext cx="0" cy="0"/>
          <a:chOff x="0" y="0"/>
          <a:chExt cx="0" cy="0"/>
        </a:xfrm>
      </p:grpSpPr>
      <p:sp>
        <p:nvSpPr>
          <p:cNvPr id="2" name="PlaceHolder 1"/>
          <p:cNvSpPr>
            <a:spLocks noGrp="1"/>
          </p:cNvSpPr>
          <p:nvPr>
            <p:ph type="sldNum" idx="16"/>
          </p:nvPr>
        </p:nvSpPr>
        <p:spPr/>
        <p:txBody>
          <a:bodyPr/>
          <a:p>
            <a:fld id="{8FEC1DB0-D0C5-4918-8782-14AEFC249C89}" type="slidenum">
              <a:t>&lt;#&gt;</a:t>
            </a:fld>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Global Brand Framework">
    <p:spTree>
      <p:nvGrpSpPr>
        <p:cNvPr id="1" name=""/>
        <p:cNvGrpSpPr/>
        <p:nvPr/>
      </p:nvGrpSpPr>
      <p:grpSpPr>
        <a:xfrm>
          <a:off x="0" y="0"/>
          <a:ext cx="0" cy="0"/>
          <a:chOff x="0" y="0"/>
          <a:chExt cx="0" cy="0"/>
        </a:xfrm>
      </p:grpSpPr>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rand Health Performance">
    <p:spTree>
      <p:nvGrpSpPr>
        <p:cNvPr id="1" name=""/>
        <p:cNvGrpSpPr/>
        <p:nvPr/>
      </p:nvGrpSpPr>
      <p:grpSpPr>
        <a:xfrm>
          <a:off x="0" y="0"/>
          <a:ext cx="0" cy="0"/>
          <a:chOff x="0" y="0"/>
          <a:chExt cx="0" cy="0"/>
        </a:xfrm>
      </p:grpSpPr>
      <p:sp>
        <p:nvSpPr>
          <p:cNvPr id="2" name="PlaceHolder 1"/>
          <p:cNvSpPr>
            <a:spLocks noGrp="1"/>
          </p:cNvSpPr>
          <p:nvPr>
            <p:ph type="sldNum" idx="17"/>
          </p:nvPr>
        </p:nvSpPr>
        <p:spPr/>
        <p:txBody>
          <a:bodyPr/>
          <a:p>
            <a:fld id="{0C563544-7465-454F-8397-A611256432EF}" type="slidenum">
              <a:t>&lt;#&gt;</a:t>
            </a:fld>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3 Image">
    <p:spTree>
      <p:nvGrpSpPr>
        <p:cNvPr id="1" name=""/>
        <p:cNvGrpSpPr/>
        <p:nvPr/>
      </p:nvGrpSpPr>
      <p:grpSpPr>
        <a:xfrm>
          <a:off x="0" y="0"/>
          <a:ext cx="0" cy="0"/>
          <a:chOff x="0" y="0"/>
          <a:chExt cx="0" cy="0"/>
        </a:xfrm>
      </p:grpSpPr>
      <p:sp>
        <p:nvSpPr>
          <p:cNvPr id="2" name="PlaceHolder 1"/>
          <p:cNvSpPr>
            <a:spLocks noGrp="1"/>
          </p:cNvSpPr>
          <p:nvPr>
            <p:ph type="sldNum" idx="18"/>
          </p:nvPr>
        </p:nvSpPr>
        <p:spPr/>
        <p:txBody>
          <a:bodyPr/>
          <a:p>
            <a:fld id="{738F9F04-A1BA-46DB-BA68-309BD60313DD}" type="slidenum">
              <a:t>&lt;#&gt;</a:t>
            </a:fld>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plit_Data+Image">
    <p:spTree>
      <p:nvGrpSpPr>
        <p:cNvPr id="1" name=""/>
        <p:cNvGrpSpPr/>
        <p:nvPr/>
      </p:nvGrpSpPr>
      <p:grpSpPr>
        <a:xfrm>
          <a:off x="0" y="0"/>
          <a:ext cx="0" cy="0"/>
          <a:chOff x="0" y="0"/>
          <a:chExt cx="0" cy="0"/>
        </a:xfrm>
      </p:grpSpPr>
      <p:sp>
        <p:nvSpPr>
          <p:cNvPr id="2" name="PlaceHolder 1"/>
          <p:cNvSpPr>
            <a:spLocks noGrp="1"/>
          </p:cNvSpPr>
          <p:nvPr>
            <p:ph type="sldNum" idx="19"/>
          </p:nvPr>
        </p:nvSpPr>
        <p:spPr/>
        <p:txBody>
          <a:bodyPr/>
          <a:p>
            <a:fld id="{8ECAB8AD-31E5-4823-B968-8633C0309B4C}" type="slidenum">
              <a:t>&lt;#&gt;</a:t>
            </a:fld>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hree Column+Small Data callouts">
    <p:spTree>
      <p:nvGrpSpPr>
        <p:cNvPr id="1" name=""/>
        <p:cNvGrpSpPr/>
        <p:nvPr/>
      </p:nvGrpSpPr>
      <p:grpSpPr>
        <a:xfrm>
          <a:off x="0" y="0"/>
          <a:ext cx="0" cy="0"/>
          <a:chOff x="0" y="0"/>
          <a:chExt cx="0" cy="0"/>
        </a:xfrm>
      </p:grpSpPr>
      <p:sp>
        <p:nvSpPr>
          <p:cNvPr id="2" name="PlaceHolder 1"/>
          <p:cNvSpPr>
            <a:spLocks noGrp="1"/>
          </p:cNvSpPr>
          <p:nvPr>
            <p:ph type="sldNum" idx="20"/>
          </p:nvPr>
        </p:nvSpPr>
        <p:spPr/>
        <p:txBody>
          <a:bodyPr/>
          <a:p>
            <a:fld id="{DEEFCF33-9CF8-4456-AC59-1DA292D90EAA}" type="slidenum">
              <a:t>&lt;#&gt;</a:t>
            </a:fld>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rom To">
    <p:spTree>
      <p:nvGrpSpPr>
        <p:cNvPr id="1" name=""/>
        <p:cNvGrpSpPr/>
        <p:nvPr/>
      </p:nvGrpSpPr>
      <p:grpSpPr>
        <a:xfrm>
          <a:off x="0" y="0"/>
          <a:ext cx="0" cy="0"/>
          <a:chOff x="0" y="0"/>
          <a:chExt cx="0" cy="0"/>
        </a:xfrm>
      </p:grpSpPr>
      <p:sp>
        <p:nvSpPr>
          <p:cNvPr id="2" name="PlaceHolder 1"/>
          <p:cNvSpPr>
            <a:spLocks noGrp="1"/>
          </p:cNvSpPr>
          <p:nvPr>
            <p:ph type="sldNum" idx="21"/>
          </p:nvPr>
        </p:nvSpPr>
        <p:spPr/>
        <p:txBody>
          <a:bodyPr/>
          <a:p>
            <a:fld id="{B7BECB38-975E-4432-A081-02C71559F2C1}" type="slidenum">
              <a:t>&lt;#&gt;</a:t>
            </a:fld>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genda">
    <p:spTree>
      <p:nvGrpSpPr>
        <p:cNvPr id="1" name=""/>
        <p:cNvGrpSpPr/>
        <p:nvPr/>
      </p:nvGrpSpPr>
      <p:grpSpPr>
        <a:xfrm>
          <a:off x="0" y="0"/>
          <a:ext cx="0" cy="0"/>
          <a:chOff x="0" y="0"/>
          <a:chExt cx="0" cy="0"/>
        </a:xfrm>
      </p:grpSpPr>
      <p:sp>
        <p:nvSpPr>
          <p:cNvPr id="2" name="PlaceHolder 1"/>
          <p:cNvSpPr>
            <a:spLocks noGrp="1"/>
          </p:cNvSpPr>
          <p:nvPr>
            <p:ph type="sldNum" idx="22"/>
          </p:nvPr>
        </p:nvSpPr>
        <p:spPr/>
        <p:txBody>
          <a:bodyPr/>
          <a:p>
            <a:fld id="{EB4D41E7-85F7-479A-B7EB-F346BB856C41}" type="slidenum">
              <a:t>&lt;#&gt;</a:t>
            </a:fld>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rom To w/Image">
    <p:spTree>
      <p:nvGrpSpPr>
        <p:cNvPr id="1" name=""/>
        <p:cNvGrpSpPr/>
        <p:nvPr/>
      </p:nvGrpSpPr>
      <p:grpSpPr>
        <a:xfrm>
          <a:off x="0" y="0"/>
          <a:ext cx="0" cy="0"/>
          <a:chOff x="0" y="0"/>
          <a:chExt cx="0" cy="0"/>
        </a:xfrm>
      </p:grpSpPr>
      <p:sp>
        <p:nvSpPr>
          <p:cNvPr id="2" name="PlaceHolder 1"/>
          <p:cNvSpPr>
            <a:spLocks noGrp="1"/>
          </p:cNvSpPr>
          <p:nvPr>
            <p:ph type="sldNum" idx="23"/>
          </p:nvPr>
        </p:nvSpPr>
        <p:spPr/>
        <p:txBody>
          <a:bodyPr/>
          <a:p>
            <a:fld id="{41BDD288-0211-4684-8531-4016FB07CE47}" type="slidenum">
              <a:t>&lt;#&gt;</a:t>
            </a:fld>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3 Image w/Description">
    <p:spTree>
      <p:nvGrpSpPr>
        <p:cNvPr id="1" name=""/>
        <p:cNvGrpSpPr/>
        <p:nvPr/>
      </p:nvGrpSpPr>
      <p:grpSpPr>
        <a:xfrm>
          <a:off x="0" y="0"/>
          <a:ext cx="0" cy="0"/>
          <a:chOff x="0" y="0"/>
          <a:chExt cx="0" cy="0"/>
        </a:xfrm>
      </p:grpSpPr>
      <p:sp>
        <p:nvSpPr>
          <p:cNvPr id="2" name="PlaceHolder 1"/>
          <p:cNvSpPr>
            <a:spLocks noGrp="1"/>
          </p:cNvSpPr>
          <p:nvPr>
            <p:ph type="sldNum" idx="24"/>
          </p:nvPr>
        </p:nvSpPr>
        <p:spPr/>
        <p:txBody>
          <a:bodyPr/>
          <a:p>
            <a:fld id="{87B8AF2E-D4E6-404C-81FB-FEB13E4B44BD}" type="slidenum">
              <a:t>&lt;#&gt;</a:t>
            </a:fld>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hree Column_image">
    <p:spTree>
      <p:nvGrpSpPr>
        <p:cNvPr id="1" name=""/>
        <p:cNvGrpSpPr/>
        <p:nvPr/>
      </p:nvGrpSpPr>
      <p:grpSpPr>
        <a:xfrm>
          <a:off x="0" y="0"/>
          <a:ext cx="0" cy="0"/>
          <a:chOff x="0" y="0"/>
          <a:chExt cx="0" cy="0"/>
        </a:xfrm>
      </p:grpSpPr>
      <p:sp>
        <p:nvSpPr>
          <p:cNvPr id="2" name="PlaceHolder 1"/>
          <p:cNvSpPr>
            <a:spLocks noGrp="1"/>
          </p:cNvSpPr>
          <p:nvPr>
            <p:ph type="sldNum" idx="25"/>
          </p:nvPr>
        </p:nvSpPr>
        <p:spPr/>
        <p:txBody>
          <a:bodyPr/>
          <a:p>
            <a:fld id="{D3B979C6-F941-46BA-AB72-9D4FB21DC1CD}" type="slidenum">
              <a:t>&lt;#&gt;</a:t>
            </a:fld>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ontage Slide">
    <p:spTree>
      <p:nvGrpSpPr>
        <p:cNvPr id="1" name=""/>
        <p:cNvGrpSpPr/>
        <p:nvPr/>
      </p:nvGrpSpPr>
      <p:grpSpPr>
        <a:xfrm>
          <a:off x="0" y="0"/>
          <a:ext cx="0" cy="0"/>
          <a:chOff x="0" y="0"/>
          <a:chExt cx="0" cy="0"/>
        </a:xfrm>
      </p:grpSpPr>
      <p:sp>
        <p:nvSpPr>
          <p:cNvPr id="2" name="PlaceHolder 1"/>
          <p:cNvSpPr>
            <a:spLocks noGrp="1"/>
          </p:cNvSpPr>
          <p:nvPr>
            <p:ph type="sldNum" idx="26"/>
          </p:nvPr>
        </p:nvSpPr>
        <p:spPr/>
        <p:txBody>
          <a:bodyPr/>
          <a:p>
            <a:fld id="{72248D34-415D-4C6B-B4D2-902C16917BB1}" type="slidenum">
              <a:t>&lt;#&gt;</a:t>
            </a:fld>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3 column Image+data callout">
    <p:spTree>
      <p:nvGrpSpPr>
        <p:cNvPr id="1" name=""/>
        <p:cNvGrpSpPr/>
        <p:nvPr/>
      </p:nvGrpSpPr>
      <p:grpSpPr>
        <a:xfrm>
          <a:off x="0" y="0"/>
          <a:ext cx="0" cy="0"/>
          <a:chOff x="0" y="0"/>
          <a:chExt cx="0" cy="0"/>
        </a:xfrm>
      </p:grpSpPr>
      <p:sp>
        <p:nvSpPr>
          <p:cNvPr id="2" name="PlaceHolder 1"/>
          <p:cNvSpPr>
            <a:spLocks noGrp="1"/>
          </p:cNvSpPr>
          <p:nvPr>
            <p:ph type="sldNum" idx="27"/>
          </p:nvPr>
        </p:nvSpPr>
        <p:spPr/>
        <p:txBody>
          <a:bodyPr/>
          <a:p>
            <a:fld id="{E55675B2-736E-4B55-A911-6B2C61EBFF10}" type="slidenum">
              <a:t>&lt;#&gt;</a:t>
            </a:fld>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Quote">
    <p:spTree>
      <p:nvGrpSpPr>
        <p:cNvPr id="1" name=""/>
        <p:cNvGrpSpPr/>
        <p:nvPr/>
      </p:nvGrpSpPr>
      <p:grpSpPr>
        <a:xfrm>
          <a:off x="0" y="0"/>
          <a:ext cx="0" cy="0"/>
          <a:chOff x="0" y="0"/>
          <a:chExt cx="0" cy="0"/>
        </a:xfrm>
      </p:grpSpPr>
      <p:sp>
        <p:nvSpPr>
          <p:cNvPr id="2" name="PlaceHolder 1"/>
          <p:cNvSpPr>
            <a:spLocks noGrp="1"/>
          </p:cNvSpPr>
          <p:nvPr>
            <p:ph type="sldNum" idx="28"/>
          </p:nvPr>
        </p:nvSpPr>
        <p:spPr/>
        <p:txBody>
          <a:bodyPr/>
          <a:p>
            <a:fld id="{7974F63E-FF7C-4187-95C1-18C67B1A0CDE}" type="slidenum">
              <a:t>&lt;#&gt;</a:t>
            </a:fld>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plit Image+Quote">
    <p:spTree>
      <p:nvGrpSpPr>
        <p:cNvPr id="1" name=""/>
        <p:cNvGrpSpPr/>
        <p:nvPr/>
      </p:nvGrpSpPr>
      <p:grpSpPr>
        <a:xfrm>
          <a:off x="0" y="0"/>
          <a:ext cx="0" cy="0"/>
          <a:chOff x="0" y="0"/>
          <a:chExt cx="0" cy="0"/>
        </a:xfrm>
      </p:grpSpPr>
      <p:sp>
        <p:nvSpPr>
          <p:cNvPr id="2" name="PlaceHolder 1"/>
          <p:cNvSpPr>
            <a:spLocks noGrp="1"/>
          </p:cNvSpPr>
          <p:nvPr>
            <p:ph type="sldNum" idx="29"/>
          </p:nvPr>
        </p:nvSpPr>
        <p:spPr/>
        <p:txBody>
          <a:bodyPr/>
          <a:p>
            <a:fld id="{44288D4F-A4BB-4DC6-A6A7-105C1BE56713}" type="slidenum">
              <a:t>&lt;#&gt;</a:t>
            </a:fld>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meline">
    <p:spTree>
      <p:nvGrpSpPr>
        <p:cNvPr id="1" name=""/>
        <p:cNvGrpSpPr/>
        <p:nvPr/>
      </p:nvGrpSpPr>
      <p:grpSpPr>
        <a:xfrm>
          <a:off x="0" y="0"/>
          <a:ext cx="0" cy="0"/>
          <a:chOff x="0" y="0"/>
          <a:chExt cx="0" cy="0"/>
        </a:xfrm>
      </p:grpSpPr>
      <p:sp>
        <p:nvSpPr>
          <p:cNvPr id="2" name="PlaceHolder 1"/>
          <p:cNvSpPr>
            <a:spLocks noGrp="1"/>
          </p:cNvSpPr>
          <p:nvPr>
            <p:ph type="sldNum" idx="30"/>
          </p:nvPr>
        </p:nvSpPr>
        <p:spPr/>
        <p:txBody>
          <a:bodyPr/>
          <a:p>
            <a:fld id="{3C544DBB-57BB-47B5-BE29-BB23E9FF097F}" type="slidenum">
              <a:t>&lt;#&gt;</a:t>
            </a:fld>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Growth Dashboard">
    <p:spTree>
      <p:nvGrpSpPr>
        <p:cNvPr id="1" name=""/>
        <p:cNvGrpSpPr/>
        <p:nvPr/>
      </p:nvGrpSpPr>
      <p:grpSpPr>
        <a:xfrm>
          <a:off x="0" y="0"/>
          <a:ext cx="0" cy="0"/>
          <a:chOff x="0" y="0"/>
          <a:chExt cx="0" cy="0"/>
        </a:xfrm>
      </p:grpSpPr>
      <p:sp>
        <p:nvSpPr>
          <p:cNvPr id="2" name="PlaceHolder 1"/>
          <p:cNvSpPr>
            <a:spLocks noGrp="1"/>
          </p:cNvSpPr>
          <p:nvPr>
            <p:ph type="sldNum" idx="31"/>
          </p:nvPr>
        </p:nvSpPr>
        <p:spPr/>
        <p:txBody>
          <a:bodyPr/>
          <a:p>
            <a:fld id="{8A3C9B47-B5C9-4E67-9D37-C68EE844957C}" type="slidenum">
              <a:t>&lt;#&gt;</a:t>
            </a:fld>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Headline Blank Slide">
    <p:spTree>
      <p:nvGrpSpPr>
        <p:cNvPr id="1" name=""/>
        <p:cNvGrpSpPr/>
        <p:nvPr/>
      </p:nvGrpSpPr>
      <p:grpSpPr>
        <a:xfrm>
          <a:off x="0" y="0"/>
          <a:ext cx="0" cy="0"/>
          <a:chOff x="0" y="0"/>
          <a:chExt cx="0" cy="0"/>
        </a:xfrm>
      </p:grpSpPr>
      <p:sp>
        <p:nvSpPr>
          <p:cNvPr id="2" name="PlaceHolder 1"/>
          <p:cNvSpPr>
            <a:spLocks noGrp="1"/>
          </p:cNvSpPr>
          <p:nvPr>
            <p:ph type="sldNum" idx="32"/>
          </p:nvPr>
        </p:nvSpPr>
        <p:spPr/>
        <p:txBody>
          <a:bodyPr/>
          <a:p>
            <a:fld id="{3164012E-72B6-474E-B2C7-DCB7E3004CD6}" type="slidenum">
              <a:t>&lt;#&gt;</a:t>
            </a:fld>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genda-2">
    <p:spTree>
      <p:nvGrpSpPr>
        <p:cNvPr id="1" name=""/>
        <p:cNvGrpSpPr/>
        <p:nvPr/>
      </p:nvGrpSpPr>
      <p:grpSpPr>
        <a:xfrm>
          <a:off x="0" y="0"/>
          <a:ext cx="0" cy="0"/>
          <a:chOff x="0" y="0"/>
          <a:chExt cx="0" cy="0"/>
        </a:xfrm>
      </p:grpSpPr>
      <p:sp>
        <p:nvSpPr>
          <p:cNvPr id="2" name="PlaceHolder 1"/>
          <p:cNvSpPr>
            <a:spLocks noGrp="1"/>
          </p:cNvSpPr>
          <p:nvPr>
            <p:ph type="sldNum" idx="33"/>
          </p:nvPr>
        </p:nvSpPr>
        <p:spPr/>
        <p:txBody>
          <a:bodyPr/>
          <a:p>
            <a:fld id="{EB5FEE53-D1D2-4F05-9417-1CF40E9806D1}" type="slidenum">
              <a:t>&lt;#&gt;</a:t>
            </a:fld>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Split Large Statement+Chart">
    <p:spTree>
      <p:nvGrpSpPr>
        <p:cNvPr id="1" name=""/>
        <p:cNvGrpSpPr/>
        <p:nvPr/>
      </p:nvGrpSpPr>
      <p:grpSpPr>
        <a:xfrm>
          <a:off x="0" y="0"/>
          <a:ext cx="0" cy="0"/>
          <a:chOff x="0" y="0"/>
          <a:chExt cx="0" cy="0"/>
        </a:xfrm>
      </p:grpSpPr>
      <p:sp>
        <p:nvSpPr>
          <p:cNvPr id="2" name="PlaceHolder 1"/>
          <p:cNvSpPr>
            <a:spLocks noGrp="1"/>
          </p:cNvSpPr>
          <p:nvPr>
            <p:ph type="sldNum" idx="34"/>
          </p:nvPr>
        </p:nvSpPr>
        <p:spPr/>
        <p:txBody>
          <a:bodyPr/>
          <a:p>
            <a:fld id="{02B2A6CA-5246-4CC3-B777-75EDA6499ABA}" type="slidenum">
              <a:t>&lt;#&gt;</a:t>
            </a:fld>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Header_Lower Grey">
    <p:spTree>
      <p:nvGrpSpPr>
        <p:cNvPr id="1" name=""/>
        <p:cNvGrpSpPr/>
        <p:nvPr/>
      </p:nvGrpSpPr>
      <p:grpSpPr>
        <a:xfrm>
          <a:off x="0" y="0"/>
          <a:ext cx="0" cy="0"/>
          <a:chOff x="0" y="0"/>
          <a:chExt cx="0" cy="0"/>
        </a:xfrm>
      </p:grpSpPr>
      <p:sp>
        <p:nvSpPr>
          <p:cNvPr id="2" name="PlaceHolder 1"/>
          <p:cNvSpPr>
            <a:spLocks noGrp="1"/>
          </p:cNvSpPr>
          <p:nvPr>
            <p:ph type="sldNum" idx="35"/>
          </p:nvPr>
        </p:nvSpPr>
        <p:spPr/>
        <p:txBody>
          <a:bodyPr/>
          <a:p>
            <a:fld id="{ECC4AB8D-E000-494E-8F16-51F8C6A273E5}" type="slidenum">
              <a:t>&lt;#&gt;</a:t>
            </a:fld>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Header_Lower Grey">
    <p:spTree>
      <p:nvGrpSpPr>
        <p:cNvPr id="1" name=""/>
        <p:cNvGrpSpPr/>
        <p:nvPr/>
      </p:nvGrpSpPr>
      <p:grpSpPr>
        <a:xfrm>
          <a:off x="0" y="0"/>
          <a:ext cx="0" cy="0"/>
          <a:chOff x="0" y="0"/>
          <a:chExt cx="0" cy="0"/>
        </a:xfrm>
      </p:grpSpPr>
      <p:sp>
        <p:nvSpPr>
          <p:cNvPr id="2" name="PlaceHolder 1"/>
          <p:cNvSpPr>
            <a:spLocks noGrp="1"/>
          </p:cNvSpPr>
          <p:nvPr>
            <p:ph type="sldNum" idx="36"/>
          </p:nvPr>
        </p:nvSpPr>
        <p:spPr/>
        <p:txBody>
          <a:bodyPr/>
          <a:p>
            <a:fld id="{1B6AD819-3771-49DC-9C3E-3D1FA33D140D}" type="slidenum">
              <a:t>&lt;#&gt;</a:t>
            </a:fld>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4 box">
    <p:spTree>
      <p:nvGrpSpPr>
        <p:cNvPr id="1" name=""/>
        <p:cNvGrpSpPr/>
        <p:nvPr/>
      </p:nvGrpSpPr>
      <p:grpSpPr>
        <a:xfrm>
          <a:off x="0" y="0"/>
          <a:ext cx="0" cy="0"/>
          <a:chOff x="0" y="0"/>
          <a:chExt cx="0" cy="0"/>
        </a:xfrm>
      </p:grpSpPr>
      <p:sp>
        <p:nvSpPr>
          <p:cNvPr id="2" name="PlaceHolder 1"/>
          <p:cNvSpPr>
            <a:spLocks noGrp="1"/>
          </p:cNvSpPr>
          <p:nvPr>
            <p:ph type="sldNum" idx="37"/>
          </p:nvPr>
        </p:nvSpPr>
        <p:spPr/>
        <p:txBody>
          <a:bodyPr/>
          <a:p>
            <a:fld id="{74407971-16C4-4720-8B23-EC94572D6CC6}" type="slidenum">
              <a:t>&lt;#&gt;</a:t>
            </a:fld>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6 box">
    <p:spTree>
      <p:nvGrpSpPr>
        <p:cNvPr id="1" name=""/>
        <p:cNvGrpSpPr/>
        <p:nvPr/>
      </p:nvGrpSpPr>
      <p:grpSpPr>
        <a:xfrm>
          <a:off x="0" y="0"/>
          <a:ext cx="0" cy="0"/>
          <a:chOff x="0" y="0"/>
          <a:chExt cx="0" cy="0"/>
        </a:xfrm>
      </p:grpSpPr>
      <p:sp>
        <p:nvSpPr>
          <p:cNvPr id="2" name="PlaceHolder 1"/>
          <p:cNvSpPr>
            <a:spLocks noGrp="1"/>
          </p:cNvSpPr>
          <p:nvPr>
            <p:ph type="sldNum" idx="38"/>
          </p:nvPr>
        </p:nvSpPr>
        <p:spPr/>
        <p:txBody>
          <a:bodyPr/>
          <a:p>
            <a:fld id="{14D893EF-9AD0-4331-8B57-ECE78B79CC9A}" type="slidenum">
              <a:t>&lt;#&gt;</a:t>
            </a:fld>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5 box">
    <p:spTree>
      <p:nvGrpSpPr>
        <p:cNvPr id="1" name=""/>
        <p:cNvGrpSpPr/>
        <p:nvPr/>
      </p:nvGrpSpPr>
      <p:grpSpPr>
        <a:xfrm>
          <a:off x="0" y="0"/>
          <a:ext cx="0" cy="0"/>
          <a:chOff x="0" y="0"/>
          <a:chExt cx="0" cy="0"/>
        </a:xfrm>
      </p:grpSpPr>
      <p:sp>
        <p:nvSpPr>
          <p:cNvPr id="2" name="PlaceHolder 1"/>
          <p:cNvSpPr>
            <a:spLocks noGrp="1"/>
          </p:cNvSpPr>
          <p:nvPr>
            <p:ph type="ftr" idx="39"/>
          </p:nvPr>
        </p:nvSpPr>
        <p:spPr/>
        <p:txBody>
          <a:bodyPr/>
          <a:p>
            <a:r>
              <a:t>Footer</a:t>
            </a:r>
          </a:p>
        </p:txBody>
      </p:sp>
      <p:sp>
        <p:nvSpPr>
          <p:cNvPr id="3" name="PlaceHolder 2"/>
          <p:cNvSpPr>
            <a:spLocks noGrp="1"/>
          </p:cNvSpPr>
          <p:nvPr>
            <p:ph type="sldNum" idx="40"/>
          </p:nvPr>
        </p:nvSpPr>
        <p:spPr/>
        <p:txBody>
          <a:bodyPr/>
          <a:p>
            <a:fld id="{6AC6A139-6532-4DCF-BD08-CC75FCB9CA35}" type="slidenum">
              <a:t>&lt;#&gt;</a:t>
            </a:fld>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5 box">
    <p:spTree>
      <p:nvGrpSpPr>
        <p:cNvPr id="1" name=""/>
        <p:cNvGrpSpPr/>
        <p:nvPr/>
      </p:nvGrpSpPr>
      <p:grpSpPr>
        <a:xfrm>
          <a:off x="0" y="0"/>
          <a:ext cx="0" cy="0"/>
          <a:chOff x="0" y="0"/>
          <a:chExt cx="0" cy="0"/>
        </a:xfrm>
      </p:grpSpPr>
      <p:sp>
        <p:nvSpPr>
          <p:cNvPr id="2" name="PlaceHolder 1"/>
          <p:cNvSpPr>
            <a:spLocks noGrp="1"/>
          </p:cNvSpPr>
          <p:nvPr>
            <p:ph type="sldNum" idx="41"/>
          </p:nvPr>
        </p:nvSpPr>
        <p:spPr/>
        <p:txBody>
          <a:bodyPr/>
          <a:p>
            <a:fld id="{686060A4-F6EE-4DCF-92FF-5D271092D1A4}" type="slidenum">
              <a:t>&lt;#&gt;</a:t>
            </a:fld>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2/3 white">
    <p:spTree>
      <p:nvGrpSpPr>
        <p:cNvPr id="1" name=""/>
        <p:cNvGrpSpPr/>
        <p:nvPr/>
      </p:nvGrpSpPr>
      <p:grpSpPr>
        <a:xfrm>
          <a:off x="0" y="0"/>
          <a:ext cx="0" cy="0"/>
          <a:chOff x="0" y="0"/>
          <a:chExt cx="0" cy="0"/>
        </a:xfrm>
      </p:grpSpPr>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3 white">
    <p:spTree>
      <p:nvGrpSpPr>
        <p:cNvPr id="1" name=""/>
        <p:cNvGrpSpPr/>
        <p:nvPr/>
      </p:nvGrpSpPr>
      <p:grpSpPr>
        <a:xfrm>
          <a:off x="0" y="0"/>
          <a:ext cx="0" cy="0"/>
          <a:chOff x="0" y="0"/>
          <a:chExt cx="0" cy="0"/>
        </a:xfrm>
      </p:grpSpPr>
      <p:sp>
        <p:nvSpPr>
          <p:cNvPr id="2" name="PlaceHolder 1"/>
          <p:cNvSpPr>
            <a:spLocks noGrp="1"/>
          </p:cNvSpPr>
          <p:nvPr>
            <p:ph type="sldNum" idx="42"/>
          </p:nvPr>
        </p:nvSpPr>
        <p:spPr/>
        <p:txBody>
          <a:bodyPr/>
          <a:p>
            <a:fld id="{A1167F63-8BBE-48E3-A3AA-7DC8BF8143B0}" type="slidenum">
              <a:t>&lt;#&gt;</a:t>
            </a:fld>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3 Gray Left Data Callout">
    <p:spTree>
      <p:nvGrpSpPr>
        <p:cNvPr id="1" name=""/>
        <p:cNvGrpSpPr/>
        <p:nvPr/>
      </p:nvGrpSpPr>
      <p:grpSpPr>
        <a:xfrm>
          <a:off x="0" y="0"/>
          <a:ext cx="0" cy="0"/>
          <a:chOff x="0" y="0"/>
          <a:chExt cx="0" cy="0"/>
        </a:xfrm>
      </p:grpSpPr>
      <p:sp>
        <p:nvSpPr>
          <p:cNvPr id="2" name="PlaceHolder 1"/>
          <p:cNvSpPr>
            <a:spLocks noGrp="1"/>
          </p:cNvSpPr>
          <p:nvPr>
            <p:ph type="sldNum" idx="43"/>
          </p:nvPr>
        </p:nvSpPr>
        <p:spPr/>
        <p:txBody>
          <a:bodyPr/>
          <a:p>
            <a:fld id="{96E69922-0A61-4353-8A20-9902BB63858E}" type="slidenum">
              <a:t>&lt;#&gt;</a:t>
            </a:fld>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Executive Summary">
    <p:spTree>
      <p:nvGrpSpPr>
        <p:cNvPr id="1" name=""/>
        <p:cNvGrpSpPr/>
        <p:nvPr/>
      </p:nvGrpSpPr>
      <p:grpSpPr>
        <a:xfrm>
          <a:off x="0" y="0"/>
          <a:ext cx="0" cy="0"/>
          <a:chOff x="0" y="0"/>
          <a:chExt cx="0" cy="0"/>
        </a:xfrm>
      </p:grpSpPr>
      <p:sp>
        <p:nvSpPr>
          <p:cNvPr id="2" name="PlaceHolder 1"/>
          <p:cNvSpPr>
            <a:spLocks noGrp="1"/>
          </p:cNvSpPr>
          <p:nvPr>
            <p:ph type="sldNum" idx="44"/>
          </p:nvPr>
        </p:nvSpPr>
        <p:spPr/>
        <p:txBody>
          <a:bodyPr/>
          <a:p>
            <a:fld id="{CCB8CA25-2F17-42B1-872B-916E73D743E2}" type="slidenum">
              <a:t>&lt;#&gt;</a:t>
            </a:fld>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inancials">
    <p:spTree>
      <p:nvGrpSpPr>
        <p:cNvPr id="1" name=""/>
        <p:cNvGrpSpPr/>
        <p:nvPr/>
      </p:nvGrpSpPr>
      <p:grpSpPr>
        <a:xfrm>
          <a:off x="0" y="0"/>
          <a:ext cx="0" cy="0"/>
          <a:chOff x="0" y="0"/>
          <a:chExt cx="0" cy="0"/>
        </a:xfrm>
      </p:grpSpPr>
      <p:sp>
        <p:nvSpPr>
          <p:cNvPr id="2" name="PlaceHolder 1"/>
          <p:cNvSpPr>
            <a:spLocks noGrp="1"/>
          </p:cNvSpPr>
          <p:nvPr>
            <p:ph type="sldNum" idx="45"/>
          </p:nvPr>
        </p:nvSpPr>
        <p:spPr/>
        <p:txBody>
          <a:bodyPr/>
          <a:p>
            <a:fld id="{BBC47FFA-272E-4100-9666-BE26C3F9CC48}" type="slidenum">
              <a:t>&lt;#&gt;</a:t>
            </a:fld>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ditable Map + Data Points ">
    <p:spTree>
      <p:nvGrpSpPr>
        <p:cNvPr id="1" name=""/>
        <p:cNvGrpSpPr/>
        <p:nvPr/>
      </p:nvGrpSpPr>
      <p:grpSpPr>
        <a:xfrm>
          <a:off x="0" y="0"/>
          <a:ext cx="0" cy="0"/>
          <a:chOff x="0" y="0"/>
          <a:chExt cx="0" cy="0"/>
        </a:xfrm>
      </p:grpSpPr>
      <p:sp>
        <p:nvSpPr>
          <p:cNvPr id="2" name="PlaceHolder 1"/>
          <p:cNvSpPr>
            <a:spLocks noGrp="1"/>
          </p:cNvSpPr>
          <p:nvPr>
            <p:ph type="sldNum" idx="46"/>
          </p:nvPr>
        </p:nvSpPr>
        <p:spPr/>
        <p:txBody>
          <a:bodyPr/>
          <a:p>
            <a:fld id="{5A4F1DF9-5584-4A56-A754-D71AEAFF992E}" type="slidenum">
              <a:t>&lt;#&gt;</a:t>
            </a:fld>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nd Slide">
    <p:spTree>
      <p:nvGrpSpPr>
        <p:cNvPr id="1" name=""/>
        <p:cNvGrpSpPr/>
        <p:nvPr/>
      </p:nvGrpSpPr>
      <p:grpSpPr>
        <a:xfrm>
          <a:off x="0" y="0"/>
          <a:ext cx="0" cy="0"/>
          <a:chOff x="0" y="0"/>
          <a:chExt cx="0" cy="0"/>
        </a:xfrm>
      </p:grpSpPr>
      <p:sp>
        <p:nvSpPr>
          <p:cNvPr id="2" name="PlaceHolder 1"/>
          <p:cNvSpPr>
            <a:spLocks noGrp="1"/>
          </p:cNvSpPr>
          <p:nvPr>
            <p:ph type="sldNum" idx="47"/>
          </p:nvPr>
        </p:nvSpPr>
        <p:spPr/>
        <p:txBody>
          <a:bodyPr/>
          <a:p>
            <a:fld id="{7E62C7CF-D5D2-438A-8A7D-A06456F96A3A}" type="slidenum">
              <a:t>&lt;#&gt;</a:t>
            </a:fld>
          </a:p>
        </p:txBody>
      </p:sp>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ummary Slide">
    <p:spTree>
      <p:nvGrpSpPr>
        <p:cNvPr id="1" name=""/>
        <p:cNvGrpSpPr/>
        <p:nvPr/>
      </p:nvGrpSpPr>
      <p:grpSpPr>
        <a:xfrm>
          <a:off x="0" y="0"/>
          <a:ext cx="0" cy="0"/>
          <a:chOff x="0" y="0"/>
          <a:chExt cx="0" cy="0"/>
        </a:xfrm>
      </p:grpSpPr>
      <p:sp>
        <p:nvSpPr>
          <p:cNvPr id="2" name="PlaceHolder 1"/>
          <p:cNvSpPr>
            <a:spLocks noGrp="1"/>
          </p:cNvSpPr>
          <p:nvPr>
            <p:ph type="sldNum" idx="48"/>
          </p:nvPr>
        </p:nvSpPr>
        <p:spPr/>
        <p:txBody>
          <a:bodyPr/>
          <a:p>
            <a:fld id="{6296293A-DC55-46D6-B792-1C1021F53974}" type="slidenum">
              <a:t>&lt;#&gt;</a:t>
            </a:fld>
          </a:p>
        </p:txBody>
      </p:sp>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xt_Objectives">
    <p:spTree>
      <p:nvGrpSpPr>
        <p:cNvPr id="1" name=""/>
        <p:cNvGrpSpPr/>
        <p:nvPr/>
      </p:nvGrpSpPr>
      <p:grpSpPr>
        <a:xfrm>
          <a:off x="0" y="0"/>
          <a:ext cx="0" cy="0"/>
          <a:chOff x="0" y="0"/>
          <a:chExt cx="0" cy="0"/>
        </a:xfrm>
      </p:grpSpPr>
      <p:sp>
        <p:nvSpPr>
          <p:cNvPr id="2" name="PlaceHolder 1"/>
          <p:cNvSpPr>
            <a:spLocks noGrp="1"/>
          </p:cNvSpPr>
          <p:nvPr>
            <p:ph type="sldNum" idx="49"/>
          </p:nvPr>
        </p:nvSpPr>
        <p:spPr/>
        <p:txBody>
          <a:bodyPr/>
          <a:p>
            <a:fld id="{DB3C4B22-1930-4E97-91D8-AE11FA6C2F3F}" type="slidenum">
              <a:t>&lt;#&gt;</a:t>
            </a:fld>
          </a:p>
        </p:txBody>
      </p:sp>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ord+">
    <p:spTree>
      <p:nvGrpSpPr>
        <p:cNvPr id="1" name=""/>
        <p:cNvGrpSpPr/>
        <p:nvPr/>
      </p:nvGrpSpPr>
      <p:grpSpPr>
        <a:xfrm>
          <a:off x="0" y="0"/>
          <a:ext cx="0" cy="0"/>
          <a:chOff x="0" y="0"/>
          <a:chExt cx="0" cy="0"/>
        </a:xfrm>
      </p:grpSpPr>
      <p:sp>
        <p:nvSpPr>
          <p:cNvPr id="2" name="PlaceHolder 1"/>
          <p:cNvSpPr>
            <a:spLocks noGrp="1"/>
          </p:cNvSpPr>
          <p:nvPr>
            <p:ph type="sldNum" idx="50"/>
          </p:nvPr>
        </p:nvSpPr>
        <p:spPr/>
        <p:txBody>
          <a:bodyPr/>
          <a:p>
            <a:fld id="{000E91A0-DF27-44B0-9C38-733E12B63361}" type="slidenum">
              <a:t>&lt;#&gt;</a:t>
            </a:fld>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ey Decisions">
    <p:spTree>
      <p:nvGrpSpPr>
        <p:cNvPr id="1" name=""/>
        <p:cNvGrpSpPr/>
        <p:nvPr/>
      </p:nvGrpSpPr>
      <p:grpSpPr>
        <a:xfrm>
          <a:off x="0" y="0"/>
          <a:ext cx="0" cy="0"/>
          <a:chOff x="0" y="0"/>
          <a:chExt cx="0" cy="0"/>
        </a:xfrm>
      </p:grpSpPr>
      <p:sp>
        <p:nvSpPr>
          <p:cNvPr id="2" name="PlaceHolder 1"/>
          <p:cNvSpPr>
            <a:spLocks noGrp="1"/>
          </p:cNvSpPr>
          <p:nvPr>
            <p:ph type="sldNum" idx="51"/>
          </p:nvPr>
        </p:nvSpPr>
        <p:spPr/>
        <p:txBody>
          <a:bodyPr/>
          <a:p>
            <a:fld id="{73CEC7C5-AA8A-466C-A2D7-0E30328266A2}" type="slidenum">
              <a:t>&lt;#&gt;</a:t>
            </a:fld>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nd Slide_">
    <p:spTree>
      <p:nvGrpSpPr>
        <p:cNvPr id="1" name=""/>
        <p:cNvGrpSpPr/>
        <p:nvPr/>
      </p:nvGrpSpPr>
      <p:grpSpPr>
        <a:xfrm>
          <a:off x="0" y="0"/>
          <a:ext cx="0" cy="0"/>
          <a:chOff x="0" y="0"/>
          <a:chExt cx="0" cy="0"/>
        </a:xfrm>
      </p:grpSpPr>
      <p:sp>
        <p:nvSpPr>
          <p:cNvPr id="2" name="PlaceHolder 1"/>
          <p:cNvSpPr>
            <a:spLocks noGrp="1"/>
          </p:cNvSpPr>
          <p:nvPr>
            <p:ph type="sldNum" idx="52"/>
          </p:nvPr>
        </p:nvSpPr>
        <p:spPr/>
        <p:txBody>
          <a:bodyPr/>
          <a:p>
            <a:fld id="{210A9C85-58EB-454A-88E0-CBC4AFEA7F80}" type="slidenum">
              <a:t>&lt;#&gt;</a:t>
            </a:fld>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png"/><Relationship Id="rId5"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13.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15.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16.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17.xml"/>
</Relationships>
</file>

<file path=ppt/slideMasters/_rels/slideMaster18.xml.rels><?xml version="1.0" encoding="UTF-8"?>
<Relationships xmlns="http://schemas.openxmlformats.org/package/2006/relationships"><Relationship Id="rId1" Type="http://schemas.openxmlformats.org/officeDocument/2006/relationships/theme" Target="../theme/theme18.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18.xml"/>
</Relationships>
</file>

<file path=ppt/slideMasters/_rels/slideMaster19.xml.rels><?xml version="1.0" encoding="UTF-8"?>
<Relationships xmlns="http://schemas.openxmlformats.org/package/2006/relationships"><Relationship Id="rId1" Type="http://schemas.openxmlformats.org/officeDocument/2006/relationships/theme" Target="../theme/theme19.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19.xml"/>
</Relationships>
</file>

<file path=ppt/slideMasters/_rels/slideMaster20.xml.rels><?xml version="1.0" encoding="UTF-8"?>
<Relationships xmlns="http://schemas.openxmlformats.org/package/2006/relationships"><Relationship Id="rId1" Type="http://schemas.openxmlformats.org/officeDocument/2006/relationships/theme" Target="../theme/theme20.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20.xml"/>
</Relationships>
</file>

<file path=ppt/slideMasters/_rels/slideMaster21.xml.rels><?xml version="1.0" encoding="UTF-8"?>
<Relationships xmlns="http://schemas.openxmlformats.org/package/2006/relationships"><Relationship Id="rId1" Type="http://schemas.openxmlformats.org/officeDocument/2006/relationships/theme" Target="../theme/theme2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21.xml"/>
</Relationships>
</file>

<file path=ppt/slideMasters/_rels/slideMaster22.xml.rels><?xml version="1.0" encoding="UTF-8"?>
<Relationships xmlns="http://schemas.openxmlformats.org/package/2006/relationships"><Relationship Id="rId1" Type="http://schemas.openxmlformats.org/officeDocument/2006/relationships/theme" Target="../theme/theme22.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22.xml"/>
</Relationships>
</file>

<file path=ppt/slideMasters/_rels/slideMaster23.xml.rels><?xml version="1.0" encoding="UTF-8"?>
<Relationships xmlns="http://schemas.openxmlformats.org/package/2006/relationships"><Relationship Id="rId1" Type="http://schemas.openxmlformats.org/officeDocument/2006/relationships/theme" Target="../theme/theme2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23.xml"/>
</Relationships>
</file>

<file path=ppt/slideMasters/_rels/slideMaster24.xml.rels><?xml version="1.0" encoding="UTF-8"?>
<Relationships xmlns="http://schemas.openxmlformats.org/package/2006/relationships"><Relationship Id="rId1" Type="http://schemas.openxmlformats.org/officeDocument/2006/relationships/theme" Target="../theme/theme24.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24.xml"/>
</Relationships>
</file>

<file path=ppt/slideMasters/_rels/slideMaster25.xml.rels><?xml version="1.0" encoding="UTF-8"?>
<Relationships xmlns="http://schemas.openxmlformats.org/package/2006/relationships"><Relationship Id="rId1" Type="http://schemas.openxmlformats.org/officeDocument/2006/relationships/theme" Target="../theme/theme25.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25.xml"/>
</Relationships>
</file>

<file path=ppt/slideMasters/_rels/slideMaster26.xml.rels><?xml version="1.0" encoding="UTF-8"?>
<Relationships xmlns="http://schemas.openxmlformats.org/package/2006/relationships"><Relationship Id="rId1" Type="http://schemas.openxmlformats.org/officeDocument/2006/relationships/theme" Target="../theme/theme26.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26.xml"/>
</Relationships>
</file>

<file path=ppt/slideMasters/_rels/slideMaster27.xml.rels><?xml version="1.0" encoding="UTF-8"?>
<Relationships xmlns="http://schemas.openxmlformats.org/package/2006/relationships"><Relationship Id="rId1" Type="http://schemas.openxmlformats.org/officeDocument/2006/relationships/theme" Target="../theme/theme2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27.xml"/>
</Relationships>
</file>

<file path=ppt/slideMasters/_rels/slideMaster28.xml.rels><?xml version="1.0" encoding="UTF-8"?>
<Relationships xmlns="http://schemas.openxmlformats.org/package/2006/relationships"><Relationship Id="rId1" Type="http://schemas.openxmlformats.org/officeDocument/2006/relationships/theme" Target="../theme/theme28.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28.xml"/>
</Relationships>
</file>

<file path=ppt/slideMasters/_rels/slideMaster29.xml.rels><?xml version="1.0" encoding="UTF-8"?>
<Relationships xmlns="http://schemas.openxmlformats.org/package/2006/relationships"><Relationship Id="rId1" Type="http://schemas.openxmlformats.org/officeDocument/2006/relationships/theme" Target="../theme/theme29.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29.xml"/>
</Relationships>
</file>

<file path=ppt/slideMasters/_rels/slideMaster30.xml.rels><?xml version="1.0" encoding="UTF-8"?>
<Relationships xmlns="http://schemas.openxmlformats.org/package/2006/relationships"><Relationship Id="rId1" Type="http://schemas.openxmlformats.org/officeDocument/2006/relationships/theme" Target="../theme/theme30.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0.xml"/>
</Relationships>
</file>

<file path=ppt/slideMasters/_rels/slideMaster31.xml.rels><?xml version="1.0" encoding="UTF-8"?>
<Relationships xmlns="http://schemas.openxmlformats.org/package/2006/relationships"><Relationship Id="rId1" Type="http://schemas.openxmlformats.org/officeDocument/2006/relationships/theme" Target="../theme/theme3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31.xml"/>
</Relationships>
</file>

<file path=ppt/slideMasters/_rels/slideMaster32.xml.rels><?xml version="1.0" encoding="UTF-8"?>
<Relationships xmlns="http://schemas.openxmlformats.org/package/2006/relationships"><Relationship Id="rId1" Type="http://schemas.openxmlformats.org/officeDocument/2006/relationships/theme" Target="../theme/theme32.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2.xml"/>
</Relationships>
</file>

<file path=ppt/slideMasters/_rels/slideMaster33.xml.rels><?xml version="1.0" encoding="UTF-8"?>
<Relationships xmlns="http://schemas.openxmlformats.org/package/2006/relationships"><Relationship Id="rId1" Type="http://schemas.openxmlformats.org/officeDocument/2006/relationships/theme" Target="../theme/theme3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3.xml"/>
</Relationships>
</file>

<file path=ppt/slideMasters/_rels/slideMaster34.xml.rels><?xml version="1.0" encoding="UTF-8"?>
<Relationships xmlns="http://schemas.openxmlformats.org/package/2006/relationships"><Relationship Id="rId1" Type="http://schemas.openxmlformats.org/officeDocument/2006/relationships/theme" Target="../theme/theme34.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4.xml"/>
</Relationships>
</file>

<file path=ppt/slideMasters/_rels/slideMaster35.xml.rels><?xml version="1.0" encoding="UTF-8"?>
<Relationships xmlns="http://schemas.openxmlformats.org/package/2006/relationships"><Relationship Id="rId1" Type="http://schemas.openxmlformats.org/officeDocument/2006/relationships/theme" Target="../theme/theme35.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5.xml"/>
</Relationships>
</file>

<file path=ppt/slideMasters/_rels/slideMaster36.xml.rels><?xml version="1.0" encoding="UTF-8"?>
<Relationships xmlns="http://schemas.openxmlformats.org/package/2006/relationships"><Relationship Id="rId1" Type="http://schemas.openxmlformats.org/officeDocument/2006/relationships/theme" Target="../theme/theme36.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6.xml"/>
</Relationships>
</file>

<file path=ppt/slideMasters/_rels/slideMaster37.xml.rels><?xml version="1.0" encoding="UTF-8"?>
<Relationships xmlns="http://schemas.openxmlformats.org/package/2006/relationships"><Relationship Id="rId1" Type="http://schemas.openxmlformats.org/officeDocument/2006/relationships/theme" Target="../theme/theme3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7.xml"/>
</Relationships>
</file>

<file path=ppt/slideMasters/_rels/slideMaster38.xml.rels><?xml version="1.0" encoding="UTF-8"?>
<Relationships xmlns="http://schemas.openxmlformats.org/package/2006/relationships"><Relationship Id="rId1" Type="http://schemas.openxmlformats.org/officeDocument/2006/relationships/theme" Target="../theme/theme38.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8.xml"/>
</Relationships>
</file>

<file path=ppt/slideMasters/_rels/slideMaster39.xml.rels><?xml version="1.0" encoding="UTF-8"?>
<Relationships xmlns="http://schemas.openxmlformats.org/package/2006/relationships"><Relationship Id="rId1" Type="http://schemas.openxmlformats.org/officeDocument/2006/relationships/theme" Target="../theme/theme39.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39.xml"/>
</Relationships>
</file>

<file path=ppt/slideMasters/_rels/slideMaster40.xml.rels><?xml version="1.0" encoding="UTF-8"?>
<Relationships xmlns="http://schemas.openxmlformats.org/package/2006/relationships"><Relationship Id="rId1" Type="http://schemas.openxmlformats.org/officeDocument/2006/relationships/theme" Target="../theme/theme40.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40.xml"/>
</Relationships>
</file>

<file path=ppt/slideMasters/_rels/slideMaster41.xml.rels><?xml version="1.0" encoding="UTF-8"?>
<Relationships xmlns="http://schemas.openxmlformats.org/package/2006/relationships"><Relationship Id="rId1" Type="http://schemas.openxmlformats.org/officeDocument/2006/relationships/theme" Target="../theme/theme4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41.xml"/>
</Relationships>
</file>

<file path=ppt/slideMasters/_rels/slideMaster42.xml.rels><?xml version="1.0" encoding="UTF-8"?>
<Relationships xmlns="http://schemas.openxmlformats.org/package/2006/relationships"><Relationship Id="rId1" Type="http://schemas.openxmlformats.org/officeDocument/2006/relationships/theme" Target="../theme/theme42.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42.xml"/>
</Relationships>
</file>

<file path=ppt/slideMasters/_rels/slideMaster43.xml.rels><?xml version="1.0" encoding="UTF-8"?>
<Relationships xmlns="http://schemas.openxmlformats.org/package/2006/relationships"><Relationship Id="rId1" Type="http://schemas.openxmlformats.org/officeDocument/2006/relationships/theme" Target="../theme/theme4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43.xml"/>
</Relationships>
</file>

<file path=ppt/slideMasters/_rels/slideMaster44.xml.rels><?xml version="1.0" encoding="UTF-8"?>
<Relationships xmlns="http://schemas.openxmlformats.org/package/2006/relationships"><Relationship Id="rId1" Type="http://schemas.openxmlformats.org/officeDocument/2006/relationships/theme" Target="../theme/theme44.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44.xml"/>
</Relationships>
</file>

<file path=ppt/slideMasters/_rels/slideMaster45.xml.rels><?xml version="1.0" encoding="UTF-8"?>
<Relationships xmlns="http://schemas.openxmlformats.org/package/2006/relationships"><Relationship Id="rId1" Type="http://schemas.openxmlformats.org/officeDocument/2006/relationships/theme" Target="../theme/theme45.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45.xml"/>
</Relationships>
</file>

<file path=ppt/slideMasters/_rels/slideMaster46.xml.rels><?xml version="1.0" encoding="UTF-8"?>
<Relationships xmlns="http://schemas.openxmlformats.org/package/2006/relationships"><Relationship Id="rId1" Type="http://schemas.openxmlformats.org/officeDocument/2006/relationships/theme" Target="../theme/theme46.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46.xml"/>
</Relationships>
</file>

<file path=ppt/slideMasters/_rels/slideMaster47.xml.rels><?xml version="1.0" encoding="UTF-8"?>
<Relationships xmlns="http://schemas.openxmlformats.org/package/2006/relationships"><Relationship Id="rId1" Type="http://schemas.openxmlformats.org/officeDocument/2006/relationships/theme" Target="../theme/theme4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47.xml"/>
</Relationships>
</file>

<file path=ppt/slideMasters/_rels/slideMaster48.xml.rels><?xml version="1.0" encoding="UTF-8"?>
<Relationships xmlns="http://schemas.openxmlformats.org/package/2006/relationships"><Relationship Id="rId1" Type="http://schemas.openxmlformats.org/officeDocument/2006/relationships/theme" Target="../theme/theme48.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svg"/><Relationship Id="rId7" Type="http://schemas.openxmlformats.org/officeDocument/2006/relationships/slideLayout" Target="../slideLayouts/slideLayout48.xml"/>
</Relationships>
</file>

<file path=ppt/slideMasters/_rels/slideMaster49.xml.rels><?xml version="1.0" encoding="UTF-8"?>
<Relationships xmlns="http://schemas.openxmlformats.org/package/2006/relationships"><Relationship Id="rId1" Type="http://schemas.openxmlformats.org/officeDocument/2006/relationships/theme" Target="../theme/theme49.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49.xml"/>
</Relationships>
</file>

<file path=ppt/slideMasters/_rels/slideMaster50.xml.rels><?xml version="1.0" encoding="UTF-8"?>
<Relationships xmlns="http://schemas.openxmlformats.org/package/2006/relationships"><Relationship Id="rId1" Type="http://schemas.openxmlformats.org/officeDocument/2006/relationships/theme" Target="../theme/theme50.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50.xml"/>
</Relationships>
</file>

<file path=ppt/slideMasters/_rels/slideMaster51.xml.rels><?xml version="1.0" encoding="UTF-8"?>
<Relationships xmlns="http://schemas.openxmlformats.org/package/2006/relationships"><Relationship Id="rId1" Type="http://schemas.openxmlformats.org/officeDocument/2006/relationships/theme" Target="../theme/theme5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51.xml"/>
</Relationships>
</file>

<file path=ppt/slideMasters/_rels/slideMaster52.xml.rels><?xml version="1.0" encoding="UTF-8"?>
<Relationships xmlns="http://schemas.openxmlformats.org/package/2006/relationships"><Relationship Id="rId1" Type="http://schemas.openxmlformats.org/officeDocument/2006/relationships/theme" Target="../theme/theme52.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slideLayout" Target="../slideLayouts/slideLayout52.xml"/>
</Relationships>
</file>

<file path=ppt/slideMasters/_rels/slideMaster53.xml.rels><?xml version="1.0" encoding="UTF-8"?>
<Relationships xmlns="http://schemas.openxmlformats.org/package/2006/relationships"><Relationship Id="rId1" Type="http://schemas.openxmlformats.org/officeDocument/2006/relationships/theme" Target="../theme/theme5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svg"/><Relationship Id="rId7" Type="http://schemas.openxmlformats.org/officeDocument/2006/relationships/slideLayout" Target="../slideLayouts/slideLayout5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0"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pic>
        <p:nvPicPr>
          <p:cNvPr id="1" name="Picture 2" descr="Logo, company name&#10;&#10;Description automatically generated"/>
          <p:cNvPicPr/>
          <p:nvPr/>
        </p:nvPicPr>
        <p:blipFill>
          <a:blip r:embed="rId4"/>
          <a:srcRect l="6480" t="-2130" r="3669" b="13543"/>
          <a:stretch/>
        </p:blipFill>
        <p:spPr>
          <a:xfrm>
            <a:off x="8039160" y="4599720"/>
            <a:ext cx="3998160" cy="2017440"/>
          </a:xfrm>
          <a:prstGeom prst="rect">
            <a:avLst/>
          </a:prstGeom>
          <a:ln w="0">
            <a:noFill/>
          </a:ln>
        </p:spPr>
      </p:pic>
      <p:cxnSp>
        <p:nvCxnSpPr>
          <p:cNvPr id="2" name="Straight Connector 4"/>
          <p:cNvCxnSpPr/>
          <p:nvPr/>
        </p:nvCxnSpPr>
        <p:spPr>
          <a:xfrm>
            <a:off x="983880" y="3485160"/>
            <a:ext cx="262800" cy="720"/>
          </a:xfrm>
          <a:prstGeom prst="straightConnector1">
            <a:avLst/>
          </a:prstGeom>
          <a:ln w="19050">
            <a:solidFill>
              <a:srgbClr val="1700f3"/>
            </a:solidFill>
            <a:round/>
          </a:ln>
        </p:spPr>
      </p:cxnSp>
      <p:sp>
        <p:nvSpPr>
          <p:cNvPr id="3" name="PlaceHolder 1"/>
          <p:cNvSpPr>
            <a:spLocks noGrp="1"/>
          </p:cNvSpPr>
          <p:nvPr>
            <p:ph type="sldNum" idx="1"/>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F1AE5444-8B06-45A3-8648-1E600EC950AF}" type="slidenum">
              <a:rPr b="0" lang="en-US" sz="800" spc="-1" strike="noStrike">
                <a:solidFill>
                  <a:schemeClr val="dk1"/>
                </a:solidFill>
                <a:latin typeface="Avenir Next LT Pro"/>
                <a:ea typeface="Avenir Next"/>
              </a:rPr>
              <a:t>10</a:t>
            </a:fld>
            <a:endParaRPr b="0" lang="es-AR" sz="800" spc="-1" strike="noStrike">
              <a:solidFill>
                <a:srgbClr val="000000"/>
              </a:solidFill>
              <a:latin typeface="Times New Roman"/>
            </a:endParaRPr>
          </a:p>
        </p:txBody>
      </p:sp>
      <p:sp>
        <p:nvSpPr>
          <p:cNvPr id="4"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s-AR" sz="4400" spc="-1" strike="noStrike">
                <a:solidFill>
                  <a:srgbClr val="000000"/>
                </a:solidFill>
                <a:latin typeface="Arial"/>
              </a:rPr>
              <a:t>P</a:t>
            </a:r>
            <a:r>
              <a:rPr b="0" lang="es-AR" sz="4400" spc="-1" strike="noStrike">
                <a:solidFill>
                  <a:srgbClr val="000000"/>
                </a:solidFill>
                <a:latin typeface="Arial"/>
              </a:rPr>
              <a:t>u</a:t>
            </a:r>
            <a:r>
              <a:rPr b="0" lang="es-AR" sz="4400" spc="-1" strike="noStrike">
                <a:solidFill>
                  <a:srgbClr val="000000"/>
                </a:solidFill>
                <a:latin typeface="Arial"/>
              </a:rPr>
              <a:t>l</a:t>
            </a:r>
            <a:r>
              <a:rPr b="0" lang="es-AR" sz="4400" spc="-1" strike="noStrike">
                <a:solidFill>
                  <a:srgbClr val="000000"/>
                </a:solidFill>
                <a:latin typeface="Arial"/>
              </a:rPr>
              <a:t>s</a:t>
            </a:r>
            <a:r>
              <a:rPr b="0" lang="es-AR" sz="4400" spc="-1" strike="noStrike">
                <a:solidFill>
                  <a:srgbClr val="000000"/>
                </a:solidFill>
                <a:latin typeface="Arial"/>
              </a:rPr>
              <a:t>e </a:t>
            </a:r>
            <a:r>
              <a:rPr b="0" lang="es-AR" sz="4400" spc="-1" strike="noStrike">
                <a:solidFill>
                  <a:srgbClr val="000000"/>
                </a:solidFill>
                <a:latin typeface="Arial"/>
              </a:rPr>
              <a:t>p</a:t>
            </a:r>
            <a:r>
              <a:rPr b="0" lang="es-AR" sz="4400" spc="-1" strike="noStrike">
                <a:solidFill>
                  <a:srgbClr val="000000"/>
                </a:solidFill>
                <a:latin typeface="Arial"/>
              </a:rPr>
              <a:t>a</a:t>
            </a:r>
            <a:r>
              <a:rPr b="0" lang="es-AR" sz="4400" spc="-1" strike="noStrike">
                <a:solidFill>
                  <a:srgbClr val="000000"/>
                </a:solidFill>
                <a:latin typeface="Arial"/>
              </a:rPr>
              <a:t>r</a:t>
            </a:r>
            <a:r>
              <a:rPr b="0" lang="es-AR" sz="4400" spc="-1" strike="noStrike">
                <a:solidFill>
                  <a:srgbClr val="000000"/>
                </a:solidFill>
                <a:latin typeface="Arial"/>
              </a:rPr>
              <a:t>a </a:t>
            </a:r>
            <a:r>
              <a:rPr b="0" lang="es-AR" sz="4400" spc="-1" strike="noStrike">
                <a:solidFill>
                  <a:srgbClr val="000000"/>
                </a:solidFill>
                <a:latin typeface="Arial"/>
              </a:rPr>
              <a:t>e</a:t>
            </a:r>
            <a:r>
              <a:rPr b="0" lang="es-AR" sz="4400" spc="-1" strike="noStrike">
                <a:solidFill>
                  <a:srgbClr val="000000"/>
                </a:solidFill>
                <a:latin typeface="Arial"/>
              </a:rPr>
              <a:t>d</a:t>
            </a:r>
            <a:r>
              <a:rPr b="0" lang="es-AR" sz="4400" spc="-1" strike="noStrike">
                <a:solidFill>
                  <a:srgbClr val="000000"/>
                </a:solidFill>
                <a:latin typeface="Arial"/>
              </a:rPr>
              <a:t>it</a:t>
            </a:r>
            <a:r>
              <a:rPr b="0" lang="es-AR" sz="4400" spc="-1" strike="noStrike">
                <a:solidFill>
                  <a:srgbClr val="000000"/>
                </a:solidFill>
                <a:latin typeface="Arial"/>
              </a:rPr>
              <a:t>a</a:t>
            </a:r>
            <a:r>
              <a:rPr b="0" lang="es-AR" sz="4400" spc="-1" strike="noStrike">
                <a:solidFill>
                  <a:srgbClr val="000000"/>
                </a:solidFill>
                <a:latin typeface="Arial"/>
              </a:rPr>
              <a:t>r </a:t>
            </a:r>
            <a:r>
              <a:rPr b="0" lang="es-AR" sz="4400" spc="-1" strike="noStrike">
                <a:solidFill>
                  <a:srgbClr val="000000"/>
                </a:solidFill>
                <a:latin typeface="Arial"/>
              </a:rPr>
              <a:t>e</a:t>
            </a:r>
            <a:r>
              <a:rPr b="0" lang="es-AR" sz="4400" spc="-1" strike="noStrike">
                <a:solidFill>
                  <a:srgbClr val="000000"/>
                </a:solidFill>
                <a:latin typeface="Arial"/>
              </a:rPr>
              <a:t>l </a:t>
            </a:r>
            <a:r>
              <a:rPr b="0" lang="es-AR" sz="4400" spc="-1" strike="noStrike">
                <a:solidFill>
                  <a:srgbClr val="000000"/>
                </a:solidFill>
                <a:latin typeface="Arial"/>
              </a:rPr>
              <a:t>f</a:t>
            </a:r>
            <a:r>
              <a:rPr b="0" lang="es-AR" sz="4400" spc="-1" strike="noStrike">
                <a:solidFill>
                  <a:srgbClr val="000000"/>
                </a:solidFill>
                <a:latin typeface="Arial"/>
              </a:rPr>
              <a:t>o</a:t>
            </a:r>
            <a:r>
              <a:rPr b="0" lang="es-AR" sz="4400" spc="-1" strike="noStrike">
                <a:solidFill>
                  <a:srgbClr val="000000"/>
                </a:solidFill>
                <a:latin typeface="Arial"/>
              </a:rPr>
              <a:t>r</a:t>
            </a:r>
            <a:r>
              <a:rPr b="0" lang="es-AR" sz="4400" spc="-1" strike="noStrike">
                <a:solidFill>
                  <a:srgbClr val="000000"/>
                </a:solidFill>
                <a:latin typeface="Arial"/>
              </a:rPr>
              <a:t>m</a:t>
            </a:r>
            <a:r>
              <a:rPr b="0" lang="es-AR" sz="4400" spc="-1" strike="noStrike">
                <a:solidFill>
                  <a:srgbClr val="000000"/>
                </a:solidFill>
                <a:latin typeface="Arial"/>
              </a:rPr>
              <a:t>a</a:t>
            </a:r>
            <a:r>
              <a:rPr b="0" lang="es-AR" sz="4400" spc="-1" strike="noStrike">
                <a:solidFill>
                  <a:srgbClr val="000000"/>
                </a:solidFill>
                <a:latin typeface="Arial"/>
              </a:rPr>
              <a:t>t</a:t>
            </a:r>
            <a:r>
              <a:rPr b="0" lang="es-AR" sz="4400" spc="-1" strike="noStrike">
                <a:solidFill>
                  <a:srgbClr val="000000"/>
                </a:solidFill>
                <a:latin typeface="Arial"/>
              </a:rPr>
              <a:t>o </a:t>
            </a:r>
            <a:r>
              <a:rPr b="0" lang="es-AR" sz="4400" spc="-1" strike="noStrike">
                <a:solidFill>
                  <a:srgbClr val="000000"/>
                </a:solidFill>
                <a:latin typeface="Arial"/>
              </a:rPr>
              <a:t>d</a:t>
            </a:r>
            <a:r>
              <a:rPr b="0" lang="es-AR" sz="4400" spc="-1" strike="noStrike">
                <a:solidFill>
                  <a:srgbClr val="000000"/>
                </a:solidFill>
                <a:latin typeface="Arial"/>
              </a:rPr>
              <a:t>e</a:t>
            </a:r>
            <a:r>
              <a:rPr b="0" lang="es-AR" sz="4400" spc="-1" strike="noStrike">
                <a:solidFill>
                  <a:srgbClr val="000000"/>
                </a:solidFill>
                <a:latin typeface="Arial"/>
              </a:rPr>
              <a:t>l </a:t>
            </a:r>
            <a:r>
              <a:rPr b="0" lang="es-AR" sz="4400" spc="-1" strike="noStrike">
                <a:solidFill>
                  <a:srgbClr val="000000"/>
                </a:solidFill>
                <a:latin typeface="Arial"/>
              </a:rPr>
              <a:t>t</a:t>
            </a:r>
            <a:r>
              <a:rPr b="0" lang="es-AR" sz="4400" spc="-1" strike="noStrike">
                <a:solidFill>
                  <a:srgbClr val="000000"/>
                </a:solidFill>
                <a:latin typeface="Arial"/>
              </a:rPr>
              <a:t>e</a:t>
            </a:r>
            <a:r>
              <a:rPr b="0" lang="es-AR" sz="4400" spc="-1" strike="noStrike">
                <a:solidFill>
                  <a:srgbClr val="000000"/>
                </a:solidFill>
                <a:latin typeface="Arial"/>
              </a:rPr>
              <a:t>x</a:t>
            </a:r>
            <a:r>
              <a:rPr b="0" lang="es-AR" sz="4400" spc="-1" strike="noStrike">
                <a:solidFill>
                  <a:srgbClr val="000000"/>
                </a:solidFill>
                <a:latin typeface="Arial"/>
              </a:rPr>
              <a:t>t</a:t>
            </a:r>
            <a:r>
              <a:rPr b="0" lang="es-AR" sz="4400" spc="-1" strike="noStrike">
                <a:solidFill>
                  <a:srgbClr val="000000"/>
                </a:solidFill>
                <a:latin typeface="Arial"/>
              </a:rPr>
              <a:t>o </a:t>
            </a:r>
            <a:r>
              <a:rPr b="0" lang="es-AR" sz="4400" spc="-1" strike="noStrike">
                <a:solidFill>
                  <a:srgbClr val="000000"/>
                </a:solidFill>
                <a:latin typeface="Arial"/>
              </a:rPr>
              <a:t>d</a:t>
            </a:r>
            <a:r>
              <a:rPr b="0" lang="es-AR" sz="4400" spc="-1" strike="noStrike">
                <a:solidFill>
                  <a:srgbClr val="000000"/>
                </a:solidFill>
                <a:latin typeface="Arial"/>
              </a:rPr>
              <a:t>e </a:t>
            </a:r>
            <a:r>
              <a:rPr b="0" lang="es-AR" sz="4400" spc="-1" strike="noStrike">
                <a:solidFill>
                  <a:srgbClr val="000000"/>
                </a:solidFill>
                <a:latin typeface="Arial"/>
              </a:rPr>
              <a:t>tí</a:t>
            </a:r>
            <a:r>
              <a:rPr b="0" lang="es-AR" sz="4400" spc="-1" strike="noStrike">
                <a:solidFill>
                  <a:srgbClr val="000000"/>
                </a:solidFill>
                <a:latin typeface="Arial"/>
              </a:rPr>
              <a:t>t</a:t>
            </a:r>
            <a:r>
              <a:rPr b="0" lang="es-AR" sz="4400" spc="-1" strike="noStrike">
                <a:solidFill>
                  <a:srgbClr val="000000"/>
                </a:solidFill>
                <a:latin typeface="Arial"/>
              </a:rPr>
              <a:t>u</a:t>
            </a:r>
            <a:r>
              <a:rPr b="0" lang="es-AR" sz="4400" spc="-1" strike="noStrike">
                <a:solidFill>
                  <a:srgbClr val="000000"/>
                </a:solidFill>
                <a:latin typeface="Arial"/>
              </a:rPr>
              <a:t>l</a:t>
            </a:r>
            <a:r>
              <a:rPr b="0" lang="es-AR" sz="4400" spc="-1" strike="noStrike">
                <a:solidFill>
                  <a:srgbClr val="000000"/>
                </a:solidFill>
                <a:latin typeface="Arial"/>
              </a:rPr>
              <a:t>o</a:t>
            </a:r>
            <a:endParaRPr b="0" lang="es-AR" sz="4400" spc="-1" strike="noStrike">
              <a:solidFill>
                <a:srgbClr val="000000"/>
              </a:solidFill>
              <a:latin typeface="Arial"/>
            </a:endParaRPr>
          </a:p>
        </p:txBody>
      </p:sp>
      <p:sp>
        <p:nvSpPr>
          <p:cNvPr id="5"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AR" sz="3200" spc="-1" strike="noStrike">
                <a:solidFill>
                  <a:srgbClr val="000000"/>
                </a:solidFill>
                <a:latin typeface="Arial"/>
              </a:rPr>
              <a:t>Pulse para editar el formato de texto del esquema</a:t>
            </a:r>
            <a:endParaRPr b="0" lang="es-A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AR" sz="2800" spc="-1" strike="noStrike">
                <a:solidFill>
                  <a:srgbClr val="000000"/>
                </a:solidFill>
                <a:latin typeface="Arial"/>
              </a:rPr>
              <a:t>Segundo nivel del esquema</a:t>
            </a:r>
            <a:endParaRPr b="0" lang="es-A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AR" sz="2400" spc="-1" strike="noStrike">
                <a:solidFill>
                  <a:srgbClr val="000000"/>
                </a:solidFill>
                <a:latin typeface="Arial"/>
              </a:rPr>
              <a:t>Tercer nivel del esquema</a:t>
            </a:r>
            <a:endParaRPr b="0" lang="es-A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AR" sz="2000" spc="-1" strike="noStrike">
                <a:solidFill>
                  <a:srgbClr val="000000"/>
                </a:solidFill>
                <a:latin typeface="Arial"/>
              </a:rPr>
              <a:t>Cuarto nivel del esquema</a:t>
            </a:r>
            <a:endParaRPr b="0" lang="es-A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AR" sz="2000" spc="-1" strike="noStrike">
                <a:solidFill>
                  <a:srgbClr val="000000"/>
                </a:solidFill>
                <a:latin typeface="Arial"/>
              </a:rPr>
              <a:t>Quinto nivel del esquema</a:t>
            </a:r>
            <a:endParaRPr b="0" lang="es-A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AR" sz="2000" spc="-1" strike="noStrike">
                <a:solidFill>
                  <a:srgbClr val="000000"/>
                </a:solidFill>
                <a:latin typeface="Arial"/>
              </a:rPr>
              <a:t>Sexto nivel del esquema</a:t>
            </a:r>
            <a:endParaRPr b="0" lang="es-A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AR" sz="2000" spc="-1" strike="noStrike">
                <a:solidFill>
                  <a:srgbClr val="000000"/>
                </a:solidFill>
                <a:latin typeface="Arial"/>
              </a:rPr>
              <a:t>Séptimo nivel del esquema</a:t>
            </a:r>
            <a:endParaRPr b="0" lang="es-A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6"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7" name="PlaceHolder 1"/>
          <p:cNvSpPr>
            <a:spLocks noGrp="1"/>
          </p:cNvSpPr>
          <p:nvPr>
            <p:ph type="sldNum" idx="2"/>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6973F2BC-4172-4D93-86A5-75F447CC0911}"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8"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s-AR" sz="4400" spc="-1" strike="noStrike">
                <a:solidFill>
                  <a:srgbClr val="000000"/>
                </a:solidFill>
                <a:latin typeface="Arial"/>
              </a:rPr>
              <a:t>Pulse para editar el </a:t>
            </a:r>
            <a:r>
              <a:rPr b="0" lang="es-AR" sz="4400" spc="-1" strike="noStrike">
                <a:solidFill>
                  <a:srgbClr val="000000"/>
                </a:solidFill>
                <a:latin typeface="Arial"/>
              </a:rPr>
              <a:t>formato del texto de </a:t>
            </a:r>
            <a:r>
              <a:rPr b="0" lang="es-AR" sz="4400" spc="-1" strike="noStrike">
                <a:solidFill>
                  <a:srgbClr val="000000"/>
                </a:solidFill>
                <a:latin typeface="Arial"/>
              </a:rPr>
              <a:t>título</a:t>
            </a:r>
            <a:endParaRPr b="0" lang="es-AR" sz="4400" spc="-1" strike="noStrike">
              <a:solidFill>
                <a:srgbClr val="000000"/>
              </a:solidFill>
              <a:latin typeface="Arial"/>
            </a:endParaRPr>
          </a:p>
        </p:txBody>
      </p:sp>
      <p:sp>
        <p:nvSpPr>
          <p:cNvPr id="9"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AR" sz="3200" spc="-1" strike="noStrike">
                <a:solidFill>
                  <a:srgbClr val="000000"/>
                </a:solidFill>
                <a:latin typeface="Arial"/>
              </a:rPr>
              <a:t>Pulse para </a:t>
            </a:r>
            <a:r>
              <a:rPr b="0" lang="es-AR" sz="3200" spc="-1" strike="noStrike">
                <a:solidFill>
                  <a:srgbClr val="000000"/>
                </a:solidFill>
                <a:latin typeface="Arial"/>
              </a:rPr>
              <a:t>editar el formato </a:t>
            </a:r>
            <a:r>
              <a:rPr b="0" lang="es-AR" sz="3200" spc="-1" strike="noStrike">
                <a:solidFill>
                  <a:srgbClr val="000000"/>
                </a:solidFill>
                <a:latin typeface="Arial"/>
              </a:rPr>
              <a:t>de texto del </a:t>
            </a:r>
            <a:r>
              <a:rPr b="0" lang="es-AR" sz="3200" spc="-1" strike="noStrike">
                <a:solidFill>
                  <a:srgbClr val="000000"/>
                </a:solidFill>
                <a:latin typeface="Arial"/>
              </a:rPr>
              <a:t>esquema</a:t>
            </a:r>
            <a:endParaRPr b="0" lang="es-A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AR" sz="2800" spc="-1" strike="noStrike">
                <a:solidFill>
                  <a:srgbClr val="000000"/>
                </a:solidFill>
                <a:latin typeface="Arial"/>
              </a:rPr>
              <a:t>Segundo nivel </a:t>
            </a:r>
            <a:r>
              <a:rPr b="0" lang="es-AR" sz="2800" spc="-1" strike="noStrike">
                <a:solidFill>
                  <a:srgbClr val="000000"/>
                </a:solidFill>
                <a:latin typeface="Arial"/>
              </a:rPr>
              <a:t>del esquema</a:t>
            </a:r>
            <a:endParaRPr b="0" lang="es-A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AR" sz="2400" spc="-1" strike="noStrike">
                <a:solidFill>
                  <a:srgbClr val="000000"/>
                </a:solidFill>
                <a:latin typeface="Arial"/>
              </a:rPr>
              <a:t>Tercer nivel del </a:t>
            </a:r>
            <a:r>
              <a:rPr b="0" lang="es-AR" sz="2400" spc="-1" strike="noStrike">
                <a:solidFill>
                  <a:srgbClr val="000000"/>
                </a:solidFill>
                <a:latin typeface="Arial"/>
              </a:rPr>
              <a:t>esquema</a:t>
            </a:r>
            <a:endParaRPr b="0" lang="es-A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AR" sz="2000" spc="-1" strike="noStrike">
                <a:solidFill>
                  <a:srgbClr val="000000"/>
                </a:solidFill>
                <a:latin typeface="Arial"/>
              </a:rPr>
              <a:t>Cuarto 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AR" sz="2000" spc="-1" strike="noStrike">
                <a:solidFill>
                  <a:srgbClr val="000000"/>
                </a:solidFill>
                <a:latin typeface="Arial"/>
              </a:rPr>
              <a:t>Quinto </a:t>
            </a:r>
            <a:r>
              <a:rPr b="0" lang="es-AR" sz="2000" spc="-1" strike="noStrike">
                <a:solidFill>
                  <a:srgbClr val="000000"/>
                </a:solidFill>
                <a:latin typeface="Arial"/>
              </a:rPr>
              <a:t>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AR" sz="2000" spc="-1" strike="noStrike">
                <a:solidFill>
                  <a:srgbClr val="000000"/>
                </a:solidFill>
                <a:latin typeface="Arial"/>
              </a:rPr>
              <a:t>Sexto </a:t>
            </a:r>
            <a:r>
              <a:rPr b="0" lang="es-AR" sz="2000" spc="-1" strike="noStrike">
                <a:solidFill>
                  <a:srgbClr val="000000"/>
                </a:solidFill>
                <a:latin typeface="Arial"/>
              </a:rPr>
              <a:t>nivel </a:t>
            </a:r>
            <a:r>
              <a:rPr b="0" lang="es-AR" sz="2000" spc="-1" strike="noStrike">
                <a:solidFill>
                  <a:srgbClr val="000000"/>
                </a:solidFill>
                <a:latin typeface="Arial"/>
              </a:rPr>
              <a:t>del </a:t>
            </a:r>
            <a:r>
              <a:rPr b="0" lang="es-AR" sz="2000" spc="-1" strike="noStrike">
                <a:solidFill>
                  <a:srgbClr val="000000"/>
                </a:solidFill>
                <a:latin typeface="Arial"/>
              </a:rPr>
              <a:t>esque</a:t>
            </a:r>
            <a:r>
              <a:rPr b="0" lang="es-AR" sz="2000" spc="-1" strike="noStrike">
                <a:solidFill>
                  <a:srgbClr val="000000"/>
                </a:solidFill>
                <a:latin typeface="Arial"/>
              </a:rPr>
              <a:t>ma</a:t>
            </a:r>
            <a:endParaRPr b="0" lang="es-A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AR" sz="2000" spc="-1" strike="noStrike">
                <a:solidFill>
                  <a:srgbClr val="000000"/>
                </a:solidFill>
                <a:latin typeface="Arial"/>
              </a:rPr>
              <a:t>Sép</a:t>
            </a:r>
            <a:r>
              <a:rPr b="0" lang="es-AR" sz="2000" spc="-1" strike="noStrike">
                <a:solidFill>
                  <a:srgbClr val="000000"/>
                </a:solidFill>
                <a:latin typeface="Arial"/>
              </a:rPr>
              <a:t>tim</a:t>
            </a:r>
            <a:r>
              <a:rPr b="0" lang="es-AR" sz="2000" spc="-1" strike="noStrike">
                <a:solidFill>
                  <a:srgbClr val="000000"/>
                </a:solidFill>
                <a:latin typeface="Arial"/>
              </a:rPr>
              <a:t>o </a:t>
            </a:r>
            <a:r>
              <a:rPr b="0" lang="es-AR" sz="2000" spc="-1" strike="noStrike">
                <a:solidFill>
                  <a:srgbClr val="000000"/>
                </a:solidFill>
                <a:latin typeface="Arial"/>
              </a:rPr>
              <a:t>nive</a:t>
            </a:r>
            <a:r>
              <a:rPr b="0" lang="es-AR" sz="2000" spc="-1" strike="noStrike">
                <a:solidFill>
                  <a:srgbClr val="000000"/>
                </a:solidFill>
                <a:latin typeface="Arial"/>
              </a:rPr>
              <a:t>l del </a:t>
            </a:r>
            <a:r>
              <a:rPr b="0" lang="es-AR" sz="2000" spc="-1" strike="noStrike">
                <a:solidFill>
                  <a:srgbClr val="000000"/>
                </a:solidFill>
                <a:latin typeface="Arial"/>
              </a:rPr>
              <a:t>esq</a:t>
            </a:r>
            <a:r>
              <a:rPr b="0" lang="es-AR" sz="2000" spc="-1" strike="noStrike">
                <a:solidFill>
                  <a:srgbClr val="000000"/>
                </a:solidFill>
                <a:latin typeface="Arial"/>
              </a:rPr>
              <a:t>ue</a:t>
            </a:r>
            <a:r>
              <a:rPr b="0" lang="es-AR" sz="2000" spc="-1" strike="noStrike">
                <a:solidFill>
                  <a:srgbClr val="000000"/>
                </a:solidFill>
                <a:latin typeface="Arial"/>
              </a:rPr>
              <a:t>ma</a:t>
            </a:r>
            <a:endParaRPr b="0" lang="es-A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4"/>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0"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1" name="PlaceHolder 1"/>
          <p:cNvSpPr>
            <a:spLocks noGrp="1"/>
          </p:cNvSpPr>
          <p:nvPr>
            <p:ph type="sldNum" idx="3"/>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6D0BCA79-BF8E-4B71-B5A5-72FF832BA040}"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4"/>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2"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3" name="Text Placeholder 5"/>
          <p:cNvSpPr/>
          <p:nvPr/>
        </p:nvSpPr>
        <p:spPr>
          <a:xfrm>
            <a:off x="4276800" y="617040"/>
            <a:ext cx="7241400" cy="7241400"/>
          </a:xfrm>
          <a:prstGeom prst="chord">
            <a:avLst>
              <a:gd name="adj1" fmla="val 23405"/>
              <a:gd name="adj2" fmla="val 4101"/>
            </a:avLst>
          </a:prstGeom>
          <a:solidFill>
            <a:schemeClr val="bg1"/>
          </a:solidFill>
          <a:ln>
            <a:noFill/>
          </a:ln>
          <a:effectLst>
            <a:outerShdw algn="tl" blurRad="635040" rotWithShape="0" sx="105000" sy="10500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7200" bIns="45000" anchor="ctr">
            <a:noAutofit/>
          </a:bodyPr>
          <a:p>
            <a:pPr marL="7920" algn="ctr" defTabSz="914400">
              <a:lnSpc>
                <a:spcPct val="90000"/>
              </a:lnSpc>
              <a:spcBef>
                <a:spcPts val="1001"/>
              </a:spcBef>
              <a:tabLst>
                <a:tab algn="l" pos="0"/>
              </a:tabLst>
            </a:pPr>
            <a:r>
              <a:rPr b="1" lang="en-US" sz="1600" spc="46" strike="noStrike" cap="all">
                <a:solidFill>
                  <a:schemeClr val="accent1"/>
                </a:solidFill>
                <a:latin typeface="Avenir Next LT Pro Demi"/>
              </a:rPr>
              <a:t>series</a:t>
            </a:r>
            <a:endParaRPr b="0" lang="es-AR" sz="1600" spc="-1" strike="noStrike">
              <a:solidFill>
                <a:srgbClr val="000000"/>
              </a:solidFill>
              <a:latin typeface="Arial"/>
            </a:endParaRPr>
          </a:p>
        </p:txBody>
      </p:sp>
      <p:sp>
        <p:nvSpPr>
          <p:cNvPr id="14" name="Text Placeholder 5"/>
          <p:cNvSpPr/>
          <p:nvPr/>
        </p:nvSpPr>
        <p:spPr>
          <a:xfrm>
            <a:off x="4276800" y="617040"/>
            <a:ext cx="7238520" cy="7238520"/>
          </a:xfrm>
          <a:prstGeom prst="chord">
            <a:avLst>
              <a:gd name="adj1" fmla="val 10800151"/>
              <a:gd name="adj2" fmla="val 21598022"/>
            </a:avLst>
          </a:prstGeom>
          <a:solidFill>
            <a:schemeClr val="bg1"/>
          </a:solidFill>
          <a:ln>
            <a:noFill/>
          </a:ln>
          <a:effectLst>
            <a:outerShdw algn="tl" blurRad="6094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1280160" bIns="45000" anchor="t">
            <a:noAutofit/>
          </a:bodyPr>
          <a:p>
            <a:pPr algn="ctr" defTabSz="914400">
              <a:lnSpc>
                <a:spcPct val="90000"/>
              </a:lnSpc>
              <a:spcBef>
                <a:spcPts val="1001"/>
              </a:spcBef>
              <a:tabLst>
                <a:tab algn="l" pos="0"/>
              </a:tabLst>
            </a:pPr>
            <a:r>
              <a:rPr b="0" lang="en-US" sz="9000" spc="46" strike="noStrike">
                <a:solidFill>
                  <a:schemeClr val="accent1"/>
                </a:solidFill>
                <a:latin typeface="Avenir Next LT Pro"/>
              </a:rPr>
              <a:t>$XX</a:t>
            </a:r>
            <a:endParaRPr b="0" lang="es-AR" sz="9000" spc="-1" strike="noStrike">
              <a:solidFill>
                <a:srgbClr val="000000"/>
              </a:solidFill>
              <a:latin typeface="Arial"/>
            </a:endParaRPr>
          </a:p>
        </p:txBody>
      </p:sp>
      <p:sp>
        <p:nvSpPr>
          <p:cNvPr id="15" name="Text Placeholder 5"/>
          <p:cNvSpPr/>
          <p:nvPr/>
        </p:nvSpPr>
        <p:spPr>
          <a:xfrm>
            <a:off x="2419560" y="2297520"/>
            <a:ext cx="3877560" cy="3877560"/>
          </a:xfrm>
          <a:prstGeom prst="chord">
            <a:avLst>
              <a:gd name="adj1" fmla="val 23405"/>
              <a:gd name="adj2" fmla="val 4101"/>
            </a:avLst>
          </a:prstGeom>
          <a:solidFill>
            <a:schemeClr val="bg1"/>
          </a:solidFill>
          <a:ln>
            <a:noFill/>
          </a:ln>
          <a:effectLst>
            <a:outerShdw algn="tl" blurRad="635040" rotWithShape="0" sx="105000" sy="10500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7200" bIns="45000" anchor="ctr">
            <a:noAutofit/>
          </a:bodyPr>
          <a:p>
            <a:pPr marL="7920" algn="ctr" defTabSz="914400">
              <a:lnSpc>
                <a:spcPct val="90000"/>
              </a:lnSpc>
              <a:spcBef>
                <a:spcPts val="1001"/>
              </a:spcBef>
              <a:tabLst>
                <a:tab algn="l" pos="0"/>
              </a:tabLst>
            </a:pPr>
            <a:r>
              <a:rPr b="1" lang="en-US" sz="1600" spc="46" strike="noStrike" cap="all">
                <a:solidFill>
                  <a:schemeClr val="accent1"/>
                </a:solidFill>
                <a:latin typeface="Avenir Next LT Pro Demi"/>
              </a:rPr>
              <a:t>series</a:t>
            </a:r>
            <a:endParaRPr b="0" lang="es-AR" sz="1600" spc="-1" strike="noStrike">
              <a:solidFill>
                <a:srgbClr val="000000"/>
              </a:solidFill>
              <a:latin typeface="Arial"/>
            </a:endParaRPr>
          </a:p>
        </p:txBody>
      </p:sp>
      <p:sp>
        <p:nvSpPr>
          <p:cNvPr id="16" name="Text Placeholder 5"/>
          <p:cNvSpPr/>
          <p:nvPr/>
        </p:nvSpPr>
        <p:spPr>
          <a:xfrm>
            <a:off x="2419560" y="2297520"/>
            <a:ext cx="3877560" cy="3877560"/>
          </a:xfrm>
          <a:prstGeom prst="chord">
            <a:avLst>
              <a:gd name="adj1" fmla="val 10795454"/>
              <a:gd name="adj2" fmla="val 4101"/>
            </a:avLst>
          </a:prstGeom>
          <a:solidFill>
            <a:schemeClr val="bg1"/>
          </a:solidFill>
          <a:ln>
            <a:noFill/>
          </a:ln>
          <a:effectLst>
            <a:outerShdw algn="tl" blurRad="635040" rotWithShape="0" sx="105000" sy="10500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548640" bIns="45000" anchor="t">
            <a:noAutofit/>
          </a:bodyPr>
          <a:p>
            <a:pPr marL="7920" algn="ctr" defTabSz="914400">
              <a:lnSpc>
                <a:spcPct val="90000"/>
              </a:lnSpc>
              <a:spcBef>
                <a:spcPts val="1001"/>
              </a:spcBef>
              <a:tabLst>
                <a:tab algn="l" pos="0"/>
              </a:tabLst>
            </a:pPr>
            <a:r>
              <a:rPr b="0" lang="en-US" sz="4800" spc="46" strike="noStrike">
                <a:solidFill>
                  <a:schemeClr val="accent1"/>
                </a:solidFill>
                <a:latin typeface="Avenir Next LT Pro"/>
              </a:rPr>
              <a:t>$XX</a:t>
            </a:r>
            <a:endParaRPr b="0" lang="es-AR" sz="4800" spc="-1" strike="noStrike">
              <a:solidFill>
                <a:srgbClr val="000000"/>
              </a:solidFill>
              <a:latin typeface="Arial"/>
            </a:endParaRPr>
          </a:p>
        </p:txBody>
      </p:sp>
      <p:sp>
        <p:nvSpPr>
          <p:cNvPr id="17" name="Text Placeholder 5"/>
          <p:cNvSpPr/>
          <p:nvPr/>
        </p:nvSpPr>
        <p:spPr>
          <a:xfrm>
            <a:off x="410040" y="3008520"/>
            <a:ext cx="2455920" cy="2455920"/>
          </a:xfrm>
          <a:prstGeom prst="chord">
            <a:avLst>
              <a:gd name="adj1" fmla="val 21590024"/>
              <a:gd name="adj2" fmla="val 10817800"/>
            </a:avLst>
          </a:prstGeom>
          <a:solidFill>
            <a:schemeClr val="accent1"/>
          </a:solidFill>
          <a:ln>
            <a:noFill/>
          </a:ln>
          <a:effectLst>
            <a:outerShdw algn="tl" blurRad="635040" rotWithShape="0" sx="105000" sy="10500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wrap="none" lIns="0" rIns="0" tIns="1188720" bIns="0" anchor="t">
            <a:noAutofit/>
          </a:bodyPr>
          <a:p>
            <a:pPr algn="ctr" defTabSz="914400">
              <a:lnSpc>
                <a:spcPct val="90000"/>
              </a:lnSpc>
              <a:spcBef>
                <a:spcPts val="1001"/>
              </a:spcBef>
              <a:tabLst>
                <a:tab algn="l" pos="0"/>
              </a:tabLst>
            </a:pPr>
            <a:r>
              <a:rPr b="0" lang="en-US" sz="3600" spc="46" strike="noStrike">
                <a:solidFill>
                  <a:schemeClr val="lt1"/>
                </a:solidFill>
                <a:latin typeface="Avenir Next LT Pro"/>
              </a:rPr>
              <a:t>$XX</a:t>
            </a:r>
            <a:endParaRPr b="0" lang="es-AR" sz="3600" spc="-1" strike="noStrike">
              <a:solidFill>
                <a:srgbClr val="ffffff"/>
              </a:solidFill>
              <a:latin typeface="Arial"/>
            </a:endParaRPr>
          </a:p>
        </p:txBody>
      </p:sp>
      <p:sp>
        <p:nvSpPr>
          <p:cNvPr id="18" name="PlaceHolder 1"/>
          <p:cNvSpPr>
            <a:spLocks noGrp="1"/>
          </p:cNvSpPr>
          <p:nvPr>
            <p:ph type="sldNum" idx="4"/>
          </p:nvPr>
        </p:nvSpPr>
        <p:spPr>
          <a:xfrm>
            <a:off x="11521440" y="640080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F590B361-1E07-4558-8E32-5B71412319CA}"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4"/>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9"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0" name="Rectangle 10"/>
          <p:cNvSpPr/>
          <p:nvPr/>
        </p:nvSpPr>
        <p:spPr>
          <a:xfrm>
            <a:off x="178560" y="6031440"/>
            <a:ext cx="11833920" cy="6850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1" name="PlaceHolder 1"/>
          <p:cNvSpPr>
            <a:spLocks noGrp="1"/>
          </p:cNvSpPr>
          <p:nvPr>
            <p:ph type="sldNum" idx="5"/>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lt1"/>
                </a:solidFill>
                <a:latin typeface="Avenir Next LT Pro"/>
                <a:ea typeface="Avenir Next"/>
              </a:defRPr>
            </a:lvl1pPr>
          </a:lstStyle>
          <a:p>
            <a:pPr indent="0" algn="r" defTabSz="914400">
              <a:lnSpc>
                <a:spcPct val="100000"/>
              </a:lnSpc>
              <a:buNone/>
              <a:tabLst>
                <a:tab algn="l" pos="0"/>
              </a:tabLst>
            </a:pPr>
            <a:fld id="{7588448C-AD2D-462A-884E-3B93FBC4C437}" type="slidenum">
              <a:rPr b="0" lang="en-US" sz="800" spc="-1" strike="noStrike">
                <a:solidFill>
                  <a:schemeClr val="lt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4"/>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2"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3" name="PlaceHolder 1"/>
          <p:cNvSpPr>
            <a:spLocks noGrp="1"/>
          </p:cNvSpPr>
          <p:nvPr>
            <p:ph type="sldNum" idx="6"/>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948D769B-DAA6-49D3-876B-64D2835C9E98}"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4"/>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4"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5" name="Rectangle 7"/>
          <p:cNvSpPr/>
          <p:nvPr/>
        </p:nvSpPr>
        <p:spPr>
          <a:xfrm>
            <a:off x="178560" y="6031440"/>
            <a:ext cx="11833920" cy="6850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6" name="PlaceHolder 1"/>
          <p:cNvSpPr>
            <a:spLocks noGrp="1"/>
          </p:cNvSpPr>
          <p:nvPr>
            <p:ph type="sldNum" idx="7"/>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lt1"/>
                </a:solidFill>
                <a:latin typeface="Avenir Next LT Pro"/>
                <a:ea typeface="Avenir Next"/>
              </a:defRPr>
            </a:lvl1pPr>
          </a:lstStyle>
          <a:p>
            <a:pPr indent="0" algn="r" defTabSz="914400">
              <a:lnSpc>
                <a:spcPct val="100000"/>
              </a:lnSpc>
              <a:buNone/>
              <a:tabLst>
                <a:tab algn="l" pos="0"/>
              </a:tabLst>
            </a:pPr>
            <a:fld id="{C4F44EAD-CBD6-4C18-868E-AC55CE8700CC}" type="slidenum">
              <a:rPr b="0" lang="en-US" sz="800" spc="-1" strike="noStrike">
                <a:solidFill>
                  <a:schemeClr val="lt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4"/>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7"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pic>
        <p:nvPicPr>
          <p:cNvPr id="28" name="Graphic 1" descr=""/>
          <p:cNvPicPr/>
          <p:nvPr/>
        </p:nvPicPr>
        <p:blipFill>
          <a:blip r:embed="rId4">
            <a:extLst>
              <a:ext uri="{96DAC541-7B7A-43D3-8B79-37D633B846F1}">
                <asvg:svgBlip xmlns:asvg="http://schemas.microsoft.com/office/drawing/2016/SVG/main" r:embed="rId5"/>
              </a:ext>
            </a:extLst>
          </a:blip>
          <a:stretch/>
        </p:blipFill>
        <p:spPr>
          <a:xfrm>
            <a:off x="11273040" y="222840"/>
            <a:ext cx="653760" cy="326520"/>
          </a:xfrm>
          <a:prstGeom prst="rect">
            <a:avLst/>
          </a:prstGeom>
          <a:ln w="0">
            <a:noFill/>
          </a:ln>
        </p:spPr>
      </p:pic>
      <p:sp>
        <p:nvSpPr>
          <p:cNvPr id="29" name="PlaceHolder 1"/>
          <p:cNvSpPr>
            <a:spLocks noGrp="1"/>
          </p:cNvSpPr>
          <p:nvPr>
            <p:ph type="sldNum" idx="8"/>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733D7D63-6065-4950-9CBF-3AB9F4C0ADAD}"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6"/>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30"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31" name="Rectangle 1"/>
          <p:cNvSpPr/>
          <p:nvPr/>
        </p:nvSpPr>
        <p:spPr>
          <a:xfrm>
            <a:off x="6095880" y="0"/>
            <a:ext cx="609516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pic>
        <p:nvPicPr>
          <p:cNvPr id="32" name="Graphic 2" descr=""/>
          <p:cNvPicPr/>
          <p:nvPr/>
        </p:nvPicPr>
        <p:blipFill>
          <a:blip r:embed="rId4">
            <a:extLst>
              <a:ext uri="{96DAC541-7B7A-43D3-8B79-37D633B846F1}">
                <asvg:svgBlip xmlns:asvg="http://schemas.microsoft.com/office/drawing/2016/SVG/main" r:embed="rId5"/>
              </a:ext>
            </a:extLst>
          </a:blip>
          <a:stretch/>
        </p:blipFill>
        <p:spPr>
          <a:xfrm>
            <a:off x="11273040" y="222840"/>
            <a:ext cx="653760" cy="326520"/>
          </a:xfrm>
          <a:prstGeom prst="rect">
            <a:avLst/>
          </a:prstGeom>
          <a:ln w="0">
            <a:noFill/>
          </a:ln>
        </p:spPr>
      </p:pic>
      <p:sp>
        <p:nvSpPr>
          <p:cNvPr id="33" name="PlaceHolder 1"/>
          <p:cNvSpPr>
            <a:spLocks noGrp="1"/>
          </p:cNvSpPr>
          <p:nvPr>
            <p:ph type="sldNum" idx="9"/>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3CFA29BD-4898-43EB-AC4B-A49286A6D7B4}"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6"/>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34"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35" name="Rectangle 5"/>
          <p:cNvSpPr/>
          <p:nvPr/>
        </p:nvSpPr>
        <p:spPr>
          <a:xfrm flipV="1">
            <a:off x="0" y="-720"/>
            <a:ext cx="12191400" cy="1816200"/>
          </a:xfrm>
          <a:prstGeom prst="rect">
            <a:avLst/>
          </a:prstGeom>
          <a:solidFill>
            <a:schemeClr val="bg1"/>
          </a:solidFill>
          <a:ln>
            <a:noFill/>
          </a:ln>
          <a:effectLst>
            <a:outerShdw algn="ctr" blurRad="635040" rotWithShape="0" sx="105000" sy="10500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36" name="Rounded Rectangle 7"/>
          <p:cNvSpPr/>
          <p:nvPr/>
        </p:nvSpPr>
        <p:spPr>
          <a:xfrm>
            <a:off x="549360" y="2670840"/>
            <a:ext cx="2958840" cy="3561120"/>
          </a:xfrm>
          <a:prstGeom prst="roundRect">
            <a:avLst>
              <a:gd name="adj" fmla="val 4811"/>
            </a:avLst>
          </a:prstGeom>
          <a:solidFill>
            <a:schemeClr val="bg1"/>
          </a:solidFill>
          <a:ln>
            <a:noFill/>
          </a:ln>
          <a:effectLst>
            <a:outerShdw algn="ctr" blurRad="635040" rotWithShape="0" sx="105000" sy="10500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37" name="Rounded Rectangle 9"/>
          <p:cNvSpPr/>
          <p:nvPr/>
        </p:nvSpPr>
        <p:spPr>
          <a:xfrm>
            <a:off x="4629240" y="2670840"/>
            <a:ext cx="2958840" cy="3561120"/>
          </a:xfrm>
          <a:prstGeom prst="roundRect">
            <a:avLst>
              <a:gd name="adj" fmla="val 4811"/>
            </a:avLst>
          </a:prstGeom>
          <a:solidFill>
            <a:schemeClr val="bg1"/>
          </a:solidFill>
          <a:ln>
            <a:noFill/>
          </a:ln>
          <a:effectLst>
            <a:outerShdw algn="ctr" blurRad="635040" rotWithShape="0" sx="105000" sy="10500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38" name="Rounded Rectangle 11"/>
          <p:cNvSpPr/>
          <p:nvPr/>
        </p:nvSpPr>
        <p:spPr>
          <a:xfrm>
            <a:off x="8709480" y="2670840"/>
            <a:ext cx="2958840" cy="3561120"/>
          </a:xfrm>
          <a:prstGeom prst="roundRect">
            <a:avLst>
              <a:gd name="adj" fmla="val 4811"/>
            </a:avLst>
          </a:prstGeom>
          <a:solidFill>
            <a:schemeClr val="bg1"/>
          </a:solidFill>
          <a:ln>
            <a:noFill/>
          </a:ln>
          <a:effectLst>
            <a:outerShdw algn="ctr" blurRad="635040" rotWithShape="0" sx="105000" sy="10500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39" name="Cross 14"/>
          <p:cNvSpPr/>
          <p:nvPr/>
        </p:nvSpPr>
        <p:spPr>
          <a:xfrm>
            <a:off x="3764160" y="4116960"/>
            <a:ext cx="601560" cy="601560"/>
          </a:xfrm>
          <a:prstGeom prst="plus">
            <a:avLst>
              <a:gd name="adj" fmla="val 40362"/>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a:endParaRPr>
          </a:p>
        </p:txBody>
      </p:sp>
      <p:sp>
        <p:nvSpPr>
          <p:cNvPr id="40" name="Equal 15"/>
          <p:cNvSpPr/>
          <p:nvPr/>
        </p:nvSpPr>
        <p:spPr>
          <a:xfrm>
            <a:off x="7741440" y="4116240"/>
            <a:ext cx="823680" cy="602640"/>
          </a:xfrm>
          <a:prstGeom prst="mathEqual">
            <a:avLst>
              <a:gd name="adj1" fmla="val 18785"/>
              <a:gd name="adj2" fmla="val 19125"/>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a:endParaRPr>
          </a:p>
        </p:txBody>
      </p:sp>
      <p:pic>
        <p:nvPicPr>
          <p:cNvPr id="41" name="Graphic 13" descr=""/>
          <p:cNvPicPr/>
          <p:nvPr/>
        </p:nvPicPr>
        <p:blipFill>
          <a:blip r:embed="rId4">
            <a:extLst>
              <a:ext uri="{96DAC541-7B7A-43D3-8B79-37D633B846F1}">
                <asvg:svgBlip xmlns:asvg="http://schemas.microsoft.com/office/drawing/2016/SVG/main" r:embed="rId5"/>
              </a:ext>
            </a:extLst>
          </a:blip>
          <a:stretch/>
        </p:blipFill>
        <p:spPr>
          <a:xfrm>
            <a:off x="11273040" y="222840"/>
            <a:ext cx="653760" cy="326520"/>
          </a:xfrm>
          <a:prstGeom prst="rect">
            <a:avLst/>
          </a:prstGeom>
          <a:ln w="0">
            <a:noFill/>
          </a:ln>
        </p:spPr>
      </p:pic>
      <p:sp>
        <p:nvSpPr>
          <p:cNvPr id="42" name="PlaceHolder 1"/>
          <p:cNvSpPr>
            <a:spLocks noGrp="1"/>
          </p:cNvSpPr>
          <p:nvPr>
            <p:ph type="sldNum" idx="10"/>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27425911-7922-4075-AA9C-6E5D9448BDE7}"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6"/>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43"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44" name="Cross 5"/>
          <p:cNvSpPr/>
          <p:nvPr/>
        </p:nvSpPr>
        <p:spPr>
          <a:xfrm>
            <a:off x="3297240" y="3128040"/>
            <a:ext cx="601560" cy="601560"/>
          </a:xfrm>
          <a:prstGeom prst="plus">
            <a:avLst>
              <a:gd name="adj" fmla="val 40362"/>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a:endParaRPr>
          </a:p>
        </p:txBody>
      </p:sp>
      <p:sp>
        <p:nvSpPr>
          <p:cNvPr id="45" name="Cross 6"/>
          <p:cNvSpPr/>
          <p:nvPr/>
        </p:nvSpPr>
        <p:spPr>
          <a:xfrm>
            <a:off x="7475040" y="3128040"/>
            <a:ext cx="601560" cy="601560"/>
          </a:xfrm>
          <a:prstGeom prst="plus">
            <a:avLst>
              <a:gd name="adj" fmla="val 40362"/>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a:endParaRPr>
          </a:p>
        </p:txBody>
      </p:sp>
      <p:sp>
        <p:nvSpPr>
          <p:cNvPr id="46" name="PlaceHolder 1"/>
          <p:cNvSpPr>
            <a:spLocks noGrp="1"/>
          </p:cNvSpPr>
          <p:nvPr>
            <p:ph type="sldNum" idx="11"/>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A77F51F2-E43D-49C9-B932-4D48FE691FA8}"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47"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s-AR" sz="4400" spc="-1" strike="noStrike">
                <a:solidFill>
                  <a:srgbClr val="000000"/>
                </a:solidFill>
                <a:latin typeface="Arial"/>
              </a:rPr>
              <a:t>Pulse para editar el formato del texto de título</a:t>
            </a:r>
            <a:endParaRPr b="0" lang="es-AR" sz="4400" spc="-1" strike="noStrike">
              <a:solidFill>
                <a:srgbClr val="000000"/>
              </a:solidFill>
              <a:latin typeface="Arial"/>
            </a:endParaRPr>
          </a:p>
        </p:txBody>
      </p:sp>
      <p:sp>
        <p:nvSpPr>
          <p:cNvPr id="48"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AR" sz="3200" spc="-1" strike="noStrike">
                <a:solidFill>
                  <a:srgbClr val="000000"/>
                </a:solidFill>
                <a:latin typeface="Arial"/>
              </a:rPr>
              <a:t>Pulse para </a:t>
            </a:r>
            <a:r>
              <a:rPr b="0" lang="es-AR" sz="3200" spc="-1" strike="noStrike">
                <a:solidFill>
                  <a:srgbClr val="000000"/>
                </a:solidFill>
                <a:latin typeface="Arial"/>
              </a:rPr>
              <a:t>editar el </a:t>
            </a:r>
            <a:r>
              <a:rPr b="0" lang="es-AR" sz="3200" spc="-1" strike="noStrike">
                <a:solidFill>
                  <a:srgbClr val="000000"/>
                </a:solidFill>
                <a:latin typeface="Arial"/>
              </a:rPr>
              <a:t>formato de </a:t>
            </a:r>
            <a:r>
              <a:rPr b="0" lang="es-AR" sz="3200" spc="-1" strike="noStrike">
                <a:solidFill>
                  <a:srgbClr val="000000"/>
                </a:solidFill>
                <a:latin typeface="Arial"/>
              </a:rPr>
              <a:t>texto del </a:t>
            </a:r>
            <a:r>
              <a:rPr b="0" lang="es-AR" sz="3200" spc="-1" strike="noStrike">
                <a:solidFill>
                  <a:srgbClr val="000000"/>
                </a:solidFill>
                <a:latin typeface="Arial"/>
              </a:rPr>
              <a:t>esquema</a:t>
            </a:r>
            <a:endParaRPr b="0" lang="es-A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AR" sz="2800" spc="-1" strike="noStrike">
                <a:solidFill>
                  <a:srgbClr val="000000"/>
                </a:solidFill>
                <a:latin typeface="Arial"/>
              </a:rPr>
              <a:t>Segundo nivel </a:t>
            </a:r>
            <a:r>
              <a:rPr b="0" lang="es-AR" sz="2800" spc="-1" strike="noStrike">
                <a:solidFill>
                  <a:srgbClr val="000000"/>
                </a:solidFill>
                <a:latin typeface="Arial"/>
              </a:rPr>
              <a:t>del esquema</a:t>
            </a:r>
            <a:endParaRPr b="0" lang="es-A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AR" sz="2400" spc="-1" strike="noStrike">
                <a:solidFill>
                  <a:srgbClr val="000000"/>
                </a:solidFill>
                <a:latin typeface="Arial"/>
              </a:rPr>
              <a:t>Tercer nivel </a:t>
            </a:r>
            <a:r>
              <a:rPr b="0" lang="es-AR" sz="2400" spc="-1" strike="noStrike">
                <a:solidFill>
                  <a:srgbClr val="000000"/>
                </a:solidFill>
                <a:latin typeface="Arial"/>
              </a:rPr>
              <a:t>del esquema</a:t>
            </a:r>
            <a:endParaRPr b="0" lang="es-A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AR" sz="2000" spc="-1" strike="noStrike">
                <a:solidFill>
                  <a:srgbClr val="000000"/>
                </a:solidFill>
                <a:latin typeface="Arial"/>
              </a:rPr>
              <a:t>Cuarto nivel </a:t>
            </a:r>
            <a:r>
              <a:rPr b="0" lang="es-AR" sz="2000" spc="-1" strike="noStrike">
                <a:solidFill>
                  <a:srgbClr val="000000"/>
                </a:solidFill>
                <a:latin typeface="Arial"/>
              </a:rPr>
              <a:t>del esquema</a:t>
            </a:r>
            <a:endParaRPr b="0" lang="es-A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AR" sz="2000" spc="-1" strike="noStrike">
                <a:solidFill>
                  <a:srgbClr val="000000"/>
                </a:solidFill>
                <a:latin typeface="Arial"/>
              </a:rPr>
              <a:t>Quinto </a:t>
            </a:r>
            <a:r>
              <a:rPr b="0" lang="es-AR" sz="2000" spc="-1" strike="noStrike">
                <a:solidFill>
                  <a:srgbClr val="000000"/>
                </a:solidFill>
                <a:latin typeface="Arial"/>
              </a:rPr>
              <a:t>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AR" sz="2000" spc="-1" strike="noStrike">
                <a:solidFill>
                  <a:srgbClr val="000000"/>
                </a:solidFill>
                <a:latin typeface="Arial"/>
              </a:rPr>
              <a:t>Sexto </a:t>
            </a:r>
            <a:r>
              <a:rPr b="0" lang="es-AR" sz="2000" spc="-1" strike="noStrike">
                <a:solidFill>
                  <a:srgbClr val="000000"/>
                </a:solidFill>
                <a:latin typeface="Arial"/>
              </a:rPr>
              <a:t>nivel </a:t>
            </a:r>
            <a:r>
              <a:rPr b="0" lang="es-AR" sz="2000" spc="-1" strike="noStrike">
                <a:solidFill>
                  <a:srgbClr val="000000"/>
                </a:solidFill>
                <a:latin typeface="Arial"/>
              </a:rPr>
              <a:t>del </a:t>
            </a:r>
            <a:r>
              <a:rPr b="0" lang="es-AR" sz="2000" spc="-1" strike="noStrike">
                <a:solidFill>
                  <a:srgbClr val="000000"/>
                </a:solidFill>
                <a:latin typeface="Arial"/>
              </a:rPr>
              <a:t>esqu</a:t>
            </a:r>
            <a:r>
              <a:rPr b="0" lang="es-AR" sz="2000" spc="-1" strike="noStrike">
                <a:solidFill>
                  <a:srgbClr val="000000"/>
                </a:solidFill>
                <a:latin typeface="Arial"/>
              </a:rPr>
              <a:t>ema</a:t>
            </a:r>
            <a:endParaRPr b="0" lang="es-A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AR" sz="2000" spc="-1" strike="noStrike">
                <a:solidFill>
                  <a:srgbClr val="000000"/>
                </a:solidFill>
                <a:latin typeface="Arial"/>
              </a:rPr>
              <a:t>S</a:t>
            </a:r>
            <a:r>
              <a:rPr b="0" lang="es-AR" sz="2000" spc="-1" strike="noStrike">
                <a:solidFill>
                  <a:srgbClr val="000000"/>
                </a:solidFill>
                <a:latin typeface="Arial"/>
              </a:rPr>
              <a:t>é</a:t>
            </a:r>
            <a:r>
              <a:rPr b="0" lang="es-AR" sz="2000" spc="-1" strike="noStrike">
                <a:solidFill>
                  <a:srgbClr val="000000"/>
                </a:solidFill>
                <a:latin typeface="Arial"/>
              </a:rPr>
              <a:t>pt</a:t>
            </a:r>
            <a:r>
              <a:rPr b="0" lang="es-AR" sz="2000" spc="-1" strike="noStrike">
                <a:solidFill>
                  <a:srgbClr val="000000"/>
                </a:solidFill>
                <a:latin typeface="Arial"/>
              </a:rPr>
              <a:t>i</a:t>
            </a:r>
            <a:r>
              <a:rPr b="0" lang="es-AR" sz="2000" spc="-1" strike="noStrike">
                <a:solidFill>
                  <a:srgbClr val="000000"/>
                </a:solidFill>
                <a:latin typeface="Arial"/>
              </a:rPr>
              <a:t>m</a:t>
            </a:r>
            <a:r>
              <a:rPr b="0" lang="es-AR" sz="2000" spc="-1" strike="noStrike">
                <a:solidFill>
                  <a:srgbClr val="000000"/>
                </a:solidFill>
                <a:latin typeface="Arial"/>
              </a:rPr>
              <a:t>o </a:t>
            </a:r>
            <a:r>
              <a:rPr b="0" lang="es-AR" sz="2000" spc="-1" strike="noStrike">
                <a:solidFill>
                  <a:srgbClr val="000000"/>
                </a:solidFill>
                <a:latin typeface="Arial"/>
              </a:rPr>
              <a:t>ni</a:t>
            </a:r>
            <a:r>
              <a:rPr b="0" lang="es-AR" sz="2000" spc="-1" strike="noStrike">
                <a:solidFill>
                  <a:srgbClr val="000000"/>
                </a:solidFill>
                <a:latin typeface="Arial"/>
              </a:rPr>
              <a:t>v</a:t>
            </a:r>
            <a:r>
              <a:rPr b="0" lang="es-AR" sz="2000" spc="-1" strike="noStrike">
                <a:solidFill>
                  <a:srgbClr val="000000"/>
                </a:solidFill>
                <a:latin typeface="Arial"/>
              </a:rPr>
              <a:t>el </a:t>
            </a:r>
            <a:r>
              <a:rPr b="0" lang="es-AR" sz="2000" spc="-1" strike="noStrike">
                <a:solidFill>
                  <a:srgbClr val="000000"/>
                </a:solidFill>
                <a:latin typeface="Arial"/>
              </a:rPr>
              <a:t>d</a:t>
            </a:r>
            <a:r>
              <a:rPr b="0" lang="es-AR" sz="2000" spc="-1" strike="noStrike">
                <a:solidFill>
                  <a:srgbClr val="000000"/>
                </a:solidFill>
                <a:latin typeface="Arial"/>
              </a:rPr>
              <a:t>el </a:t>
            </a:r>
            <a:r>
              <a:rPr b="0" lang="es-AR" sz="2000" spc="-1" strike="noStrike">
                <a:solidFill>
                  <a:srgbClr val="000000"/>
                </a:solidFill>
                <a:latin typeface="Arial"/>
              </a:rPr>
              <a:t>e</a:t>
            </a:r>
            <a:r>
              <a:rPr b="0" lang="es-AR" sz="2000" spc="-1" strike="noStrike">
                <a:solidFill>
                  <a:srgbClr val="000000"/>
                </a:solidFill>
                <a:latin typeface="Arial"/>
              </a:rPr>
              <a:t>s</a:t>
            </a:r>
            <a:r>
              <a:rPr b="0" lang="es-AR" sz="2000" spc="-1" strike="noStrike">
                <a:solidFill>
                  <a:srgbClr val="000000"/>
                </a:solidFill>
                <a:latin typeface="Arial"/>
              </a:rPr>
              <a:t>q</a:t>
            </a:r>
            <a:r>
              <a:rPr b="0" lang="es-AR" sz="2000" spc="-1" strike="noStrike">
                <a:solidFill>
                  <a:srgbClr val="000000"/>
                </a:solidFill>
                <a:latin typeface="Arial"/>
              </a:rPr>
              <a:t>u</a:t>
            </a:r>
            <a:r>
              <a:rPr b="0" lang="es-AR" sz="2000" spc="-1" strike="noStrike">
                <a:solidFill>
                  <a:srgbClr val="000000"/>
                </a:solidFill>
                <a:latin typeface="Arial"/>
              </a:rPr>
              <a:t>e</a:t>
            </a:r>
            <a:r>
              <a:rPr b="0" lang="es-AR" sz="2000" spc="-1" strike="noStrike">
                <a:solidFill>
                  <a:srgbClr val="000000"/>
                </a:solidFill>
                <a:latin typeface="Arial"/>
              </a:rPr>
              <a:t>m</a:t>
            </a:r>
            <a:r>
              <a:rPr b="0" lang="es-AR" sz="2000" spc="-1" strike="noStrike">
                <a:solidFill>
                  <a:srgbClr val="000000"/>
                </a:solidFill>
                <a:latin typeface="Arial"/>
              </a:rPr>
              <a:t>a</a:t>
            </a:r>
            <a:endParaRPr b="0" lang="es-A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9" r:id="rId4"/>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49"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pic>
        <p:nvPicPr>
          <p:cNvPr id="50" name="Picture 8" descr=""/>
          <p:cNvPicPr/>
          <p:nvPr/>
        </p:nvPicPr>
        <p:blipFill>
          <a:blip r:embed="rId4">
            <a:alphaModFix amt="65000"/>
          </a:blip>
          <a:stretch/>
        </p:blipFill>
        <p:spPr>
          <a:xfrm rot="10800000">
            <a:off x="720" y="0"/>
            <a:ext cx="12191400" cy="6857280"/>
          </a:xfrm>
          <a:prstGeom prst="rect">
            <a:avLst/>
          </a:prstGeom>
          <a:ln w="0">
            <a:noFill/>
          </a:ln>
        </p:spPr>
      </p:pic>
      <p:cxnSp>
        <p:nvCxnSpPr>
          <p:cNvPr id="51" name="Straight Connector 6"/>
          <p:cNvCxnSpPr/>
          <p:nvPr/>
        </p:nvCxnSpPr>
        <p:spPr>
          <a:xfrm>
            <a:off x="971640" y="2788920"/>
            <a:ext cx="783720" cy="720"/>
          </a:xfrm>
          <a:prstGeom prst="straightConnector1">
            <a:avLst/>
          </a:prstGeom>
          <a:ln w="19050">
            <a:solidFill>
              <a:srgbClr val="1700f3"/>
            </a:solidFill>
            <a:round/>
          </a:ln>
        </p:spPr>
      </p:cxnSp>
      <p:sp>
        <p:nvSpPr>
          <p:cNvPr id="52" name="PlaceHolder 1"/>
          <p:cNvSpPr>
            <a:spLocks noGrp="1"/>
          </p:cNvSpPr>
          <p:nvPr>
            <p:ph type="sldNum" idx="12"/>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DE69FE97-DC81-4B1C-BE68-8C6A1C2BC488}"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53"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s-AR" sz="4400" spc="-1" strike="noStrike">
                <a:solidFill>
                  <a:srgbClr val="000000"/>
                </a:solidFill>
                <a:latin typeface="Arial"/>
              </a:rPr>
              <a:t>Pulse para editar el formato del texto de título</a:t>
            </a:r>
            <a:endParaRPr b="0" lang="es-AR" sz="4400" spc="-1" strike="noStrike">
              <a:solidFill>
                <a:srgbClr val="000000"/>
              </a:solidFill>
              <a:latin typeface="Arial"/>
            </a:endParaRPr>
          </a:p>
        </p:txBody>
      </p:sp>
      <p:sp>
        <p:nvSpPr>
          <p:cNvPr id="54"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AR" sz="3200" spc="-1" strike="noStrike">
                <a:solidFill>
                  <a:srgbClr val="000000"/>
                </a:solidFill>
                <a:latin typeface="Arial"/>
              </a:rPr>
              <a:t>Pulse para </a:t>
            </a:r>
            <a:r>
              <a:rPr b="0" lang="es-AR" sz="3200" spc="-1" strike="noStrike">
                <a:solidFill>
                  <a:srgbClr val="000000"/>
                </a:solidFill>
                <a:latin typeface="Arial"/>
              </a:rPr>
              <a:t>editar el formato </a:t>
            </a:r>
            <a:r>
              <a:rPr b="0" lang="es-AR" sz="3200" spc="-1" strike="noStrike">
                <a:solidFill>
                  <a:srgbClr val="000000"/>
                </a:solidFill>
                <a:latin typeface="Arial"/>
              </a:rPr>
              <a:t>de texto del </a:t>
            </a:r>
            <a:r>
              <a:rPr b="0" lang="es-AR" sz="3200" spc="-1" strike="noStrike">
                <a:solidFill>
                  <a:srgbClr val="000000"/>
                </a:solidFill>
                <a:latin typeface="Arial"/>
              </a:rPr>
              <a:t>esquema</a:t>
            </a:r>
            <a:endParaRPr b="0" lang="es-A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AR" sz="2800" spc="-1" strike="noStrike">
                <a:solidFill>
                  <a:srgbClr val="000000"/>
                </a:solidFill>
                <a:latin typeface="Arial"/>
              </a:rPr>
              <a:t>Segundo nivel </a:t>
            </a:r>
            <a:r>
              <a:rPr b="0" lang="es-AR" sz="2800" spc="-1" strike="noStrike">
                <a:solidFill>
                  <a:srgbClr val="000000"/>
                </a:solidFill>
                <a:latin typeface="Arial"/>
              </a:rPr>
              <a:t>del esquema</a:t>
            </a:r>
            <a:endParaRPr b="0" lang="es-A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AR" sz="2400" spc="-1" strike="noStrike">
                <a:solidFill>
                  <a:srgbClr val="000000"/>
                </a:solidFill>
                <a:latin typeface="Arial"/>
              </a:rPr>
              <a:t>Tercer nivel del </a:t>
            </a:r>
            <a:r>
              <a:rPr b="0" lang="es-AR" sz="2400" spc="-1" strike="noStrike">
                <a:solidFill>
                  <a:srgbClr val="000000"/>
                </a:solidFill>
                <a:latin typeface="Arial"/>
              </a:rPr>
              <a:t>esquema</a:t>
            </a:r>
            <a:endParaRPr b="0" lang="es-A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AR" sz="2000" spc="-1" strike="noStrike">
                <a:solidFill>
                  <a:srgbClr val="000000"/>
                </a:solidFill>
                <a:latin typeface="Arial"/>
              </a:rPr>
              <a:t>Cuarto 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AR" sz="2000" spc="-1" strike="noStrike">
                <a:solidFill>
                  <a:srgbClr val="000000"/>
                </a:solidFill>
                <a:latin typeface="Arial"/>
              </a:rPr>
              <a:t>Quinto </a:t>
            </a:r>
            <a:r>
              <a:rPr b="0" lang="es-AR" sz="2000" spc="-1" strike="noStrike">
                <a:solidFill>
                  <a:srgbClr val="000000"/>
                </a:solidFill>
                <a:latin typeface="Arial"/>
              </a:rPr>
              <a:t>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AR" sz="2000" spc="-1" strike="noStrike">
                <a:solidFill>
                  <a:srgbClr val="000000"/>
                </a:solidFill>
                <a:latin typeface="Arial"/>
              </a:rPr>
              <a:t>Sexto </a:t>
            </a:r>
            <a:r>
              <a:rPr b="0" lang="es-AR" sz="2000" spc="-1" strike="noStrike">
                <a:solidFill>
                  <a:srgbClr val="000000"/>
                </a:solidFill>
                <a:latin typeface="Arial"/>
              </a:rPr>
              <a:t>nivel </a:t>
            </a:r>
            <a:r>
              <a:rPr b="0" lang="es-AR" sz="2000" spc="-1" strike="noStrike">
                <a:solidFill>
                  <a:srgbClr val="000000"/>
                </a:solidFill>
                <a:latin typeface="Arial"/>
              </a:rPr>
              <a:t>del </a:t>
            </a:r>
            <a:r>
              <a:rPr b="0" lang="es-AR" sz="2000" spc="-1" strike="noStrike">
                <a:solidFill>
                  <a:srgbClr val="000000"/>
                </a:solidFill>
                <a:latin typeface="Arial"/>
              </a:rPr>
              <a:t>esque</a:t>
            </a:r>
            <a:r>
              <a:rPr b="0" lang="es-AR" sz="2000" spc="-1" strike="noStrike">
                <a:solidFill>
                  <a:srgbClr val="000000"/>
                </a:solidFill>
                <a:latin typeface="Arial"/>
              </a:rPr>
              <a:t>ma</a:t>
            </a:r>
            <a:endParaRPr b="0" lang="es-A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AR" sz="2000" spc="-1" strike="noStrike">
                <a:solidFill>
                  <a:srgbClr val="000000"/>
                </a:solidFill>
                <a:latin typeface="Arial"/>
              </a:rPr>
              <a:t>Sép</a:t>
            </a:r>
            <a:r>
              <a:rPr b="0" lang="es-AR" sz="2000" spc="-1" strike="noStrike">
                <a:solidFill>
                  <a:srgbClr val="000000"/>
                </a:solidFill>
                <a:latin typeface="Arial"/>
              </a:rPr>
              <a:t>tim</a:t>
            </a:r>
            <a:r>
              <a:rPr b="0" lang="es-AR" sz="2000" spc="-1" strike="noStrike">
                <a:solidFill>
                  <a:srgbClr val="000000"/>
                </a:solidFill>
                <a:latin typeface="Arial"/>
              </a:rPr>
              <a:t>o </a:t>
            </a:r>
            <a:r>
              <a:rPr b="0" lang="es-AR" sz="2000" spc="-1" strike="noStrike">
                <a:solidFill>
                  <a:srgbClr val="000000"/>
                </a:solidFill>
                <a:latin typeface="Arial"/>
              </a:rPr>
              <a:t>nive</a:t>
            </a:r>
            <a:r>
              <a:rPr b="0" lang="es-AR" sz="2000" spc="-1" strike="noStrike">
                <a:solidFill>
                  <a:srgbClr val="000000"/>
                </a:solidFill>
                <a:latin typeface="Arial"/>
              </a:rPr>
              <a:t>l del </a:t>
            </a:r>
            <a:r>
              <a:rPr b="0" lang="es-AR" sz="2000" spc="-1" strike="noStrike">
                <a:solidFill>
                  <a:srgbClr val="000000"/>
                </a:solidFill>
                <a:latin typeface="Arial"/>
              </a:rPr>
              <a:t>esq</a:t>
            </a:r>
            <a:r>
              <a:rPr b="0" lang="es-AR" sz="2000" spc="-1" strike="noStrike">
                <a:solidFill>
                  <a:srgbClr val="000000"/>
                </a:solidFill>
                <a:latin typeface="Arial"/>
              </a:rPr>
              <a:t>ue</a:t>
            </a:r>
            <a:r>
              <a:rPr b="0" lang="es-AR" sz="2000" spc="-1" strike="noStrike">
                <a:solidFill>
                  <a:srgbClr val="000000"/>
                </a:solidFill>
                <a:latin typeface="Arial"/>
              </a:rPr>
              <a:t>ma</a:t>
            </a:r>
            <a:endParaRPr b="0" lang="es-A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1" r:id="rId5"/>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55"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56" name="PlaceHolder 1"/>
          <p:cNvSpPr>
            <a:spLocks noGrp="1"/>
          </p:cNvSpPr>
          <p:nvPr>
            <p:ph type="sldNum" idx="13"/>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93B6A8E9-2C00-4A1B-A897-22468D0D7EC5}"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3" r:id="rId4"/>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57"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58" name="PlaceHolder 1"/>
          <p:cNvSpPr>
            <a:spLocks noGrp="1"/>
          </p:cNvSpPr>
          <p:nvPr>
            <p:ph type="sldNum" idx="14"/>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FEEE8991-7FF6-4B4F-818E-23A5B0AA5F57}"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5" r:id="rId4"/>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59"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60" name="Rectangle 1"/>
          <p:cNvSpPr/>
          <p:nvPr/>
        </p:nvSpPr>
        <p:spPr>
          <a:xfrm>
            <a:off x="4064040" y="0"/>
            <a:ext cx="406332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a:endParaRPr>
          </a:p>
        </p:txBody>
      </p:sp>
      <p:sp>
        <p:nvSpPr>
          <p:cNvPr id="61" name="Text Placeholder 5"/>
          <p:cNvSpPr/>
          <p:nvPr/>
        </p:nvSpPr>
        <p:spPr>
          <a:xfrm>
            <a:off x="8484120" y="3879000"/>
            <a:ext cx="3370680" cy="2375640"/>
          </a:xfrm>
          <a:prstGeom prst="roundRect">
            <a:avLst>
              <a:gd name="adj" fmla="val 3710"/>
            </a:avLst>
          </a:prstGeom>
          <a:solidFill>
            <a:schemeClr val="bg1"/>
          </a:solidFill>
          <a:ln w="28575">
            <a:noFill/>
          </a:ln>
          <a:effectLst>
            <a:outerShdw algn="ctr" blurRad="166680" rotWithShape="0" sx="102000" sy="102000">
              <a:srgbClr val="000000">
                <a:alpha val="2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r>
              <a:rPr b="0" lang="en-US" sz="1900" spc="-1" strike="noStrike">
                <a:solidFill>
                  <a:schemeClr val="dk1"/>
                </a:solidFill>
                <a:latin typeface="Avenir Next LT Pro"/>
                <a:ea typeface="Avenir Next"/>
              </a:rPr>
              <a:t>Click to edit Master text styles</a:t>
            </a:r>
            <a:endParaRPr b="0" lang="es-AR" sz="1900" spc="-1" strike="noStrike">
              <a:solidFill>
                <a:srgbClr val="000000"/>
              </a:solidFill>
              <a:latin typeface="Arial"/>
            </a:endParaRPr>
          </a:p>
        </p:txBody>
      </p:sp>
      <p:sp>
        <p:nvSpPr>
          <p:cNvPr id="62" name="PlaceHolder 1"/>
          <p:cNvSpPr>
            <a:spLocks noGrp="1"/>
          </p:cNvSpPr>
          <p:nvPr>
            <p:ph type="sldNum" idx="15"/>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53CCBFF7-1E87-45CF-8BED-F6592F085539}"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63"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s-AR" sz="4400" spc="-1" strike="noStrike">
                <a:solidFill>
                  <a:srgbClr val="000000"/>
                </a:solidFill>
                <a:latin typeface="Arial"/>
              </a:rPr>
              <a:t>Pulse para editar el formato del texto de título</a:t>
            </a:r>
            <a:endParaRPr b="0" lang="es-AR" sz="4400" spc="-1" strike="noStrike">
              <a:solidFill>
                <a:srgbClr val="000000"/>
              </a:solidFill>
              <a:latin typeface="Arial"/>
            </a:endParaRPr>
          </a:p>
        </p:txBody>
      </p:sp>
      <p:sp>
        <p:nvSpPr>
          <p:cNvPr id="64"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AR" sz="3200" spc="-1" strike="noStrike">
                <a:solidFill>
                  <a:srgbClr val="000000"/>
                </a:solidFill>
                <a:latin typeface="Arial"/>
              </a:rPr>
              <a:t>Pulse para </a:t>
            </a:r>
            <a:r>
              <a:rPr b="0" lang="es-AR" sz="3200" spc="-1" strike="noStrike">
                <a:solidFill>
                  <a:srgbClr val="000000"/>
                </a:solidFill>
                <a:latin typeface="Arial"/>
              </a:rPr>
              <a:t>editar el </a:t>
            </a:r>
            <a:r>
              <a:rPr b="0" lang="es-AR" sz="3200" spc="-1" strike="noStrike">
                <a:solidFill>
                  <a:srgbClr val="000000"/>
                </a:solidFill>
                <a:latin typeface="Arial"/>
              </a:rPr>
              <a:t>formato de </a:t>
            </a:r>
            <a:r>
              <a:rPr b="0" lang="es-AR" sz="3200" spc="-1" strike="noStrike">
                <a:solidFill>
                  <a:srgbClr val="000000"/>
                </a:solidFill>
                <a:latin typeface="Arial"/>
              </a:rPr>
              <a:t>texto del </a:t>
            </a:r>
            <a:r>
              <a:rPr b="0" lang="es-AR" sz="3200" spc="-1" strike="noStrike">
                <a:solidFill>
                  <a:srgbClr val="000000"/>
                </a:solidFill>
                <a:latin typeface="Arial"/>
              </a:rPr>
              <a:t>esquema</a:t>
            </a:r>
            <a:endParaRPr b="0" lang="es-A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AR" sz="2800" spc="-1" strike="noStrike">
                <a:solidFill>
                  <a:srgbClr val="000000"/>
                </a:solidFill>
                <a:latin typeface="Arial"/>
              </a:rPr>
              <a:t>Segundo nivel </a:t>
            </a:r>
            <a:r>
              <a:rPr b="0" lang="es-AR" sz="2800" spc="-1" strike="noStrike">
                <a:solidFill>
                  <a:srgbClr val="000000"/>
                </a:solidFill>
                <a:latin typeface="Arial"/>
              </a:rPr>
              <a:t>del esquema</a:t>
            </a:r>
            <a:endParaRPr b="0" lang="es-A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AR" sz="2400" spc="-1" strike="noStrike">
                <a:solidFill>
                  <a:srgbClr val="000000"/>
                </a:solidFill>
                <a:latin typeface="Arial"/>
              </a:rPr>
              <a:t>Tercer nivel </a:t>
            </a:r>
            <a:r>
              <a:rPr b="0" lang="es-AR" sz="2400" spc="-1" strike="noStrike">
                <a:solidFill>
                  <a:srgbClr val="000000"/>
                </a:solidFill>
                <a:latin typeface="Arial"/>
              </a:rPr>
              <a:t>del esquema</a:t>
            </a:r>
            <a:endParaRPr b="0" lang="es-A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AR" sz="2000" spc="-1" strike="noStrike">
                <a:solidFill>
                  <a:srgbClr val="000000"/>
                </a:solidFill>
                <a:latin typeface="Arial"/>
              </a:rPr>
              <a:t>Cuarto nivel </a:t>
            </a:r>
            <a:r>
              <a:rPr b="0" lang="es-AR" sz="2000" spc="-1" strike="noStrike">
                <a:solidFill>
                  <a:srgbClr val="000000"/>
                </a:solidFill>
                <a:latin typeface="Arial"/>
              </a:rPr>
              <a:t>del esquema</a:t>
            </a:r>
            <a:endParaRPr b="0" lang="es-A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AR" sz="2000" spc="-1" strike="noStrike">
                <a:solidFill>
                  <a:srgbClr val="000000"/>
                </a:solidFill>
                <a:latin typeface="Arial"/>
              </a:rPr>
              <a:t>Quinto </a:t>
            </a:r>
            <a:r>
              <a:rPr b="0" lang="es-AR" sz="2000" spc="-1" strike="noStrike">
                <a:solidFill>
                  <a:srgbClr val="000000"/>
                </a:solidFill>
                <a:latin typeface="Arial"/>
              </a:rPr>
              <a:t>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AR" sz="2000" spc="-1" strike="noStrike">
                <a:solidFill>
                  <a:srgbClr val="000000"/>
                </a:solidFill>
                <a:latin typeface="Arial"/>
              </a:rPr>
              <a:t>Sexto </a:t>
            </a:r>
            <a:r>
              <a:rPr b="0" lang="es-AR" sz="2000" spc="-1" strike="noStrike">
                <a:solidFill>
                  <a:srgbClr val="000000"/>
                </a:solidFill>
                <a:latin typeface="Arial"/>
              </a:rPr>
              <a:t>nivel </a:t>
            </a:r>
            <a:r>
              <a:rPr b="0" lang="es-AR" sz="2000" spc="-1" strike="noStrike">
                <a:solidFill>
                  <a:srgbClr val="000000"/>
                </a:solidFill>
                <a:latin typeface="Arial"/>
              </a:rPr>
              <a:t>del </a:t>
            </a:r>
            <a:r>
              <a:rPr b="0" lang="es-AR" sz="2000" spc="-1" strike="noStrike">
                <a:solidFill>
                  <a:srgbClr val="000000"/>
                </a:solidFill>
                <a:latin typeface="Arial"/>
              </a:rPr>
              <a:t>esqu</a:t>
            </a:r>
            <a:r>
              <a:rPr b="0" lang="es-AR" sz="2000" spc="-1" strike="noStrike">
                <a:solidFill>
                  <a:srgbClr val="000000"/>
                </a:solidFill>
                <a:latin typeface="Arial"/>
              </a:rPr>
              <a:t>ema</a:t>
            </a:r>
            <a:endParaRPr b="0" lang="es-A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AR" sz="2000" spc="-1" strike="noStrike">
                <a:solidFill>
                  <a:srgbClr val="000000"/>
                </a:solidFill>
                <a:latin typeface="Arial"/>
              </a:rPr>
              <a:t>S</a:t>
            </a:r>
            <a:r>
              <a:rPr b="0" lang="es-AR" sz="2000" spc="-1" strike="noStrike">
                <a:solidFill>
                  <a:srgbClr val="000000"/>
                </a:solidFill>
                <a:latin typeface="Arial"/>
              </a:rPr>
              <a:t>é</a:t>
            </a:r>
            <a:r>
              <a:rPr b="0" lang="es-AR" sz="2000" spc="-1" strike="noStrike">
                <a:solidFill>
                  <a:srgbClr val="000000"/>
                </a:solidFill>
                <a:latin typeface="Arial"/>
              </a:rPr>
              <a:t>pt</a:t>
            </a:r>
            <a:r>
              <a:rPr b="0" lang="es-AR" sz="2000" spc="-1" strike="noStrike">
                <a:solidFill>
                  <a:srgbClr val="000000"/>
                </a:solidFill>
                <a:latin typeface="Arial"/>
              </a:rPr>
              <a:t>i</a:t>
            </a:r>
            <a:r>
              <a:rPr b="0" lang="es-AR" sz="2000" spc="-1" strike="noStrike">
                <a:solidFill>
                  <a:srgbClr val="000000"/>
                </a:solidFill>
                <a:latin typeface="Arial"/>
              </a:rPr>
              <a:t>m</a:t>
            </a:r>
            <a:r>
              <a:rPr b="0" lang="es-AR" sz="2000" spc="-1" strike="noStrike">
                <a:solidFill>
                  <a:srgbClr val="000000"/>
                </a:solidFill>
                <a:latin typeface="Arial"/>
              </a:rPr>
              <a:t>o </a:t>
            </a:r>
            <a:r>
              <a:rPr b="0" lang="es-AR" sz="2000" spc="-1" strike="noStrike">
                <a:solidFill>
                  <a:srgbClr val="000000"/>
                </a:solidFill>
                <a:latin typeface="Arial"/>
              </a:rPr>
              <a:t>ni</a:t>
            </a:r>
            <a:r>
              <a:rPr b="0" lang="es-AR" sz="2000" spc="-1" strike="noStrike">
                <a:solidFill>
                  <a:srgbClr val="000000"/>
                </a:solidFill>
                <a:latin typeface="Arial"/>
              </a:rPr>
              <a:t>v</a:t>
            </a:r>
            <a:r>
              <a:rPr b="0" lang="es-AR" sz="2000" spc="-1" strike="noStrike">
                <a:solidFill>
                  <a:srgbClr val="000000"/>
                </a:solidFill>
                <a:latin typeface="Arial"/>
              </a:rPr>
              <a:t>el </a:t>
            </a:r>
            <a:r>
              <a:rPr b="0" lang="es-AR" sz="2000" spc="-1" strike="noStrike">
                <a:solidFill>
                  <a:srgbClr val="000000"/>
                </a:solidFill>
                <a:latin typeface="Arial"/>
              </a:rPr>
              <a:t>d</a:t>
            </a:r>
            <a:r>
              <a:rPr b="0" lang="es-AR" sz="2000" spc="-1" strike="noStrike">
                <a:solidFill>
                  <a:srgbClr val="000000"/>
                </a:solidFill>
                <a:latin typeface="Arial"/>
              </a:rPr>
              <a:t>el </a:t>
            </a:r>
            <a:r>
              <a:rPr b="0" lang="es-AR" sz="2000" spc="-1" strike="noStrike">
                <a:solidFill>
                  <a:srgbClr val="000000"/>
                </a:solidFill>
                <a:latin typeface="Arial"/>
              </a:rPr>
              <a:t>e</a:t>
            </a:r>
            <a:r>
              <a:rPr b="0" lang="es-AR" sz="2000" spc="-1" strike="noStrike">
                <a:solidFill>
                  <a:srgbClr val="000000"/>
                </a:solidFill>
                <a:latin typeface="Arial"/>
              </a:rPr>
              <a:t>s</a:t>
            </a:r>
            <a:r>
              <a:rPr b="0" lang="es-AR" sz="2000" spc="-1" strike="noStrike">
                <a:solidFill>
                  <a:srgbClr val="000000"/>
                </a:solidFill>
                <a:latin typeface="Arial"/>
              </a:rPr>
              <a:t>q</a:t>
            </a:r>
            <a:r>
              <a:rPr b="0" lang="es-AR" sz="2000" spc="-1" strike="noStrike">
                <a:solidFill>
                  <a:srgbClr val="000000"/>
                </a:solidFill>
                <a:latin typeface="Arial"/>
              </a:rPr>
              <a:t>u</a:t>
            </a:r>
            <a:r>
              <a:rPr b="0" lang="es-AR" sz="2000" spc="-1" strike="noStrike">
                <a:solidFill>
                  <a:srgbClr val="000000"/>
                </a:solidFill>
                <a:latin typeface="Arial"/>
              </a:rPr>
              <a:t>e</a:t>
            </a:r>
            <a:r>
              <a:rPr b="0" lang="es-AR" sz="2000" spc="-1" strike="noStrike">
                <a:solidFill>
                  <a:srgbClr val="000000"/>
                </a:solidFill>
                <a:latin typeface="Arial"/>
              </a:rPr>
              <a:t>m</a:t>
            </a:r>
            <a:r>
              <a:rPr b="0" lang="es-AR" sz="2000" spc="-1" strike="noStrike">
                <a:solidFill>
                  <a:srgbClr val="000000"/>
                </a:solidFill>
                <a:latin typeface="Arial"/>
              </a:rPr>
              <a:t>a</a:t>
            </a:r>
            <a:endParaRPr b="0" lang="es-A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7" r:id="rId4"/>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65"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66" name="PlaceHolder 1"/>
          <p:cNvSpPr>
            <a:spLocks noGrp="1"/>
          </p:cNvSpPr>
          <p:nvPr>
            <p:ph type="sldNum" idx="16"/>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8BB46037-67BA-433E-BFA7-E8EB62D6212E}"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9" r:id="rId4"/>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67"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68" name="Slide Number Placeholder 5"/>
          <p:cNvSpPr/>
          <p:nvPr/>
        </p:nvSpPr>
        <p:spPr>
          <a:xfrm>
            <a:off x="11521440" y="6486120"/>
            <a:ext cx="320040" cy="364320"/>
          </a:xfrm>
          <a:prstGeom prst="rect">
            <a:avLst/>
          </a:prstGeom>
          <a:noFill/>
          <a:ln w="0">
            <a:noFill/>
          </a:ln>
        </p:spPr>
        <p:style>
          <a:lnRef idx="0"/>
          <a:fillRef idx="0"/>
          <a:effectRef idx="0"/>
          <a:fontRef idx="minor"/>
        </p:style>
        <p:txBody>
          <a:bodyPr lIns="0" rIns="0" tIns="45000" bIns="45000" anchor="t">
            <a:noAutofit/>
          </a:bodyPr>
          <a:p>
            <a:pPr algn="r" defTabSz="914400">
              <a:lnSpc>
                <a:spcPct val="100000"/>
              </a:lnSpc>
            </a:pPr>
            <a:fld id="{13942C70-1461-4E14-8930-521E5D6A8F57}"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1" r:id="rId4"/>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69"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70" name="Rectangle 2"/>
          <p:cNvSpPr/>
          <p:nvPr/>
        </p:nvSpPr>
        <p:spPr>
          <a:xfrm>
            <a:off x="0" y="1076400"/>
            <a:ext cx="12191400" cy="57808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a:endParaRPr>
          </a:p>
        </p:txBody>
      </p:sp>
      <p:grpSp>
        <p:nvGrpSpPr>
          <p:cNvPr id="71" name="Group 26"/>
          <p:cNvGrpSpPr/>
          <p:nvPr/>
        </p:nvGrpSpPr>
        <p:grpSpPr>
          <a:xfrm>
            <a:off x="5075280" y="3254040"/>
            <a:ext cx="4747680" cy="3229200"/>
            <a:chOff x="5075280" y="3254040"/>
            <a:chExt cx="4747680" cy="3229200"/>
          </a:xfrm>
        </p:grpSpPr>
        <p:cxnSp>
          <p:nvCxnSpPr>
            <p:cNvPr id="72" name="Straight Connector 27"/>
            <p:cNvCxnSpPr/>
            <p:nvPr/>
          </p:nvCxnSpPr>
          <p:spPr>
            <a:xfrm>
              <a:off x="5075280" y="3254040"/>
              <a:ext cx="720" cy="3229560"/>
            </a:xfrm>
            <a:prstGeom prst="straightConnector1">
              <a:avLst/>
            </a:prstGeom>
            <a:ln w="12700">
              <a:solidFill>
                <a:srgbClr val="00095b"/>
              </a:solidFill>
              <a:prstDash val="sysDot"/>
              <a:round/>
            </a:ln>
          </p:spPr>
        </p:cxnSp>
        <p:cxnSp>
          <p:nvCxnSpPr>
            <p:cNvPr id="73" name="Straight Connector 28"/>
            <p:cNvCxnSpPr/>
            <p:nvPr/>
          </p:nvCxnSpPr>
          <p:spPr>
            <a:xfrm>
              <a:off x="9822600" y="3254040"/>
              <a:ext cx="720" cy="3229560"/>
            </a:xfrm>
            <a:prstGeom prst="straightConnector1">
              <a:avLst/>
            </a:prstGeom>
            <a:ln w="12700">
              <a:solidFill>
                <a:srgbClr val="00095b"/>
              </a:solidFill>
              <a:prstDash val="sysDot"/>
              <a:round/>
            </a:ln>
          </p:spPr>
        </p:cxnSp>
      </p:grpSp>
      <p:grpSp>
        <p:nvGrpSpPr>
          <p:cNvPr id="74" name="Group 65"/>
          <p:cNvGrpSpPr/>
          <p:nvPr/>
        </p:nvGrpSpPr>
        <p:grpSpPr>
          <a:xfrm>
            <a:off x="5075280" y="1352880"/>
            <a:ext cx="4747680" cy="1651680"/>
            <a:chOff x="5075280" y="1352880"/>
            <a:chExt cx="4747680" cy="1651680"/>
          </a:xfrm>
        </p:grpSpPr>
        <p:cxnSp>
          <p:nvCxnSpPr>
            <p:cNvPr id="75" name="Straight Connector 66"/>
            <p:cNvCxnSpPr/>
            <p:nvPr/>
          </p:nvCxnSpPr>
          <p:spPr>
            <a:xfrm>
              <a:off x="5075280" y="1352880"/>
              <a:ext cx="720" cy="1652040"/>
            </a:xfrm>
            <a:prstGeom prst="straightConnector1">
              <a:avLst/>
            </a:prstGeom>
            <a:ln w="12700">
              <a:solidFill>
                <a:srgbClr val="00095b"/>
              </a:solidFill>
              <a:prstDash val="sysDot"/>
              <a:round/>
            </a:ln>
          </p:spPr>
        </p:cxnSp>
        <p:cxnSp>
          <p:nvCxnSpPr>
            <p:cNvPr id="76" name="Straight Connector 67"/>
            <p:cNvCxnSpPr/>
            <p:nvPr/>
          </p:nvCxnSpPr>
          <p:spPr>
            <a:xfrm>
              <a:off x="9822600" y="1352880"/>
              <a:ext cx="720" cy="1652040"/>
            </a:xfrm>
            <a:prstGeom prst="straightConnector1">
              <a:avLst/>
            </a:prstGeom>
            <a:ln w="12700">
              <a:solidFill>
                <a:srgbClr val="00095b"/>
              </a:solidFill>
              <a:prstDash val="sysDot"/>
              <a:round/>
            </a:ln>
          </p:spPr>
        </p:cxnSp>
      </p:grpSp>
      <p:cxnSp>
        <p:nvCxnSpPr>
          <p:cNvPr id="77" name="Straight Connector 29"/>
          <p:cNvCxnSpPr/>
          <p:nvPr/>
        </p:nvCxnSpPr>
        <p:spPr>
          <a:xfrm>
            <a:off x="2954520" y="4936680"/>
            <a:ext cx="9043560" cy="720"/>
          </a:xfrm>
          <a:prstGeom prst="straightConnector1">
            <a:avLst/>
          </a:prstGeom>
          <a:ln w="12700">
            <a:solidFill>
              <a:srgbClr val="00095b"/>
            </a:solidFill>
            <a:prstDash val="sysDot"/>
            <a:round/>
          </a:ln>
        </p:spPr>
      </p:cxnSp>
      <p:cxnSp>
        <p:nvCxnSpPr>
          <p:cNvPr id="78" name="Straight Connector 4"/>
          <p:cNvCxnSpPr/>
          <p:nvPr/>
        </p:nvCxnSpPr>
        <p:spPr>
          <a:xfrm>
            <a:off x="2701800" y="1076400"/>
            <a:ext cx="720" cy="5782320"/>
          </a:xfrm>
          <a:prstGeom prst="straightConnector1">
            <a:avLst/>
          </a:prstGeom>
          <a:ln w="38100">
            <a:solidFill>
              <a:srgbClr val="ffffff"/>
            </a:solidFill>
            <a:round/>
          </a:ln>
        </p:spPr>
      </p:cxnSp>
      <p:cxnSp>
        <p:nvCxnSpPr>
          <p:cNvPr id="79" name="Straight Connector 25"/>
          <p:cNvCxnSpPr/>
          <p:nvPr/>
        </p:nvCxnSpPr>
        <p:spPr>
          <a:xfrm>
            <a:off x="7446600" y="1076400"/>
            <a:ext cx="720" cy="5782320"/>
          </a:xfrm>
          <a:prstGeom prst="straightConnector1">
            <a:avLst/>
          </a:prstGeom>
          <a:ln w="38100">
            <a:solidFill>
              <a:srgbClr val="ffffff"/>
            </a:solidFill>
            <a:round/>
          </a:ln>
        </p:spPr>
      </p:cxnSp>
      <p:sp>
        <p:nvSpPr>
          <p:cNvPr id="80" name="PlaceHolder 1"/>
          <p:cNvSpPr>
            <a:spLocks noGrp="1"/>
          </p:cNvSpPr>
          <p:nvPr>
            <p:ph type="sldNum" idx="17"/>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5537F14B-9337-4FB6-9498-2D2C15040A40}"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3" r:id="rId4"/>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81"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82" name="PlaceHolder 1"/>
          <p:cNvSpPr>
            <a:spLocks noGrp="1"/>
          </p:cNvSpPr>
          <p:nvPr>
            <p:ph type="sldNum" idx="18"/>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FBFC2A2D-A2A4-4DBF-AB52-40E7C06DBBD3}"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5" r:id="rId4"/>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83"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pic>
        <p:nvPicPr>
          <p:cNvPr id="84" name="Graphic 1" descr=""/>
          <p:cNvPicPr/>
          <p:nvPr/>
        </p:nvPicPr>
        <p:blipFill>
          <a:blip r:embed="rId4">
            <a:extLst>
              <a:ext uri="{96DAC541-7B7A-43D3-8B79-37D633B846F1}">
                <asvg:svgBlip xmlns:asvg="http://schemas.microsoft.com/office/drawing/2016/SVG/main" r:embed="rId5"/>
              </a:ext>
            </a:extLst>
          </a:blip>
          <a:stretch/>
        </p:blipFill>
        <p:spPr>
          <a:xfrm>
            <a:off x="11273040" y="222840"/>
            <a:ext cx="653760" cy="326520"/>
          </a:xfrm>
          <a:prstGeom prst="rect">
            <a:avLst/>
          </a:prstGeom>
          <a:ln w="0">
            <a:noFill/>
          </a:ln>
        </p:spPr>
      </p:pic>
      <p:sp>
        <p:nvSpPr>
          <p:cNvPr id="85" name="PlaceHolder 1"/>
          <p:cNvSpPr>
            <a:spLocks noGrp="1"/>
          </p:cNvSpPr>
          <p:nvPr>
            <p:ph type="sldNum" idx="19"/>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C81042AD-B6AF-40F0-9581-73F9387B1EF0}"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7" r:id="rId6"/>
  </p:sldLayoutIdLst>
</p:sldMaster>
</file>

<file path=ppt/slideMasters/slideMaster2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86"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87" name="Rectangle 15"/>
          <p:cNvSpPr/>
          <p:nvPr/>
        </p:nvSpPr>
        <p:spPr>
          <a:xfrm>
            <a:off x="4064040" y="0"/>
            <a:ext cx="406332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a:endParaRPr>
          </a:p>
        </p:txBody>
      </p:sp>
      <p:grpSp>
        <p:nvGrpSpPr>
          <p:cNvPr id="88" name="Group 6"/>
          <p:cNvGrpSpPr/>
          <p:nvPr/>
        </p:nvGrpSpPr>
        <p:grpSpPr>
          <a:xfrm>
            <a:off x="720" y="3986280"/>
            <a:ext cx="12190680" cy="63360"/>
            <a:chOff x="720" y="3986280"/>
            <a:chExt cx="12190680" cy="63360"/>
          </a:xfrm>
        </p:grpSpPr>
        <p:sp>
          <p:nvSpPr>
            <p:cNvPr id="89" name="Rectangle 3"/>
            <p:cNvSpPr/>
            <p:nvPr/>
          </p:nvSpPr>
          <p:spPr>
            <a:xfrm>
              <a:off x="720" y="3986280"/>
              <a:ext cx="4062240" cy="6336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dk1"/>
                </a:solidFill>
                <a:latin typeface="Avenir Next"/>
              </a:endParaRPr>
            </a:p>
          </p:txBody>
        </p:sp>
        <p:sp>
          <p:nvSpPr>
            <p:cNvPr id="90" name="Rectangle 4"/>
            <p:cNvSpPr/>
            <p:nvPr/>
          </p:nvSpPr>
          <p:spPr>
            <a:xfrm>
              <a:off x="4063320" y="3986280"/>
              <a:ext cx="4068360" cy="63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dk1"/>
                </a:solidFill>
                <a:latin typeface="Avenir Next"/>
              </a:endParaRPr>
            </a:p>
          </p:txBody>
        </p:sp>
        <p:sp>
          <p:nvSpPr>
            <p:cNvPr id="91" name="Rectangle 5"/>
            <p:cNvSpPr/>
            <p:nvPr/>
          </p:nvSpPr>
          <p:spPr>
            <a:xfrm>
              <a:off x="8129160" y="3986280"/>
              <a:ext cx="4062240" cy="633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p:style>
          <p:txBody>
            <a:bodyPr lIns="90000" rIns="90000" tIns="19080" bIns="19080" anchor="ctr">
              <a:noAutofit/>
            </a:bodyPr>
            <a:p>
              <a:pPr algn="ctr" defTabSz="914400">
                <a:lnSpc>
                  <a:spcPct val="100000"/>
                </a:lnSpc>
              </a:pPr>
              <a:endParaRPr b="0" lang="en-US" sz="1800" spc="-1" strike="noStrike">
                <a:solidFill>
                  <a:schemeClr val="dk1"/>
                </a:solidFill>
                <a:latin typeface="Avenir Next"/>
              </a:endParaRPr>
            </a:p>
          </p:txBody>
        </p:sp>
      </p:grpSp>
      <p:sp>
        <p:nvSpPr>
          <p:cNvPr id="92" name="PlaceHolder 1"/>
          <p:cNvSpPr>
            <a:spLocks noGrp="1"/>
          </p:cNvSpPr>
          <p:nvPr>
            <p:ph type="sldNum" idx="20"/>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8C99FD6A-D7B3-415A-BADA-91CBBBCF2A71}"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9" r:id="rId4"/>
  </p:sldLayoutIdLst>
</p:sldMaster>
</file>

<file path=ppt/slideMasters/slideMaster2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93"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94" name="Rectangle 11"/>
          <p:cNvSpPr/>
          <p:nvPr/>
        </p:nvSpPr>
        <p:spPr>
          <a:xfrm>
            <a:off x="6108480" y="0"/>
            <a:ext cx="609912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pic>
        <p:nvPicPr>
          <p:cNvPr id="95" name="Graphic 1" descr=""/>
          <p:cNvPicPr/>
          <p:nvPr/>
        </p:nvPicPr>
        <p:blipFill>
          <a:blip r:embed="rId4">
            <a:extLst>
              <a:ext uri="{96DAC541-7B7A-43D3-8B79-37D633B846F1}">
                <asvg:svgBlip xmlns:asvg="http://schemas.microsoft.com/office/drawing/2016/SVG/main" r:embed="rId5"/>
              </a:ext>
            </a:extLst>
          </a:blip>
          <a:stretch/>
        </p:blipFill>
        <p:spPr>
          <a:xfrm>
            <a:off x="11273040" y="222840"/>
            <a:ext cx="653760" cy="326520"/>
          </a:xfrm>
          <a:prstGeom prst="rect">
            <a:avLst/>
          </a:prstGeom>
          <a:ln w="0">
            <a:noFill/>
          </a:ln>
        </p:spPr>
      </p:pic>
      <p:sp>
        <p:nvSpPr>
          <p:cNvPr id="96" name="PlaceHolder 1"/>
          <p:cNvSpPr>
            <a:spLocks noGrp="1"/>
          </p:cNvSpPr>
          <p:nvPr>
            <p:ph type="sldNum" idx="21"/>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AE8345F3-0624-436A-B152-A754EFC511FE}"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97"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s-AR" sz="4400" spc="-1" strike="noStrike">
                <a:solidFill>
                  <a:srgbClr val="000000"/>
                </a:solidFill>
                <a:latin typeface="Arial"/>
              </a:rPr>
              <a:t>Pulse para editar el formato del texto de título</a:t>
            </a:r>
            <a:endParaRPr b="0" lang="es-AR" sz="4400" spc="-1" strike="noStrike">
              <a:solidFill>
                <a:srgbClr val="000000"/>
              </a:solidFill>
              <a:latin typeface="Arial"/>
            </a:endParaRPr>
          </a:p>
        </p:txBody>
      </p:sp>
      <p:sp>
        <p:nvSpPr>
          <p:cNvPr id="98"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AR" sz="3200" spc="-1" strike="noStrike">
                <a:solidFill>
                  <a:srgbClr val="000000"/>
                </a:solidFill>
                <a:latin typeface="Arial"/>
              </a:rPr>
              <a:t>Pulse para </a:t>
            </a:r>
            <a:r>
              <a:rPr b="0" lang="es-AR" sz="3200" spc="-1" strike="noStrike">
                <a:solidFill>
                  <a:srgbClr val="000000"/>
                </a:solidFill>
                <a:latin typeface="Arial"/>
              </a:rPr>
              <a:t>editar el formato </a:t>
            </a:r>
            <a:r>
              <a:rPr b="0" lang="es-AR" sz="3200" spc="-1" strike="noStrike">
                <a:solidFill>
                  <a:srgbClr val="000000"/>
                </a:solidFill>
                <a:latin typeface="Arial"/>
              </a:rPr>
              <a:t>de texto del </a:t>
            </a:r>
            <a:r>
              <a:rPr b="0" lang="es-AR" sz="3200" spc="-1" strike="noStrike">
                <a:solidFill>
                  <a:srgbClr val="000000"/>
                </a:solidFill>
                <a:latin typeface="Arial"/>
              </a:rPr>
              <a:t>esquema</a:t>
            </a:r>
            <a:endParaRPr b="0" lang="es-A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AR" sz="2800" spc="-1" strike="noStrike">
                <a:solidFill>
                  <a:srgbClr val="000000"/>
                </a:solidFill>
                <a:latin typeface="Arial"/>
              </a:rPr>
              <a:t>Segundo nivel </a:t>
            </a:r>
            <a:r>
              <a:rPr b="0" lang="es-AR" sz="2800" spc="-1" strike="noStrike">
                <a:solidFill>
                  <a:srgbClr val="000000"/>
                </a:solidFill>
                <a:latin typeface="Arial"/>
              </a:rPr>
              <a:t>del esquema</a:t>
            </a:r>
            <a:endParaRPr b="0" lang="es-A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AR" sz="2400" spc="-1" strike="noStrike">
                <a:solidFill>
                  <a:srgbClr val="000000"/>
                </a:solidFill>
                <a:latin typeface="Arial"/>
              </a:rPr>
              <a:t>Tercer nivel del </a:t>
            </a:r>
            <a:r>
              <a:rPr b="0" lang="es-AR" sz="2400" spc="-1" strike="noStrike">
                <a:solidFill>
                  <a:srgbClr val="000000"/>
                </a:solidFill>
                <a:latin typeface="Arial"/>
              </a:rPr>
              <a:t>esquema</a:t>
            </a:r>
            <a:endParaRPr b="0" lang="es-A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AR" sz="2000" spc="-1" strike="noStrike">
                <a:solidFill>
                  <a:srgbClr val="000000"/>
                </a:solidFill>
                <a:latin typeface="Arial"/>
              </a:rPr>
              <a:t>Cuarto 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AR" sz="2000" spc="-1" strike="noStrike">
                <a:solidFill>
                  <a:srgbClr val="000000"/>
                </a:solidFill>
                <a:latin typeface="Arial"/>
              </a:rPr>
              <a:t>Quinto </a:t>
            </a:r>
            <a:r>
              <a:rPr b="0" lang="es-AR" sz="2000" spc="-1" strike="noStrike">
                <a:solidFill>
                  <a:srgbClr val="000000"/>
                </a:solidFill>
                <a:latin typeface="Arial"/>
              </a:rPr>
              <a:t>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AR" sz="2000" spc="-1" strike="noStrike">
                <a:solidFill>
                  <a:srgbClr val="000000"/>
                </a:solidFill>
                <a:latin typeface="Arial"/>
              </a:rPr>
              <a:t>Sexto </a:t>
            </a:r>
            <a:r>
              <a:rPr b="0" lang="es-AR" sz="2000" spc="-1" strike="noStrike">
                <a:solidFill>
                  <a:srgbClr val="000000"/>
                </a:solidFill>
                <a:latin typeface="Arial"/>
              </a:rPr>
              <a:t>nivel </a:t>
            </a:r>
            <a:r>
              <a:rPr b="0" lang="es-AR" sz="2000" spc="-1" strike="noStrike">
                <a:solidFill>
                  <a:srgbClr val="000000"/>
                </a:solidFill>
                <a:latin typeface="Arial"/>
              </a:rPr>
              <a:t>del </a:t>
            </a:r>
            <a:r>
              <a:rPr b="0" lang="es-AR" sz="2000" spc="-1" strike="noStrike">
                <a:solidFill>
                  <a:srgbClr val="000000"/>
                </a:solidFill>
                <a:latin typeface="Arial"/>
              </a:rPr>
              <a:t>esque</a:t>
            </a:r>
            <a:r>
              <a:rPr b="0" lang="es-AR" sz="2000" spc="-1" strike="noStrike">
                <a:solidFill>
                  <a:srgbClr val="000000"/>
                </a:solidFill>
                <a:latin typeface="Arial"/>
              </a:rPr>
              <a:t>ma</a:t>
            </a:r>
            <a:endParaRPr b="0" lang="es-A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AR" sz="2000" spc="-1" strike="noStrike">
                <a:solidFill>
                  <a:srgbClr val="000000"/>
                </a:solidFill>
                <a:latin typeface="Arial"/>
              </a:rPr>
              <a:t>Sép</a:t>
            </a:r>
            <a:r>
              <a:rPr b="0" lang="es-AR" sz="2000" spc="-1" strike="noStrike">
                <a:solidFill>
                  <a:srgbClr val="000000"/>
                </a:solidFill>
                <a:latin typeface="Arial"/>
              </a:rPr>
              <a:t>tim</a:t>
            </a:r>
            <a:r>
              <a:rPr b="0" lang="es-AR" sz="2000" spc="-1" strike="noStrike">
                <a:solidFill>
                  <a:srgbClr val="000000"/>
                </a:solidFill>
                <a:latin typeface="Arial"/>
              </a:rPr>
              <a:t>o </a:t>
            </a:r>
            <a:r>
              <a:rPr b="0" lang="es-AR" sz="2000" spc="-1" strike="noStrike">
                <a:solidFill>
                  <a:srgbClr val="000000"/>
                </a:solidFill>
                <a:latin typeface="Arial"/>
              </a:rPr>
              <a:t>nive</a:t>
            </a:r>
            <a:r>
              <a:rPr b="0" lang="es-AR" sz="2000" spc="-1" strike="noStrike">
                <a:solidFill>
                  <a:srgbClr val="000000"/>
                </a:solidFill>
                <a:latin typeface="Arial"/>
              </a:rPr>
              <a:t>l del </a:t>
            </a:r>
            <a:r>
              <a:rPr b="0" lang="es-AR" sz="2000" spc="-1" strike="noStrike">
                <a:solidFill>
                  <a:srgbClr val="000000"/>
                </a:solidFill>
                <a:latin typeface="Arial"/>
              </a:rPr>
              <a:t>esq</a:t>
            </a:r>
            <a:r>
              <a:rPr b="0" lang="es-AR" sz="2000" spc="-1" strike="noStrike">
                <a:solidFill>
                  <a:srgbClr val="000000"/>
                </a:solidFill>
                <a:latin typeface="Arial"/>
              </a:rPr>
              <a:t>ue</a:t>
            </a:r>
            <a:r>
              <a:rPr b="0" lang="es-AR" sz="2000" spc="-1" strike="noStrike">
                <a:solidFill>
                  <a:srgbClr val="000000"/>
                </a:solidFill>
                <a:latin typeface="Arial"/>
              </a:rPr>
              <a:t>ma</a:t>
            </a:r>
            <a:endParaRPr b="0" lang="es-A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91" r:id="rId6"/>
  </p:sldLayoutIdLst>
</p:sldMaster>
</file>

<file path=ppt/slideMasters/slideMaster2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99"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00" name="PlaceHolder 1"/>
          <p:cNvSpPr>
            <a:spLocks noGrp="1"/>
          </p:cNvSpPr>
          <p:nvPr>
            <p:ph type="sldNum" idx="22"/>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D0F4360F-D548-4FA9-BA8C-646315268D19}"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93" r:id="rId4"/>
  </p:sldLayoutIdLst>
</p:sldMaster>
</file>

<file path=ppt/slideMasters/slideMaster2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01"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02" name="Rectangle 11"/>
          <p:cNvSpPr/>
          <p:nvPr/>
        </p:nvSpPr>
        <p:spPr>
          <a:xfrm>
            <a:off x="6092280" y="0"/>
            <a:ext cx="609912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pic>
        <p:nvPicPr>
          <p:cNvPr id="103" name="Graphic 1" descr=""/>
          <p:cNvPicPr/>
          <p:nvPr/>
        </p:nvPicPr>
        <p:blipFill>
          <a:blip r:embed="rId4">
            <a:extLst>
              <a:ext uri="{96DAC541-7B7A-43D3-8B79-37D633B846F1}">
                <asvg:svgBlip xmlns:asvg="http://schemas.microsoft.com/office/drawing/2016/SVG/main" r:embed="rId5"/>
              </a:ext>
            </a:extLst>
          </a:blip>
          <a:stretch/>
        </p:blipFill>
        <p:spPr>
          <a:xfrm>
            <a:off x="11273040" y="222840"/>
            <a:ext cx="653760" cy="326520"/>
          </a:xfrm>
          <a:prstGeom prst="rect">
            <a:avLst/>
          </a:prstGeom>
          <a:ln w="0">
            <a:noFill/>
          </a:ln>
        </p:spPr>
      </p:pic>
      <p:sp>
        <p:nvSpPr>
          <p:cNvPr id="104" name="PlaceHolder 1"/>
          <p:cNvSpPr>
            <a:spLocks noGrp="1"/>
          </p:cNvSpPr>
          <p:nvPr>
            <p:ph type="sldNum" idx="23"/>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2374E3BD-7051-4030-A60F-580446DB650C}"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95" r:id="rId6"/>
  </p:sldLayoutIdLst>
</p:sldMaster>
</file>

<file path=ppt/slideMasters/slideMaster2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05"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06" name="PlaceHolder 1"/>
          <p:cNvSpPr>
            <a:spLocks noGrp="1"/>
          </p:cNvSpPr>
          <p:nvPr>
            <p:ph type="sldNum" idx="24"/>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C93D239F-7AEF-4B64-885B-F8635D2A5411}"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97" r:id="rId4"/>
  </p:sldLayoutIdLst>
</p:sldMaster>
</file>

<file path=ppt/slideMasters/slideMaster2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07"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08" name="Rectangle 22"/>
          <p:cNvSpPr/>
          <p:nvPr/>
        </p:nvSpPr>
        <p:spPr>
          <a:xfrm>
            <a:off x="0" y="1625760"/>
            <a:ext cx="12191400" cy="52315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nvGrpSpPr>
          <p:cNvPr id="109" name="Group 24"/>
          <p:cNvGrpSpPr/>
          <p:nvPr/>
        </p:nvGrpSpPr>
        <p:grpSpPr>
          <a:xfrm>
            <a:off x="4070880" y="1472760"/>
            <a:ext cx="4060800" cy="5385600"/>
            <a:chOff x="4070880" y="1472760"/>
            <a:chExt cx="4060800" cy="5385600"/>
          </a:xfrm>
        </p:grpSpPr>
        <p:cxnSp>
          <p:nvCxnSpPr>
            <p:cNvPr id="110" name="Straight Connector 25"/>
            <p:cNvCxnSpPr/>
            <p:nvPr/>
          </p:nvCxnSpPr>
          <p:spPr>
            <a:xfrm>
              <a:off x="4070880" y="1472760"/>
              <a:ext cx="720" cy="5385960"/>
            </a:xfrm>
            <a:prstGeom prst="straightConnector1">
              <a:avLst/>
            </a:prstGeom>
            <a:ln w="38100">
              <a:solidFill>
                <a:srgbClr val="ffffff"/>
              </a:solidFill>
              <a:round/>
            </a:ln>
          </p:spPr>
        </p:cxnSp>
        <p:cxnSp>
          <p:nvCxnSpPr>
            <p:cNvPr id="111" name="Straight Connector 26"/>
            <p:cNvCxnSpPr/>
            <p:nvPr/>
          </p:nvCxnSpPr>
          <p:spPr>
            <a:xfrm>
              <a:off x="8131320" y="1472760"/>
              <a:ext cx="720" cy="5385960"/>
            </a:xfrm>
            <a:prstGeom prst="straightConnector1">
              <a:avLst/>
            </a:prstGeom>
            <a:ln w="38100">
              <a:solidFill>
                <a:srgbClr val="ffffff"/>
              </a:solidFill>
              <a:round/>
            </a:ln>
          </p:spPr>
        </p:cxnSp>
      </p:grpSp>
      <p:sp>
        <p:nvSpPr>
          <p:cNvPr id="112" name="Cross 29"/>
          <p:cNvSpPr/>
          <p:nvPr/>
        </p:nvSpPr>
        <p:spPr>
          <a:xfrm>
            <a:off x="3920040" y="1190880"/>
            <a:ext cx="301680" cy="301680"/>
          </a:xfrm>
          <a:prstGeom prst="plus">
            <a:avLst>
              <a:gd name="adj" fmla="val 40362"/>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13" name="Equal 30"/>
          <p:cNvSpPr/>
          <p:nvPr/>
        </p:nvSpPr>
        <p:spPr>
          <a:xfrm>
            <a:off x="7924320" y="1190520"/>
            <a:ext cx="413640" cy="302400"/>
          </a:xfrm>
          <a:prstGeom prst="mathEqual">
            <a:avLst>
              <a:gd name="adj1" fmla="val 18785"/>
              <a:gd name="adj2" fmla="val 19125"/>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14" name="PlaceHolder 1"/>
          <p:cNvSpPr>
            <a:spLocks noGrp="1"/>
          </p:cNvSpPr>
          <p:nvPr>
            <p:ph type="sldNum" idx="25"/>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C98C6CB8-BC2F-4D8B-961D-BF77B38EFC92}"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99" r:id="rId4"/>
  </p:sldLayoutIdLst>
</p:sldMaster>
</file>

<file path=ppt/slideMasters/slideMaster2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15"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16" name="PlaceHolder 1"/>
          <p:cNvSpPr>
            <a:spLocks noGrp="1"/>
          </p:cNvSpPr>
          <p:nvPr>
            <p:ph type="sldNum" idx="26"/>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DF3EA480-2D40-406F-AA89-32F7FDD2F5A5}"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01" r:id="rId4"/>
  </p:sldLayoutIdLst>
</p:sldMaster>
</file>

<file path=ppt/slideMasters/slideMaster2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17"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18" name="Text Placeholder 6"/>
          <p:cNvSpPr/>
          <p:nvPr/>
        </p:nvSpPr>
        <p:spPr>
          <a:xfrm>
            <a:off x="5428800" y="2169720"/>
            <a:ext cx="1306080" cy="1306080"/>
          </a:xfrm>
          <a:prstGeom prst="ellipse">
            <a:avLst/>
          </a:prstGeom>
          <a:noFill/>
          <a:ln w="0">
            <a:noFill/>
          </a:ln>
        </p:spPr>
        <p:style>
          <a:lnRef idx="0"/>
          <a:fillRef idx="0"/>
          <a:effectRef idx="0"/>
          <a:fontRef idx="minor"/>
        </p:style>
        <p:txBody>
          <a:bodyPr wrap="none" lIns="0" rIns="0" tIns="45000" bIns="274320" anchor="ctr">
            <a:noAutofit/>
          </a:bodyPr>
          <a:p>
            <a:pPr algn="ctr" defTabSz="914400">
              <a:lnSpc>
                <a:spcPct val="90000"/>
              </a:lnSpc>
              <a:spcBef>
                <a:spcPts val="1001"/>
              </a:spcBef>
              <a:tabLst>
                <a:tab algn="l" pos="0"/>
              </a:tabLst>
            </a:pPr>
            <a:r>
              <a:rPr b="0" lang="en-US" sz="4400" spc="46" strike="noStrike">
                <a:solidFill>
                  <a:schemeClr val="dk1"/>
                </a:solidFill>
                <a:latin typeface="Avenir Next LT Pro"/>
                <a:ea typeface="Avenir Next"/>
              </a:rPr>
              <a:t>XX</a:t>
            </a:r>
            <a:endParaRPr b="0" lang="es-AR" sz="4400" spc="-1" strike="noStrike">
              <a:solidFill>
                <a:srgbClr val="000000"/>
              </a:solidFill>
              <a:latin typeface="Arial"/>
            </a:endParaRPr>
          </a:p>
        </p:txBody>
      </p:sp>
      <p:sp>
        <p:nvSpPr>
          <p:cNvPr id="119" name="Text Placeholder 6"/>
          <p:cNvSpPr/>
          <p:nvPr/>
        </p:nvSpPr>
        <p:spPr>
          <a:xfrm>
            <a:off x="9454680" y="2169720"/>
            <a:ext cx="1306080" cy="1306080"/>
          </a:xfrm>
          <a:prstGeom prst="ellipse">
            <a:avLst/>
          </a:prstGeom>
          <a:noFill/>
          <a:ln w="0">
            <a:noFill/>
          </a:ln>
        </p:spPr>
        <p:style>
          <a:lnRef idx="0"/>
          <a:fillRef idx="0"/>
          <a:effectRef idx="0"/>
          <a:fontRef idx="minor"/>
        </p:style>
        <p:txBody>
          <a:bodyPr wrap="none" lIns="0" rIns="0" tIns="45000" bIns="274320" anchor="ctr">
            <a:noAutofit/>
          </a:bodyPr>
          <a:p>
            <a:pPr algn="ctr" defTabSz="914400">
              <a:lnSpc>
                <a:spcPct val="90000"/>
              </a:lnSpc>
              <a:spcBef>
                <a:spcPts val="1001"/>
              </a:spcBef>
              <a:tabLst>
                <a:tab algn="l" pos="0"/>
              </a:tabLst>
            </a:pPr>
            <a:r>
              <a:rPr b="0" lang="en-US" sz="4400" spc="46" strike="noStrike">
                <a:solidFill>
                  <a:schemeClr val="dk1"/>
                </a:solidFill>
                <a:latin typeface="Avenir Next LT Pro"/>
                <a:ea typeface="Avenir Next"/>
              </a:rPr>
              <a:t>XX</a:t>
            </a:r>
            <a:endParaRPr b="0" lang="es-AR" sz="4400" spc="-1" strike="noStrike">
              <a:solidFill>
                <a:srgbClr val="000000"/>
              </a:solidFill>
              <a:latin typeface="Arial"/>
            </a:endParaRPr>
          </a:p>
        </p:txBody>
      </p:sp>
      <p:grpSp>
        <p:nvGrpSpPr>
          <p:cNvPr id="120" name="Group 22"/>
          <p:cNvGrpSpPr/>
          <p:nvPr/>
        </p:nvGrpSpPr>
        <p:grpSpPr>
          <a:xfrm>
            <a:off x="4063680" y="1967400"/>
            <a:ext cx="4064400" cy="4357440"/>
            <a:chOff x="4063680" y="1967400"/>
            <a:chExt cx="4064400" cy="4357440"/>
          </a:xfrm>
        </p:grpSpPr>
        <p:cxnSp>
          <p:nvCxnSpPr>
            <p:cNvPr id="121" name="Straight Connector 23"/>
            <p:cNvCxnSpPr/>
            <p:nvPr/>
          </p:nvCxnSpPr>
          <p:spPr>
            <a:xfrm>
              <a:off x="4063680" y="1967400"/>
              <a:ext cx="720" cy="4357800"/>
            </a:xfrm>
            <a:prstGeom prst="straightConnector1">
              <a:avLst/>
            </a:prstGeom>
            <a:ln w="0">
              <a:solidFill>
                <a:srgbClr val="b9bcbd"/>
              </a:solidFill>
            </a:ln>
          </p:spPr>
        </p:cxnSp>
        <p:cxnSp>
          <p:nvCxnSpPr>
            <p:cNvPr id="122" name="Straight Connector 24"/>
            <p:cNvCxnSpPr/>
            <p:nvPr/>
          </p:nvCxnSpPr>
          <p:spPr>
            <a:xfrm>
              <a:off x="8127720" y="1967400"/>
              <a:ext cx="720" cy="4357800"/>
            </a:xfrm>
            <a:prstGeom prst="straightConnector1">
              <a:avLst/>
            </a:prstGeom>
            <a:ln w="0">
              <a:solidFill>
                <a:srgbClr val="b9bcbd"/>
              </a:solidFill>
            </a:ln>
          </p:spPr>
        </p:cxnSp>
      </p:grpSp>
      <p:sp>
        <p:nvSpPr>
          <p:cNvPr id="123" name="Text Placeholder 6"/>
          <p:cNvSpPr/>
          <p:nvPr/>
        </p:nvSpPr>
        <p:spPr>
          <a:xfrm>
            <a:off x="1331640" y="2169720"/>
            <a:ext cx="1306080" cy="1306080"/>
          </a:xfrm>
          <a:prstGeom prst="ellipse">
            <a:avLst/>
          </a:prstGeom>
          <a:noFill/>
          <a:ln w="0">
            <a:noFill/>
          </a:ln>
        </p:spPr>
        <p:style>
          <a:lnRef idx="0"/>
          <a:fillRef idx="0"/>
          <a:effectRef idx="0"/>
          <a:fontRef idx="minor"/>
        </p:style>
        <p:txBody>
          <a:bodyPr wrap="none" lIns="0" rIns="0" tIns="45000" bIns="274320" anchor="ctr">
            <a:noAutofit/>
          </a:bodyPr>
          <a:p>
            <a:pPr algn="ctr" defTabSz="914400">
              <a:lnSpc>
                <a:spcPct val="90000"/>
              </a:lnSpc>
              <a:spcBef>
                <a:spcPts val="1001"/>
              </a:spcBef>
              <a:tabLst>
                <a:tab algn="l" pos="0"/>
              </a:tabLst>
            </a:pPr>
            <a:r>
              <a:rPr b="0" lang="en-US" sz="4400" spc="46" strike="noStrike">
                <a:solidFill>
                  <a:schemeClr val="dk1"/>
                </a:solidFill>
                <a:latin typeface="Avenir Next LT Pro"/>
                <a:ea typeface="Avenir Next"/>
              </a:rPr>
              <a:t>XX</a:t>
            </a:r>
            <a:endParaRPr b="0" lang="es-AR" sz="4400" spc="-1" strike="noStrike">
              <a:solidFill>
                <a:srgbClr val="000000"/>
              </a:solidFill>
              <a:latin typeface="Arial"/>
            </a:endParaRPr>
          </a:p>
        </p:txBody>
      </p:sp>
      <p:sp>
        <p:nvSpPr>
          <p:cNvPr id="124" name="PlaceHolder 1"/>
          <p:cNvSpPr>
            <a:spLocks noGrp="1"/>
          </p:cNvSpPr>
          <p:nvPr>
            <p:ph type="sldNum" idx="27"/>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CF5151F1-D5DD-49F8-825A-6FAD3A378147}"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03" r:id="rId4"/>
  </p:sldLayoutIdLst>
</p:sldMaster>
</file>

<file path=ppt/slideMasters/slideMaster2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25"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26" name="PlaceHolder 1"/>
          <p:cNvSpPr>
            <a:spLocks noGrp="1"/>
          </p:cNvSpPr>
          <p:nvPr>
            <p:ph type="sldNum" idx="28"/>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1FB843DE-3FE3-4700-85ED-6E58E2CD5BE0}"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05" r:id="rId4"/>
  </p:sldLayoutIdLst>
</p:sldMaster>
</file>

<file path=ppt/slideMasters/slideMaster3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27"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28" name="PlaceHolder 1"/>
          <p:cNvSpPr>
            <a:spLocks noGrp="1"/>
          </p:cNvSpPr>
          <p:nvPr>
            <p:ph type="sldNum" idx="29"/>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A05B8088-0776-467E-814B-A61956B580AD}"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07" r:id="rId4"/>
  </p:sldLayoutIdLst>
</p:sldMaster>
</file>

<file path=ppt/slideMasters/slideMaster3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29"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30" name="Rectangle 1"/>
          <p:cNvSpPr/>
          <p:nvPr/>
        </p:nvSpPr>
        <p:spPr>
          <a:xfrm>
            <a:off x="0" y="0"/>
            <a:ext cx="1220904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cxnSp>
        <p:nvCxnSpPr>
          <p:cNvPr id="131" name="Straight Connector 6"/>
          <p:cNvCxnSpPr/>
          <p:nvPr/>
        </p:nvCxnSpPr>
        <p:spPr>
          <a:xfrm>
            <a:off x="3047760" y="0"/>
            <a:ext cx="720" cy="6858360"/>
          </a:xfrm>
          <a:prstGeom prst="straightConnector1">
            <a:avLst/>
          </a:prstGeom>
          <a:ln w="47625">
            <a:solidFill>
              <a:srgbClr val="ffffff"/>
            </a:solidFill>
            <a:round/>
          </a:ln>
        </p:spPr>
      </p:cxnSp>
      <p:cxnSp>
        <p:nvCxnSpPr>
          <p:cNvPr id="132" name="Straight Connector 7"/>
          <p:cNvCxnSpPr/>
          <p:nvPr/>
        </p:nvCxnSpPr>
        <p:spPr>
          <a:xfrm>
            <a:off x="6095880" y="0"/>
            <a:ext cx="720" cy="6858360"/>
          </a:xfrm>
          <a:prstGeom prst="straightConnector1">
            <a:avLst/>
          </a:prstGeom>
          <a:ln w="47625">
            <a:solidFill>
              <a:srgbClr val="ffffff"/>
            </a:solidFill>
            <a:round/>
          </a:ln>
        </p:spPr>
      </p:cxnSp>
      <p:cxnSp>
        <p:nvCxnSpPr>
          <p:cNvPr id="133" name="Straight Connector 8"/>
          <p:cNvCxnSpPr/>
          <p:nvPr/>
        </p:nvCxnSpPr>
        <p:spPr>
          <a:xfrm>
            <a:off x="9144000" y="0"/>
            <a:ext cx="720" cy="6858360"/>
          </a:xfrm>
          <a:prstGeom prst="straightConnector1">
            <a:avLst/>
          </a:prstGeom>
          <a:ln w="47625">
            <a:solidFill>
              <a:srgbClr val="ffffff"/>
            </a:solidFill>
            <a:round/>
          </a:ln>
        </p:spPr>
      </p:cxnSp>
      <p:pic>
        <p:nvPicPr>
          <p:cNvPr id="134" name="Graphic 2" descr=""/>
          <p:cNvPicPr/>
          <p:nvPr/>
        </p:nvPicPr>
        <p:blipFill>
          <a:blip r:embed="rId4">
            <a:extLst>
              <a:ext uri="{96DAC541-7B7A-43D3-8B79-37D633B846F1}">
                <asvg:svgBlip xmlns:asvg="http://schemas.microsoft.com/office/drawing/2016/SVG/main" r:embed="rId5"/>
              </a:ext>
            </a:extLst>
          </a:blip>
          <a:stretch/>
        </p:blipFill>
        <p:spPr>
          <a:xfrm>
            <a:off x="11273040" y="222840"/>
            <a:ext cx="653760" cy="326520"/>
          </a:xfrm>
          <a:prstGeom prst="rect">
            <a:avLst/>
          </a:prstGeom>
          <a:ln w="0">
            <a:noFill/>
          </a:ln>
        </p:spPr>
      </p:pic>
      <p:sp>
        <p:nvSpPr>
          <p:cNvPr id="135" name="PlaceHolder 1"/>
          <p:cNvSpPr>
            <a:spLocks noGrp="1"/>
          </p:cNvSpPr>
          <p:nvPr>
            <p:ph type="sldNum" idx="30"/>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91AB18E7-5E02-4F3B-8C2A-52E062B8E7AE}"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09" r:id="rId6"/>
  </p:sldLayoutIdLst>
</p:sldMaster>
</file>

<file path=ppt/slideMasters/slideMaster3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36"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37" name="Rectangle 1"/>
          <p:cNvSpPr/>
          <p:nvPr/>
        </p:nvSpPr>
        <p:spPr>
          <a:xfrm>
            <a:off x="0" y="1018080"/>
            <a:ext cx="12191400" cy="58392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38" name="Rounded Rectangle 18"/>
          <p:cNvSpPr/>
          <p:nvPr/>
        </p:nvSpPr>
        <p:spPr>
          <a:xfrm>
            <a:off x="9185400" y="4065840"/>
            <a:ext cx="2797920" cy="2280960"/>
          </a:xfrm>
          <a:prstGeom prst="roundRect">
            <a:avLst>
              <a:gd name="adj" fmla="val 6170"/>
            </a:avLst>
          </a:prstGeom>
          <a:solidFill>
            <a:schemeClr val="bg1"/>
          </a:solidFill>
          <a:ln w="28575">
            <a:noFill/>
          </a:ln>
          <a:effectLst>
            <a:outerShdw algn="ctr" blurRad="166680" rotWithShape="0" sx="102000" sy="102000">
              <a:srgbClr val="000000">
                <a:alpha val="1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endParaRPr b="0" lang="en-US" sz="1900" spc="-1" strike="noStrike">
              <a:solidFill>
                <a:schemeClr val="dk1"/>
              </a:solidFill>
              <a:latin typeface="Avenir Next LT Pro"/>
            </a:endParaRPr>
          </a:p>
        </p:txBody>
      </p:sp>
      <p:sp>
        <p:nvSpPr>
          <p:cNvPr id="139" name="Rounded Rectangle 19"/>
          <p:cNvSpPr/>
          <p:nvPr/>
        </p:nvSpPr>
        <p:spPr>
          <a:xfrm>
            <a:off x="6273000" y="4065840"/>
            <a:ext cx="2797920" cy="2280960"/>
          </a:xfrm>
          <a:prstGeom prst="roundRect">
            <a:avLst>
              <a:gd name="adj" fmla="val 6170"/>
            </a:avLst>
          </a:prstGeom>
          <a:solidFill>
            <a:schemeClr val="bg1"/>
          </a:solidFill>
          <a:ln w="28575">
            <a:noFill/>
          </a:ln>
          <a:effectLst>
            <a:outerShdw algn="ctr" blurRad="166680" rotWithShape="0" sx="102000" sy="102000">
              <a:srgbClr val="000000">
                <a:alpha val="1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endParaRPr b="0" lang="en-US" sz="1900" spc="-1" strike="noStrike">
              <a:solidFill>
                <a:schemeClr val="dk1"/>
              </a:solidFill>
              <a:latin typeface="Avenir Next LT Pro"/>
            </a:endParaRPr>
          </a:p>
        </p:txBody>
      </p:sp>
      <p:sp>
        <p:nvSpPr>
          <p:cNvPr id="140" name="Rounded Rectangle 21"/>
          <p:cNvSpPr/>
          <p:nvPr/>
        </p:nvSpPr>
        <p:spPr>
          <a:xfrm>
            <a:off x="3129120" y="4065840"/>
            <a:ext cx="2797920" cy="2280960"/>
          </a:xfrm>
          <a:prstGeom prst="roundRect">
            <a:avLst>
              <a:gd name="adj" fmla="val 6170"/>
            </a:avLst>
          </a:prstGeom>
          <a:solidFill>
            <a:schemeClr val="bg1"/>
          </a:solidFill>
          <a:ln w="28575">
            <a:noFill/>
          </a:ln>
          <a:effectLst>
            <a:outerShdw algn="ctr" blurRad="166680" rotWithShape="0" sx="102000" sy="102000">
              <a:srgbClr val="000000">
                <a:alpha val="1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endParaRPr b="0" lang="en-US" sz="1900" spc="-1" strike="noStrike">
              <a:solidFill>
                <a:schemeClr val="dk1"/>
              </a:solidFill>
              <a:latin typeface="Avenir Next LT Pro"/>
            </a:endParaRPr>
          </a:p>
        </p:txBody>
      </p:sp>
      <p:sp>
        <p:nvSpPr>
          <p:cNvPr id="141" name="Rounded Rectangle 22"/>
          <p:cNvSpPr/>
          <p:nvPr/>
        </p:nvSpPr>
        <p:spPr>
          <a:xfrm>
            <a:off x="216720" y="4065840"/>
            <a:ext cx="2797920" cy="2280960"/>
          </a:xfrm>
          <a:prstGeom prst="roundRect">
            <a:avLst>
              <a:gd name="adj" fmla="val 6170"/>
            </a:avLst>
          </a:prstGeom>
          <a:solidFill>
            <a:schemeClr val="bg1"/>
          </a:solidFill>
          <a:ln w="28575">
            <a:noFill/>
          </a:ln>
          <a:effectLst>
            <a:outerShdw algn="ctr" blurRad="166680" rotWithShape="0" sx="102000" sy="102000">
              <a:srgbClr val="000000">
                <a:alpha val="1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endParaRPr b="0" lang="en-US" sz="1900" spc="-1" strike="noStrike">
              <a:solidFill>
                <a:schemeClr val="dk1"/>
              </a:solidFill>
              <a:latin typeface="Avenir Next LT Pro"/>
            </a:endParaRPr>
          </a:p>
        </p:txBody>
      </p:sp>
      <p:sp>
        <p:nvSpPr>
          <p:cNvPr id="142" name="Rounded Rectangle 16"/>
          <p:cNvSpPr/>
          <p:nvPr/>
        </p:nvSpPr>
        <p:spPr>
          <a:xfrm>
            <a:off x="9185400" y="1390680"/>
            <a:ext cx="2797920" cy="2280960"/>
          </a:xfrm>
          <a:prstGeom prst="roundRect">
            <a:avLst>
              <a:gd name="adj" fmla="val 6170"/>
            </a:avLst>
          </a:prstGeom>
          <a:solidFill>
            <a:schemeClr val="bg1"/>
          </a:solidFill>
          <a:ln w="28575">
            <a:noFill/>
          </a:ln>
          <a:effectLst>
            <a:outerShdw algn="ctr" blurRad="166680" rotWithShape="0" sx="102000" sy="102000">
              <a:srgbClr val="000000">
                <a:alpha val="1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endParaRPr b="0" lang="en-US" sz="1900" spc="-1" strike="noStrike">
              <a:solidFill>
                <a:schemeClr val="dk1"/>
              </a:solidFill>
              <a:latin typeface="Avenir Next LT Pro"/>
            </a:endParaRPr>
          </a:p>
        </p:txBody>
      </p:sp>
      <p:sp>
        <p:nvSpPr>
          <p:cNvPr id="143" name="Rounded Rectangle 17"/>
          <p:cNvSpPr/>
          <p:nvPr/>
        </p:nvSpPr>
        <p:spPr>
          <a:xfrm>
            <a:off x="6273000" y="1390680"/>
            <a:ext cx="2797920" cy="2280960"/>
          </a:xfrm>
          <a:prstGeom prst="roundRect">
            <a:avLst>
              <a:gd name="adj" fmla="val 6170"/>
            </a:avLst>
          </a:prstGeom>
          <a:solidFill>
            <a:schemeClr val="bg1"/>
          </a:solidFill>
          <a:ln w="28575">
            <a:noFill/>
          </a:ln>
          <a:effectLst>
            <a:outerShdw algn="ctr" blurRad="166680" rotWithShape="0" sx="102000" sy="102000">
              <a:srgbClr val="000000">
                <a:alpha val="1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endParaRPr b="0" lang="en-US" sz="1900" spc="-1" strike="noStrike">
              <a:solidFill>
                <a:schemeClr val="dk1"/>
              </a:solidFill>
              <a:latin typeface="Avenir Next LT Pro"/>
            </a:endParaRPr>
          </a:p>
        </p:txBody>
      </p:sp>
      <p:sp>
        <p:nvSpPr>
          <p:cNvPr id="144" name="Rounded Rectangle 15"/>
          <p:cNvSpPr/>
          <p:nvPr/>
        </p:nvSpPr>
        <p:spPr>
          <a:xfrm>
            <a:off x="3129120" y="1390680"/>
            <a:ext cx="2797920" cy="2280960"/>
          </a:xfrm>
          <a:prstGeom prst="roundRect">
            <a:avLst>
              <a:gd name="adj" fmla="val 6170"/>
            </a:avLst>
          </a:prstGeom>
          <a:solidFill>
            <a:schemeClr val="bg1"/>
          </a:solidFill>
          <a:ln w="28575">
            <a:noFill/>
          </a:ln>
          <a:effectLst>
            <a:outerShdw algn="ctr" blurRad="166680" rotWithShape="0" sx="102000" sy="102000">
              <a:srgbClr val="000000">
                <a:alpha val="1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endParaRPr b="0" lang="en-US" sz="1900" spc="-1" strike="noStrike">
              <a:solidFill>
                <a:schemeClr val="dk1"/>
              </a:solidFill>
              <a:latin typeface="Avenir Next LT Pro"/>
            </a:endParaRPr>
          </a:p>
        </p:txBody>
      </p:sp>
      <p:sp>
        <p:nvSpPr>
          <p:cNvPr id="145" name="Rounded Rectangle 3"/>
          <p:cNvSpPr/>
          <p:nvPr/>
        </p:nvSpPr>
        <p:spPr>
          <a:xfrm>
            <a:off x="216720" y="1390680"/>
            <a:ext cx="2797920" cy="2280960"/>
          </a:xfrm>
          <a:prstGeom prst="roundRect">
            <a:avLst>
              <a:gd name="adj" fmla="val 6170"/>
            </a:avLst>
          </a:prstGeom>
          <a:solidFill>
            <a:schemeClr val="bg1"/>
          </a:solidFill>
          <a:ln w="28575">
            <a:noFill/>
          </a:ln>
          <a:effectLst>
            <a:outerShdw algn="ctr" blurRad="166680" rotWithShape="0" sx="102000" sy="102000">
              <a:srgbClr val="000000">
                <a:alpha val="1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endParaRPr b="0" lang="en-US" sz="1900" spc="-1" strike="noStrike">
              <a:solidFill>
                <a:schemeClr val="dk1"/>
              </a:solidFill>
              <a:latin typeface="Avenir Next LT Pro"/>
            </a:endParaRPr>
          </a:p>
        </p:txBody>
      </p:sp>
      <p:sp>
        <p:nvSpPr>
          <p:cNvPr id="146" name="PlaceHolder 1"/>
          <p:cNvSpPr>
            <a:spLocks noGrp="1"/>
          </p:cNvSpPr>
          <p:nvPr>
            <p:ph type="sldNum" idx="31"/>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C39859FC-406E-43FA-863C-8031ECDA480D}"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11" r:id="rId4"/>
  </p:sldLayoutIdLst>
</p:sldMaster>
</file>

<file path=ppt/slideMasters/slideMaster3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47"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48" name="PlaceHolder 1"/>
          <p:cNvSpPr>
            <a:spLocks noGrp="1"/>
          </p:cNvSpPr>
          <p:nvPr>
            <p:ph type="sldNum" idx="32"/>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1A8DE814-570B-44E9-98D4-B686C078D674}"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149"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s-AR" sz="4400" spc="-1" strike="noStrike">
                <a:solidFill>
                  <a:srgbClr val="000000"/>
                </a:solidFill>
                <a:latin typeface="Arial"/>
              </a:rPr>
              <a:t>Pulse para editar el formato del texto de título</a:t>
            </a:r>
            <a:endParaRPr b="0" lang="es-AR" sz="4400" spc="-1" strike="noStrike">
              <a:solidFill>
                <a:srgbClr val="000000"/>
              </a:solidFill>
              <a:latin typeface="Arial"/>
            </a:endParaRPr>
          </a:p>
        </p:txBody>
      </p:sp>
      <p:sp>
        <p:nvSpPr>
          <p:cNvPr id="150"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AR" sz="3200" spc="-1" strike="noStrike">
                <a:solidFill>
                  <a:srgbClr val="000000"/>
                </a:solidFill>
                <a:latin typeface="Arial"/>
              </a:rPr>
              <a:t>Pulse para </a:t>
            </a:r>
            <a:r>
              <a:rPr b="0" lang="es-AR" sz="3200" spc="-1" strike="noStrike">
                <a:solidFill>
                  <a:srgbClr val="000000"/>
                </a:solidFill>
                <a:latin typeface="Arial"/>
              </a:rPr>
              <a:t>editar el </a:t>
            </a:r>
            <a:r>
              <a:rPr b="0" lang="es-AR" sz="3200" spc="-1" strike="noStrike">
                <a:solidFill>
                  <a:srgbClr val="000000"/>
                </a:solidFill>
                <a:latin typeface="Arial"/>
              </a:rPr>
              <a:t>formato de </a:t>
            </a:r>
            <a:r>
              <a:rPr b="0" lang="es-AR" sz="3200" spc="-1" strike="noStrike">
                <a:solidFill>
                  <a:srgbClr val="000000"/>
                </a:solidFill>
                <a:latin typeface="Arial"/>
              </a:rPr>
              <a:t>texto del </a:t>
            </a:r>
            <a:r>
              <a:rPr b="0" lang="es-AR" sz="3200" spc="-1" strike="noStrike">
                <a:solidFill>
                  <a:srgbClr val="000000"/>
                </a:solidFill>
                <a:latin typeface="Arial"/>
              </a:rPr>
              <a:t>esquema</a:t>
            </a:r>
            <a:endParaRPr b="0" lang="es-A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AR" sz="2800" spc="-1" strike="noStrike">
                <a:solidFill>
                  <a:srgbClr val="000000"/>
                </a:solidFill>
                <a:latin typeface="Arial"/>
              </a:rPr>
              <a:t>Segundo nivel </a:t>
            </a:r>
            <a:r>
              <a:rPr b="0" lang="es-AR" sz="2800" spc="-1" strike="noStrike">
                <a:solidFill>
                  <a:srgbClr val="000000"/>
                </a:solidFill>
                <a:latin typeface="Arial"/>
              </a:rPr>
              <a:t>del esquema</a:t>
            </a:r>
            <a:endParaRPr b="0" lang="es-A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AR" sz="2400" spc="-1" strike="noStrike">
                <a:solidFill>
                  <a:srgbClr val="000000"/>
                </a:solidFill>
                <a:latin typeface="Arial"/>
              </a:rPr>
              <a:t>Tercer nivel </a:t>
            </a:r>
            <a:r>
              <a:rPr b="0" lang="es-AR" sz="2400" spc="-1" strike="noStrike">
                <a:solidFill>
                  <a:srgbClr val="000000"/>
                </a:solidFill>
                <a:latin typeface="Arial"/>
              </a:rPr>
              <a:t>del esquema</a:t>
            </a:r>
            <a:endParaRPr b="0" lang="es-A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AR" sz="2000" spc="-1" strike="noStrike">
                <a:solidFill>
                  <a:srgbClr val="000000"/>
                </a:solidFill>
                <a:latin typeface="Arial"/>
              </a:rPr>
              <a:t>Cuarto nivel </a:t>
            </a:r>
            <a:r>
              <a:rPr b="0" lang="es-AR" sz="2000" spc="-1" strike="noStrike">
                <a:solidFill>
                  <a:srgbClr val="000000"/>
                </a:solidFill>
                <a:latin typeface="Arial"/>
              </a:rPr>
              <a:t>del esquema</a:t>
            </a:r>
            <a:endParaRPr b="0" lang="es-A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AR" sz="2000" spc="-1" strike="noStrike">
                <a:solidFill>
                  <a:srgbClr val="000000"/>
                </a:solidFill>
                <a:latin typeface="Arial"/>
              </a:rPr>
              <a:t>Quinto </a:t>
            </a:r>
            <a:r>
              <a:rPr b="0" lang="es-AR" sz="2000" spc="-1" strike="noStrike">
                <a:solidFill>
                  <a:srgbClr val="000000"/>
                </a:solidFill>
                <a:latin typeface="Arial"/>
              </a:rPr>
              <a:t>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AR" sz="2000" spc="-1" strike="noStrike">
                <a:solidFill>
                  <a:srgbClr val="000000"/>
                </a:solidFill>
                <a:latin typeface="Arial"/>
              </a:rPr>
              <a:t>Sexto </a:t>
            </a:r>
            <a:r>
              <a:rPr b="0" lang="es-AR" sz="2000" spc="-1" strike="noStrike">
                <a:solidFill>
                  <a:srgbClr val="000000"/>
                </a:solidFill>
                <a:latin typeface="Arial"/>
              </a:rPr>
              <a:t>nivel </a:t>
            </a:r>
            <a:r>
              <a:rPr b="0" lang="es-AR" sz="2000" spc="-1" strike="noStrike">
                <a:solidFill>
                  <a:srgbClr val="000000"/>
                </a:solidFill>
                <a:latin typeface="Arial"/>
              </a:rPr>
              <a:t>del </a:t>
            </a:r>
            <a:r>
              <a:rPr b="0" lang="es-AR" sz="2000" spc="-1" strike="noStrike">
                <a:solidFill>
                  <a:srgbClr val="000000"/>
                </a:solidFill>
                <a:latin typeface="Arial"/>
              </a:rPr>
              <a:t>esqu</a:t>
            </a:r>
            <a:r>
              <a:rPr b="0" lang="es-AR" sz="2000" spc="-1" strike="noStrike">
                <a:solidFill>
                  <a:srgbClr val="000000"/>
                </a:solidFill>
                <a:latin typeface="Arial"/>
              </a:rPr>
              <a:t>ema</a:t>
            </a:r>
            <a:endParaRPr b="0" lang="es-A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AR" sz="2000" spc="-1" strike="noStrike">
                <a:solidFill>
                  <a:srgbClr val="000000"/>
                </a:solidFill>
                <a:latin typeface="Arial"/>
              </a:rPr>
              <a:t>S</a:t>
            </a:r>
            <a:r>
              <a:rPr b="0" lang="es-AR" sz="2000" spc="-1" strike="noStrike">
                <a:solidFill>
                  <a:srgbClr val="000000"/>
                </a:solidFill>
                <a:latin typeface="Arial"/>
              </a:rPr>
              <a:t>é</a:t>
            </a:r>
            <a:r>
              <a:rPr b="0" lang="es-AR" sz="2000" spc="-1" strike="noStrike">
                <a:solidFill>
                  <a:srgbClr val="000000"/>
                </a:solidFill>
                <a:latin typeface="Arial"/>
              </a:rPr>
              <a:t>pt</a:t>
            </a:r>
            <a:r>
              <a:rPr b="0" lang="es-AR" sz="2000" spc="-1" strike="noStrike">
                <a:solidFill>
                  <a:srgbClr val="000000"/>
                </a:solidFill>
                <a:latin typeface="Arial"/>
              </a:rPr>
              <a:t>i</a:t>
            </a:r>
            <a:r>
              <a:rPr b="0" lang="es-AR" sz="2000" spc="-1" strike="noStrike">
                <a:solidFill>
                  <a:srgbClr val="000000"/>
                </a:solidFill>
                <a:latin typeface="Arial"/>
              </a:rPr>
              <a:t>m</a:t>
            </a:r>
            <a:r>
              <a:rPr b="0" lang="es-AR" sz="2000" spc="-1" strike="noStrike">
                <a:solidFill>
                  <a:srgbClr val="000000"/>
                </a:solidFill>
                <a:latin typeface="Arial"/>
              </a:rPr>
              <a:t>o </a:t>
            </a:r>
            <a:r>
              <a:rPr b="0" lang="es-AR" sz="2000" spc="-1" strike="noStrike">
                <a:solidFill>
                  <a:srgbClr val="000000"/>
                </a:solidFill>
                <a:latin typeface="Arial"/>
              </a:rPr>
              <a:t>ni</a:t>
            </a:r>
            <a:r>
              <a:rPr b="0" lang="es-AR" sz="2000" spc="-1" strike="noStrike">
                <a:solidFill>
                  <a:srgbClr val="000000"/>
                </a:solidFill>
                <a:latin typeface="Arial"/>
              </a:rPr>
              <a:t>v</a:t>
            </a:r>
            <a:r>
              <a:rPr b="0" lang="es-AR" sz="2000" spc="-1" strike="noStrike">
                <a:solidFill>
                  <a:srgbClr val="000000"/>
                </a:solidFill>
                <a:latin typeface="Arial"/>
              </a:rPr>
              <a:t>el </a:t>
            </a:r>
            <a:r>
              <a:rPr b="0" lang="es-AR" sz="2000" spc="-1" strike="noStrike">
                <a:solidFill>
                  <a:srgbClr val="000000"/>
                </a:solidFill>
                <a:latin typeface="Arial"/>
              </a:rPr>
              <a:t>d</a:t>
            </a:r>
            <a:r>
              <a:rPr b="0" lang="es-AR" sz="2000" spc="-1" strike="noStrike">
                <a:solidFill>
                  <a:srgbClr val="000000"/>
                </a:solidFill>
                <a:latin typeface="Arial"/>
              </a:rPr>
              <a:t>el </a:t>
            </a:r>
            <a:r>
              <a:rPr b="0" lang="es-AR" sz="2000" spc="-1" strike="noStrike">
                <a:solidFill>
                  <a:srgbClr val="000000"/>
                </a:solidFill>
                <a:latin typeface="Arial"/>
              </a:rPr>
              <a:t>e</a:t>
            </a:r>
            <a:r>
              <a:rPr b="0" lang="es-AR" sz="2000" spc="-1" strike="noStrike">
                <a:solidFill>
                  <a:srgbClr val="000000"/>
                </a:solidFill>
                <a:latin typeface="Arial"/>
              </a:rPr>
              <a:t>s</a:t>
            </a:r>
            <a:r>
              <a:rPr b="0" lang="es-AR" sz="2000" spc="-1" strike="noStrike">
                <a:solidFill>
                  <a:srgbClr val="000000"/>
                </a:solidFill>
                <a:latin typeface="Arial"/>
              </a:rPr>
              <a:t>q</a:t>
            </a:r>
            <a:r>
              <a:rPr b="0" lang="es-AR" sz="2000" spc="-1" strike="noStrike">
                <a:solidFill>
                  <a:srgbClr val="000000"/>
                </a:solidFill>
                <a:latin typeface="Arial"/>
              </a:rPr>
              <a:t>u</a:t>
            </a:r>
            <a:r>
              <a:rPr b="0" lang="es-AR" sz="2000" spc="-1" strike="noStrike">
                <a:solidFill>
                  <a:srgbClr val="000000"/>
                </a:solidFill>
                <a:latin typeface="Arial"/>
              </a:rPr>
              <a:t>e</a:t>
            </a:r>
            <a:r>
              <a:rPr b="0" lang="es-AR" sz="2000" spc="-1" strike="noStrike">
                <a:solidFill>
                  <a:srgbClr val="000000"/>
                </a:solidFill>
                <a:latin typeface="Arial"/>
              </a:rPr>
              <a:t>m</a:t>
            </a:r>
            <a:r>
              <a:rPr b="0" lang="es-AR" sz="2000" spc="-1" strike="noStrike">
                <a:solidFill>
                  <a:srgbClr val="000000"/>
                </a:solidFill>
                <a:latin typeface="Arial"/>
              </a:rPr>
              <a:t>a</a:t>
            </a:r>
            <a:endParaRPr b="0" lang="es-A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13" r:id="rId4"/>
  </p:sldLayoutIdLst>
</p:sldMaster>
</file>

<file path=ppt/slideMasters/slideMaster3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51"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52" name="PlaceHolder 1"/>
          <p:cNvSpPr>
            <a:spLocks noGrp="1"/>
          </p:cNvSpPr>
          <p:nvPr>
            <p:ph type="sldNum" idx="33"/>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02550630-F453-48F1-9B58-1A4EA7C1ED75}"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15" r:id="rId4"/>
  </p:sldLayoutIdLst>
</p:sldMaster>
</file>

<file path=ppt/slideMasters/slideMaster3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53"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54" name="PlaceHolder 1"/>
          <p:cNvSpPr>
            <a:spLocks noGrp="1"/>
          </p:cNvSpPr>
          <p:nvPr>
            <p:ph type="sldNum" idx="34"/>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0731EFB7-C4DA-4E8F-A670-6707F28D3F49}"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17" r:id="rId4"/>
  </p:sldLayoutIdLst>
</p:sldMaster>
</file>

<file path=ppt/slideMasters/slideMaster3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55"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56" name="Rectangle 11"/>
          <p:cNvSpPr/>
          <p:nvPr/>
        </p:nvSpPr>
        <p:spPr>
          <a:xfrm>
            <a:off x="0" y="1816920"/>
            <a:ext cx="12191400" cy="50403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57" name="PlaceHolder 1"/>
          <p:cNvSpPr>
            <a:spLocks noGrp="1"/>
          </p:cNvSpPr>
          <p:nvPr>
            <p:ph type="sldNum" idx="35"/>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28F8C079-09DC-45C1-86C8-AAA312DD1C45}"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19" r:id="rId4"/>
  </p:sldLayoutIdLst>
</p:sldMaster>
</file>

<file path=ppt/slideMasters/slideMaster3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58"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grpSp>
        <p:nvGrpSpPr>
          <p:cNvPr id="159" name="Group 2"/>
          <p:cNvGrpSpPr/>
          <p:nvPr/>
        </p:nvGrpSpPr>
        <p:grpSpPr>
          <a:xfrm>
            <a:off x="198000" y="1765080"/>
            <a:ext cx="11795400" cy="4345200"/>
            <a:chOff x="198000" y="1765080"/>
            <a:chExt cx="11795400" cy="4345200"/>
          </a:xfrm>
        </p:grpSpPr>
        <p:sp>
          <p:nvSpPr>
            <p:cNvPr id="160" name="Rounded Rectangle 3"/>
            <p:cNvSpPr/>
            <p:nvPr/>
          </p:nvSpPr>
          <p:spPr>
            <a:xfrm>
              <a:off x="8159040" y="1765080"/>
              <a:ext cx="3834360" cy="434520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61" name="Rounded Rectangle 5"/>
            <p:cNvSpPr/>
            <p:nvPr/>
          </p:nvSpPr>
          <p:spPr>
            <a:xfrm>
              <a:off x="4178520" y="1765080"/>
              <a:ext cx="3834360" cy="434520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62" name="Rounded Rectangle 7"/>
            <p:cNvSpPr/>
            <p:nvPr/>
          </p:nvSpPr>
          <p:spPr>
            <a:xfrm>
              <a:off x="198000" y="1765080"/>
              <a:ext cx="3834360" cy="434520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sp>
        <p:nvSpPr>
          <p:cNvPr id="163" name="PlaceHolder 1"/>
          <p:cNvSpPr>
            <a:spLocks noGrp="1"/>
          </p:cNvSpPr>
          <p:nvPr>
            <p:ph type="sldNum" idx="36"/>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E4FAF787-41F1-4C58-BF12-7BA694E61773}"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21" r:id="rId4"/>
  </p:sldLayoutIdLst>
</p:sldMaster>
</file>

<file path=ppt/slideMasters/slideMaster3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64"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65" name="Rounded Rectangle 1"/>
          <p:cNvSpPr/>
          <p:nvPr/>
        </p:nvSpPr>
        <p:spPr>
          <a:xfrm>
            <a:off x="374760" y="953280"/>
            <a:ext cx="5652000" cy="263052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66" name="Rounded Rectangle 2"/>
          <p:cNvSpPr/>
          <p:nvPr/>
        </p:nvSpPr>
        <p:spPr>
          <a:xfrm>
            <a:off x="6189480" y="953280"/>
            <a:ext cx="5652000" cy="263052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nvGrpSpPr>
          <p:cNvPr id="167" name="Group 13"/>
          <p:cNvGrpSpPr/>
          <p:nvPr/>
        </p:nvGrpSpPr>
        <p:grpSpPr>
          <a:xfrm>
            <a:off x="374760" y="3705840"/>
            <a:ext cx="11466720" cy="2630520"/>
            <a:chOff x="374760" y="3705840"/>
            <a:chExt cx="11466720" cy="2630520"/>
          </a:xfrm>
        </p:grpSpPr>
        <p:sp>
          <p:nvSpPr>
            <p:cNvPr id="168" name="Rounded Rectangle 5"/>
            <p:cNvSpPr/>
            <p:nvPr/>
          </p:nvSpPr>
          <p:spPr>
            <a:xfrm>
              <a:off x="374760" y="3705840"/>
              <a:ext cx="5652000" cy="263052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69" name="Rounded Rectangle 7"/>
            <p:cNvSpPr/>
            <p:nvPr/>
          </p:nvSpPr>
          <p:spPr>
            <a:xfrm>
              <a:off x="6189480" y="3705840"/>
              <a:ext cx="5652000" cy="263052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sp>
        <p:nvSpPr>
          <p:cNvPr id="170" name="PlaceHolder 1"/>
          <p:cNvSpPr>
            <a:spLocks noGrp="1"/>
          </p:cNvSpPr>
          <p:nvPr>
            <p:ph type="sldNum" idx="37"/>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AC7F973F-F881-4740-BD60-8782F659343D}"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23" r:id="rId4"/>
  </p:sldLayoutIdLst>
</p:sldMaster>
</file>

<file path=ppt/slideMasters/slideMaster3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71"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grpSp>
        <p:nvGrpSpPr>
          <p:cNvPr id="172" name="Group 1"/>
          <p:cNvGrpSpPr/>
          <p:nvPr/>
        </p:nvGrpSpPr>
        <p:grpSpPr>
          <a:xfrm>
            <a:off x="349920" y="956520"/>
            <a:ext cx="11491560" cy="5379840"/>
            <a:chOff x="349920" y="956520"/>
            <a:chExt cx="11491560" cy="5379840"/>
          </a:xfrm>
        </p:grpSpPr>
        <p:sp>
          <p:nvSpPr>
            <p:cNvPr id="173" name="Rounded Rectangle 9"/>
            <p:cNvSpPr/>
            <p:nvPr/>
          </p:nvSpPr>
          <p:spPr>
            <a:xfrm>
              <a:off x="4237560" y="956520"/>
              <a:ext cx="3715920" cy="261540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74" name="Rounded Rectangle 12"/>
            <p:cNvSpPr/>
            <p:nvPr/>
          </p:nvSpPr>
          <p:spPr>
            <a:xfrm>
              <a:off x="8125560" y="956520"/>
              <a:ext cx="3715920" cy="261540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75" name="Rounded Rectangle 13"/>
            <p:cNvSpPr/>
            <p:nvPr/>
          </p:nvSpPr>
          <p:spPr>
            <a:xfrm>
              <a:off x="4237560" y="3720960"/>
              <a:ext cx="3715920" cy="261540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76" name="Rounded Rectangle 15"/>
            <p:cNvSpPr/>
            <p:nvPr/>
          </p:nvSpPr>
          <p:spPr>
            <a:xfrm>
              <a:off x="8125560" y="3720960"/>
              <a:ext cx="3715920" cy="261540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77" name="Rounded Rectangle 16"/>
            <p:cNvSpPr/>
            <p:nvPr/>
          </p:nvSpPr>
          <p:spPr>
            <a:xfrm>
              <a:off x="349920" y="956520"/>
              <a:ext cx="3715920" cy="261540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78" name="Rounded Rectangle 17"/>
            <p:cNvSpPr/>
            <p:nvPr/>
          </p:nvSpPr>
          <p:spPr>
            <a:xfrm>
              <a:off x="349920" y="3720960"/>
              <a:ext cx="3715920" cy="261540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sp>
        <p:nvSpPr>
          <p:cNvPr id="179" name="PlaceHolder 1"/>
          <p:cNvSpPr>
            <a:spLocks noGrp="1"/>
          </p:cNvSpPr>
          <p:nvPr>
            <p:ph type="sldNum" idx="38"/>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DA2E92B6-F4F8-4B1A-A54A-5B0F198EEFE8}"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25" r:id="rId4"/>
  </p:sldLayoutIdLst>
</p:sldMaster>
</file>

<file path=ppt/slideMasters/slideMaster4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80"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81" name="Rectangle 7"/>
          <p:cNvSpPr/>
          <p:nvPr/>
        </p:nvSpPr>
        <p:spPr>
          <a:xfrm>
            <a:off x="11361240" y="100080"/>
            <a:ext cx="581760" cy="6004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nvGrpSpPr>
          <p:cNvPr id="182" name="Group 2"/>
          <p:cNvGrpSpPr/>
          <p:nvPr/>
        </p:nvGrpSpPr>
        <p:grpSpPr>
          <a:xfrm>
            <a:off x="223560" y="953280"/>
            <a:ext cx="5803560" cy="5383080"/>
            <a:chOff x="223560" y="953280"/>
            <a:chExt cx="5803560" cy="5383080"/>
          </a:xfrm>
        </p:grpSpPr>
        <p:sp>
          <p:nvSpPr>
            <p:cNvPr id="183" name="Rounded Rectangle 8"/>
            <p:cNvSpPr/>
            <p:nvPr/>
          </p:nvSpPr>
          <p:spPr>
            <a:xfrm>
              <a:off x="223560" y="953280"/>
              <a:ext cx="5803560" cy="263052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84" name="Rounded Rectangle 11"/>
            <p:cNvSpPr/>
            <p:nvPr/>
          </p:nvSpPr>
          <p:spPr>
            <a:xfrm>
              <a:off x="223560" y="3705840"/>
              <a:ext cx="5803560" cy="263052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grpSp>
        <p:nvGrpSpPr>
          <p:cNvPr id="185" name="Group 12"/>
          <p:cNvGrpSpPr/>
          <p:nvPr/>
        </p:nvGrpSpPr>
        <p:grpSpPr>
          <a:xfrm>
            <a:off x="6189480" y="159480"/>
            <a:ext cx="5778360" cy="6176880"/>
            <a:chOff x="6189480" y="159480"/>
            <a:chExt cx="5778360" cy="6176880"/>
          </a:xfrm>
        </p:grpSpPr>
        <p:sp>
          <p:nvSpPr>
            <p:cNvPr id="186" name="Rounded Rectangle 13"/>
            <p:cNvSpPr/>
            <p:nvPr/>
          </p:nvSpPr>
          <p:spPr>
            <a:xfrm>
              <a:off x="6189480" y="159480"/>
              <a:ext cx="5778360" cy="199008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87" name="Rounded Rectangle 15"/>
            <p:cNvSpPr/>
            <p:nvPr/>
          </p:nvSpPr>
          <p:spPr>
            <a:xfrm>
              <a:off x="6189480" y="2252880"/>
              <a:ext cx="5778360" cy="199008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88" name="Rounded Rectangle 16"/>
            <p:cNvSpPr/>
            <p:nvPr/>
          </p:nvSpPr>
          <p:spPr>
            <a:xfrm>
              <a:off x="6189480" y="4346280"/>
              <a:ext cx="5778360" cy="199008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pic>
        <p:nvPicPr>
          <p:cNvPr id="189" name="Graphic 9" descr=""/>
          <p:cNvPicPr/>
          <p:nvPr/>
        </p:nvPicPr>
        <p:blipFill>
          <a:blip r:embed="rId4">
            <a:extLst>
              <a:ext uri="{96DAC541-7B7A-43D3-8B79-37D633B846F1}">
                <asvg:svgBlip xmlns:asvg="http://schemas.microsoft.com/office/drawing/2016/SVG/main" r:embed="rId5"/>
              </a:ext>
            </a:extLst>
          </a:blip>
          <a:stretch/>
        </p:blipFill>
        <p:spPr>
          <a:xfrm>
            <a:off x="11273040" y="222840"/>
            <a:ext cx="653760" cy="326520"/>
          </a:xfrm>
          <a:prstGeom prst="rect">
            <a:avLst/>
          </a:prstGeom>
          <a:ln w="0">
            <a:noFill/>
          </a:ln>
        </p:spPr>
      </p:pic>
      <p:sp>
        <p:nvSpPr>
          <p:cNvPr id="190" name="PlaceHolder 1"/>
          <p:cNvSpPr>
            <a:spLocks noGrp="1"/>
          </p:cNvSpPr>
          <p:nvPr>
            <p:ph type="ftr" idx="39"/>
          </p:nvPr>
        </p:nvSpPr>
        <p:spPr>
          <a:xfrm>
            <a:off x="8132040" y="292680"/>
            <a:ext cx="3709800" cy="198000"/>
          </a:xfrm>
          <a:prstGeom prst="rect">
            <a:avLst/>
          </a:prstGeom>
          <a:noFill/>
          <a:ln w="0">
            <a:noFill/>
          </a:ln>
        </p:spPr>
        <p:txBody>
          <a:bodyPr lIns="91440" rIns="0" tIns="45720" bIns="45720" anchor="ctr">
            <a:noAutofit/>
          </a:bodyPr>
          <a:lstStyle>
            <a:lvl1pPr indent="0" algn="ctr">
              <a:lnSpc>
                <a:spcPct val="100000"/>
              </a:lnSpc>
              <a:buNone/>
              <a:tabLst>
                <a:tab algn="l" pos="0"/>
              </a:tabLst>
              <a:defRPr b="0" lang="es-AR" sz="1400" spc="-1" strike="noStrike">
                <a:solidFill>
                  <a:srgbClr val="000000"/>
                </a:solidFill>
                <a:latin typeface="Times New Roman"/>
              </a:defRPr>
            </a:lvl1pPr>
          </a:lstStyle>
          <a:p>
            <a:pPr indent="0" algn="ctr">
              <a:lnSpc>
                <a:spcPct val="100000"/>
              </a:lnSpc>
              <a:buNone/>
              <a:tabLst>
                <a:tab algn="l" pos="0"/>
              </a:tabLst>
            </a:pPr>
            <a:r>
              <a:rPr b="0" lang="es-AR" sz="1400" spc="-1" strike="noStrike">
                <a:solidFill>
                  <a:srgbClr val="000000"/>
                </a:solidFill>
                <a:latin typeface="Times New Roman"/>
              </a:rPr>
              <a:t>&lt;pie de página&gt;</a:t>
            </a:r>
            <a:endParaRPr b="0" lang="es-AR" sz="1400" spc="-1" strike="noStrike">
              <a:solidFill>
                <a:srgbClr val="000000"/>
              </a:solidFill>
              <a:latin typeface="Times New Roman"/>
            </a:endParaRPr>
          </a:p>
        </p:txBody>
      </p:sp>
      <p:sp>
        <p:nvSpPr>
          <p:cNvPr id="191" name="PlaceHolder 2"/>
          <p:cNvSpPr>
            <a:spLocks noGrp="1"/>
          </p:cNvSpPr>
          <p:nvPr>
            <p:ph type="sldNum" idx="40"/>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AD1A5B1D-6FEA-4DA8-A31D-49E547D443EC}"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27" r:id="rId6"/>
  </p:sldLayoutIdLst>
</p:sldMaster>
</file>

<file path=ppt/slideMasters/slideMaster4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92"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grpSp>
        <p:nvGrpSpPr>
          <p:cNvPr id="193" name="Group 17"/>
          <p:cNvGrpSpPr/>
          <p:nvPr/>
        </p:nvGrpSpPr>
        <p:grpSpPr>
          <a:xfrm>
            <a:off x="374760" y="3702960"/>
            <a:ext cx="11466720" cy="2633400"/>
            <a:chOff x="374760" y="3702960"/>
            <a:chExt cx="11466720" cy="2633400"/>
          </a:xfrm>
        </p:grpSpPr>
        <p:sp>
          <p:nvSpPr>
            <p:cNvPr id="194" name="Rounded Rectangle 1"/>
            <p:cNvSpPr/>
            <p:nvPr/>
          </p:nvSpPr>
          <p:spPr>
            <a:xfrm>
              <a:off x="4254480" y="3702960"/>
              <a:ext cx="3707640" cy="263340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95" name="Rounded Rectangle 7"/>
            <p:cNvSpPr/>
            <p:nvPr/>
          </p:nvSpPr>
          <p:spPr>
            <a:xfrm>
              <a:off x="8133840" y="3702960"/>
              <a:ext cx="3707640" cy="263340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96" name="Rounded Rectangle 14"/>
            <p:cNvSpPr/>
            <p:nvPr/>
          </p:nvSpPr>
          <p:spPr>
            <a:xfrm>
              <a:off x="374760" y="3702960"/>
              <a:ext cx="3707640" cy="263340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sp>
        <p:nvSpPr>
          <p:cNvPr id="197" name="Rounded Rectangle 8"/>
          <p:cNvSpPr/>
          <p:nvPr/>
        </p:nvSpPr>
        <p:spPr>
          <a:xfrm>
            <a:off x="374760" y="953280"/>
            <a:ext cx="5652000" cy="263052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98" name="Rounded Rectangle 11"/>
          <p:cNvSpPr/>
          <p:nvPr/>
        </p:nvSpPr>
        <p:spPr>
          <a:xfrm>
            <a:off x="6189480" y="953280"/>
            <a:ext cx="5652000" cy="2630520"/>
          </a:xfrm>
          <a:prstGeom prst="roundRect">
            <a:avLst>
              <a:gd name="adj" fmla="val 4811"/>
            </a:avLst>
          </a:prstGeom>
          <a:solidFill>
            <a:schemeClr val="bg1"/>
          </a:solidFill>
          <a:ln>
            <a:noFill/>
          </a:ln>
          <a:effectLst>
            <a:outerShdw algn="ctr" blurRad="380880"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199" name="PlaceHolder 1"/>
          <p:cNvSpPr>
            <a:spLocks noGrp="1"/>
          </p:cNvSpPr>
          <p:nvPr>
            <p:ph type="sldNum" idx="41"/>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87F2B0D8-F724-4298-B66D-79D102F985BB}"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29" r:id="rId4"/>
  </p:sldLayoutIdLst>
</p:sldMaster>
</file>

<file path=ppt/slideMasters/slideMaster4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00"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01" name="Rectangle 11"/>
          <p:cNvSpPr/>
          <p:nvPr/>
        </p:nvSpPr>
        <p:spPr>
          <a:xfrm>
            <a:off x="4061160" y="0"/>
            <a:ext cx="812988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accent1"/>
              </a:solidFill>
              <a:latin typeface="Avenir Next LT Pro"/>
            </a:endParaRPr>
          </a:p>
        </p:txBody>
      </p:sp>
      <p:pic>
        <p:nvPicPr>
          <p:cNvPr id="202" name="Graphic 1" descr=""/>
          <p:cNvPicPr/>
          <p:nvPr/>
        </p:nvPicPr>
        <p:blipFill>
          <a:blip r:embed="rId4">
            <a:extLst>
              <a:ext uri="{96DAC541-7B7A-43D3-8B79-37D633B846F1}">
                <asvg:svgBlip xmlns:asvg="http://schemas.microsoft.com/office/drawing/2016/SVG/main" r:embed="rId5"/>
              </a:ext>
            </a:extLst>
          </a:blip>
          <a:stretch/>
        </p:blipFill>
        <p:spPr>
          <a:xfrm>
            <a:off x="11273040" y="222840"/>
            <a:ext cx="653760" cy="326520"/>
          </a:xfrm>
          <a:prstGeom prst="rect">
            <a:avLst/>
          </a:prstGeom>
          <a:ln w="0">
            <a:noFill/>
          </a:ln>
        </p:spPr>
      </p:pic>
      <p:sp>
        <p:nvSpPr>
          <p:cNvPr id="203" name="Slide Number Placeholder 5"/>
          <p:cNvSpPr/>
          <p:nvPr/>
        </p:nvSpPr>
        <p:spPr>
          <a:xfrm>
            <a:off x="11521440" y="6486120"/>
            <a:ext cx="320040" cy="364320"/>
          </a:xfrm>
          <a:prstGeom prst="rect">
            <a:avLst/>
          </a:prstGeom>
          <a:noFill/>
          <a:ln w="0">
            <a:noFill/>
          </a:ln>
        </p:spPr>
        <p:style>
          <a:lnRef idx="0"/>
          <a:fillRef idx="0"/>
          <a:effectRef idx="0"/>
          <a:fontRef idx="minor"/>
        </p:style>
        <p:txBody>
          <a:bodyPr lIns="0" rIns="0" tIns="45000" bIns="45000" anchor="t">
            <a:noAutofit/>
          </a:bodyPr>
          <a:p>
            <a:pPr algn="r" defTabSz="914400">
              <a:lnSpc>
                <a:spcPct val="100000"/>
              </a:lnSpc>
            </a:pPr>
            <a:fld id="{65820F44-6FEB-4264-B393-54D6969697F9}"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31" r:id="rId6"/>
  </p:sldLayoutIdLst>
</p:sldMaster>
</file>

<file path=ppt/slideMasters/slideMaster4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04"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05" name="Rectangle 11"/>
          <p:cNvSpPr/>
          <p:nvPr/>
        </p:nvSpPr>
        <p:spPr>
          <a:xfrm flipH="1">
            <a:off x="-720" y="0"/>
            <a:ext cx="406044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accent1"/>
              </a:solidFill>
              <a:latin typeface="Avenir Next LT Pro"/>
            </a:endParaRPr>
          </a:p>
        </p:txBody>
      </p:sp>
      <p:sp>
        <p:nvSpPr>
          <p:cNvPr id="206" name="PlaceHolder 1"/>
          <p:cNvSpPr>
            <a:spLocks noGrp="1"/>
          </p:cNvSpPr>
          <p:nvPr>
            <p:ph type="sldNum" idx="42"/>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2C0342A2-4913-49AD-BFCF-716CE4071BA2}"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33" r:id="rId4"/>
  </p:sldLayoutIdLst>
</p:sldMaster>
</file>

<file path=ppt/slideMasters/slideMaster4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07"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08" name="Rectangle 10"/>
          <p:cNvSpPr/>
          <p:nvPr/>
        </p:nvSpPr>
        <p:spPr>
          <a:xfrm>
            <a:off x="0" y="0"/>
            <a:ext cx="813384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sp>
        <p:nvSpPr>
          <p:cNvPr id="209" name="PlaceHolder 1"/>
          <p:cNvSpPr>
            <a:spLocks noGrp="1"/>
          </p:cNvSpPr>
          <p:nvPr>
            <p:ph type="sldNum" idx="43"/>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095E058E-286D-4085-B3E5-FEA7F613D193}"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35" r:id="rId4"/>
  </p:sldLayoutIdLst>
</p:sldMaster>
</file>

<file path=ppt/slideMasters/slideMaster4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10"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11" name="Rectangle 11"/>
          <p:cNvSpPr/>
          <p:nvPr/>
        </p:nvSpPr>
        <p:spPr>
          <a:xfrm>
            <a:off x="0" y="1816920"/>
            <a:ext cx="12191400" cy="50403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a:endParaRPr>
          </a:p>
        </p:txBody>
      </p:sp>
      <p:cxnSp>
        <p:nvCxnSpPr>
          <p:cNvPr id="212" name="Straight Connector 12"/>
          <p:cNvCxnSpPr/>
          <p:nvPr/>
        </p:nvCxnSpPr>
        <p:spPr>
          <a:xfrm>
            <a:off x="4288680" y="1816920"/>
            <a:ext cx="720" cy="5041800"/>
          </a:xfrm>
          <a:prstGeom prst="straightConnector1">
            <a:avLst/>
          </a:prstGeom>
          <a:ln w="38100">
            <a:solidFill>
              <a:srgbClr val="ffffff"/>
            </a:solidFill>
            <a:round/>
          </a:ln>
        </p:spPr>
      </p:cxnSp>
      <p:cxnSp>
        <p:nvCxnSpPr>
          <p:cNvPr id="213" name="Straight Connector 13"/>
          <p:cNvCxnSpPr/>
          <p:nvPr/>
        </p:nvCxnSpPr>
        <p:spPr>
          <a:xfrm>
            <a:off x="2144160" y="1816920"/>
            <a:ext cx="720" cy="5041800"/>
          </a:xfrm>
          <a:prstGeom prst="straightConnector1">
            <a:avLst/>
          </a:prstGeom>
          <a:ln w="38100">
            <a:solidFill>
              <a:srgbClr val="ffffff"/>
            </a:solidFill>
            <a:round/>
          </a:ln>
        </p:spPr>
      </p:cxnSp>
      <p:cxnSp>
        <p:nvCxnSpPr>
          <p:cNvPr id="214" name="Straight Connector 14"/>
          <p:cNvCxnSpPr/>
          <p:nvPr/>
        </p:nvCxnSpPr>
        <p:spPr>
          <a:xfrm>
            <a:off x="8240400" y="1816920"/>
            <a:ext cx="720" cy="5041800"/>
          </a:xfrm>
          <a:prstGeom prst="straightConnector1">
            <a:avLst/>
          </a:prstGeom>
          <a:ln w="38100">
            <a:solidFill>
              <a:srgbClr val="ffffff"/>
            </a:solidFill>
            <a:round/>
          </a:ln>
        </p:spPr>
      </p:cxnSp>
      <p:sp>
        <p:nvSpPr>
          <p:cNvPr id="215" name="PlaceHolder 1"/>
          <p:cNvSpPr>
            <a:spLocks noGrp="1"/>
          </p:cNvSpPr>
          <p:nvPr>
            <p:ph type="sldNum" idx="44"/>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67BF2972-6733-47AE-B4B7-1830E95FA779}"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37" r:id="rId4"/>
  </p:sldLayoutIdLst>
</p:sldMaster>
</file>

<file path=ppt/slideMasters/slideMaster4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16"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17" name="Rectangle 80"/>
          <p:cNvSpPr/>
          <p:nvPr/>
        </p:nvSpPr>
        <p:spPr>
          <a:xfrm>
            <a:off x="0" y="2257200"/>
            <a:ext cx="12191400" cy="46000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grpSp>
        <p:nvGrpSpPr>
          <p:cNvPr id="218" name="Group 81"/>
          <p:cNvGrpSpPr/>
          <p:nvPr/>
        </p:nvGrpSpPr>
        <p:grpSpPr>
          <a:xfrm>
            <a:off x="2438280" y="2389680"/>
            <a:ext cx="7315560" cy="2207160"/>
            <a:chOff x="2438280" y="2389680"/>
            <a:chExt cx="7315560" cy="2207160"/>
          </a:xfrm>
        </p:grpSpPr>
        <p:cxnSp>
          <p:nvCxnSpPr>
            <p:cNvPr id="219" name="Straight Connector 82"/>
            <p:cNvCxnSpPr/>
            <p:nvPr/>
          </p:nvCxnSpPr>
          <p:spPr>
            <a:xfrm>
              <a:off x="2438280" y="2389680"/>
              <a:ext cx="720" cy="2207520"/>
            </a:xfrm>
            <a:prstGeom prst="straightConnector1">
              <a:avLst/>
            </a:prstGeom>
            <a:ln w="38100">
              <a:solidFill>
                <a:srgbClr val="ffffff"/>
              </a:solidFill>
              <a:round/>
            </a:ln>
          </p:spPr>
        </p:cxnSp>
        <p:cxnSp>
          <p:nvCxnSpPr>
            <p:cNvPr id="220" name="Straight Connector 83"/>
            <p:cNvCxnSpPr/>
            <p:nvPr/>
          </p:nvCxnSpPr>
          <p:spPr>
            <a:xfrm>
              <a:off x="4876560" y="2389680"/>
              <a:ext cx="720" cy="2207520"/>
            </a:xfrm>
            <a:prstGeom prst="straightConnector1">
              <a:avLst/>
            </a:prstGeom>
            <a:ln w="38100">
              <a:solidFill>
                <a:srgbClr val="ffffff"/>
              </a:solidFill>
              <a:round/>
            </a:ln>
          </p:spPr>
        </p:cxnSp>
        <p:cxnSp>
          <p:nvCxnSpPr>
            <p:cNvPr id="221" name="Straight Connector 84"/>
            <p:cNvCxnSpPr/>
            <p:nvPr/>
          </p:nvCxnSpPr>
          <p:spPr>
            <a:xfrm>
              <a:off x="7315200" y="2389680"/>
              <a:ext cx="720" cy="2207520"/>
            </a:xfrm>
            <a:prstGeom prst="straightConnector1">
              <a:avLst/>
            </a:prstGeom>
            <a:ln w="38100">
              <a:solidFill>
                <a:srgbClr val="ffffff"/>
              </a:solidFill>
              <a:round/>
            </a:ln>
          </p:spPr>
        </p:cxnSp>
        <p:cxnSp>
          <p:nvCxnSpPr>
            <p:cNvPr id="222" name="Straight Connector 85"/>
            <p:cNvCxnSpPr/>
            <p:nvPr/>
          </p:nvCxnSpPr>
          <p:spPr>
            <a:xfrm>
              <a:off x="9753480" y="2389680"/>
              <a:ext cx="720" cy="2207520"/>
            </a:xfrm>
            <a:prstGeom prst="straightConnector1">
              <a:avLst/>
            </a:prstGeom>
            <a:ln w="38100">
              <a:solidFill>
                <a:srgbClr val="ffffff"/>
              </a:solidFill>
              <a:round/>
            </a:ln>
          </p:spPr>
        </p:cxnSp>
      </p:grpSp>
      <p:cxnSp>
        <p:nvCxnSpPr>
          <p:cNvPr id="223" name="Straight Connector 86"/>
          <p:cNvCxnSpPr/>
          <p:nvPr/>
        </p:nvCxnSpPr>
        <p:spPr>
          <a:xfrm>
            <a:off x="372960" y="4735800"/>
            <a:ext cx="11340360" cy="720"/>
          </a:xfrm>
          <a:prstGeom prst="straightConnector1">
            <a:avLst/>
          </a:prstGeom>
          <a:ln w="12700">
            <a:solidFill>
              <a:srgbClr val="00095b"/>
            </a:solidFill>
            <a:prstDash val="sysDot"/>
            <a:round/>
          </a:ln>
        </p:spPr>
      </p:cxnSp>
      <p:grpSp>
        <p:nvGrpSpPr>
          <p:cNvPr id="224" name="Group 87"/>
          <p:cNvGrpSpPr/>
          <p:nvPr/>
        </p:nvGrpSpPr>
        <p:grpSpPr>
          <a:xfrm>
            <a:off x="2438280" y="4936680"/>
            <a:ext cx="7315560" cy="1705680"/>
            <a:chOff x="2438280" y="4936680"/>
            <a:chExt cx="7315560" cy="1705680"/>
          </a:xfrm>
        </p:grpSpPr>
        <p:cxnSp>
          <p:nvCxnSpPr>
            <p:cNvPr id="225" name="Straight Connector 88"/>
            <p:cNvCxnSpPr/>
            <p:nvPr/>
          </p:nvCxnSpPr>
          <p:spPr>
            <a:xfrm>
              <a:off x="2438280" y="4936680"/>
              <a:ext cx="720" cy="1706040"/>
            </a:xfrm>
            <a:prstGeom prst="straightConnector1">
              <a:avLst/>
            </a:prstGeom>
            <a:ln w="38100">
              <a:solidFill>
                <a:srgbClr val="ffffff"/>
              </a:solidFill>
              <a:round/>
            </a:ln>
          </p:spPr>
        </p:cxnSp>
        <p:cxnSp>
          <p:nvCxnSpPr>
            <p:cNvPr id="226" name="Straight Connector 89"/>
            <p:cNvCxnSpPr/>
            <p:nvPr/>
          </p:nvCxnSpPr>
          <p:spPr>
            <a:xfrm>
              <a:off x="4876560" y="4936680"/>
              <a:ext cx="720" cy="1706040"/>
            </a:xfrm>
            <a:prstGeom prst="straightConnector1">
              <a:avLst/>
            </a:prstGeom>
            <a:ln w="38100">
              <a:solidFill>
                <a:srgbClr val="ffffff"/>
              </a:solidFill>
              <a:round/>
            </a:ln>
          </p:spPr>
        </p:cxnSp>
        <p:cxnSp>
          <p:nvCxnSpPr>
            <p:cNvPr id="227" name="Straight Connector 90"/>
            <p:cNvCxnSpPr/>
            <p:nvPr/>
          </p:nvCxnSpPr>
          <p:spPr>
            <a:xfrm>
              <a:off x="7315200" y="4936680"/>
              <a:ext cx="720" cy="1706040"/>
            </a:xfrm>
            <a:prstGeom prst="straightConnector1">
              <a:avLst/>
            </a:prstGeom>
            <a:ln w="38100">
              <a:solidFill>
                <a:srgbClr val="ffffff"/>
              </a:solidFill>
              <a:round/>
            </a:ln>
          </p:spPr>
        </p:cxnSp>
        <p:cxnSp>
          <p:nvCxnSpPr>
            <p:cNvPr id="228" name="Straight Connector 91"/>
            <p:cNvCxnSpPr/>
            <p:nvPr/>
          </p:nvCxnSpPr>
          <p:spPr>
            <a:xfrm>
              <a:off x="9753480" y="4936680"/>
              <a:ext cx="720" cy="1706040"/>
            </a:xfrm>
            <a:prstGeom prst="straightConnector1">
              <a:avLst/>
            </a:prstGeom>
            <a:ln w="38100">
              <a:solidFill>
                <a:srgbClr val="ffffff"/>
              </a:solidFill>
              <a:round/>
            </a:ln>
          </p:spPr>
        </p:cxnSp>
      </p:grpSp>
      <p:sp>
        <p:nvSpPr>
          <p:cNvPr id="229" name="PlaceHolder 1"/>
          <p:cNvSpPr>
            <a:spLocks noGrp="1"/>
          </p:cNvSpPr>
          <p:nvPr>
            <p:ph type="sldNum" idx="45"/>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A97D0280-1A76-46F6-8CA0-9DAAC8A7A153}"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39" r:id="rId4"/>
  </p:sldLayoutIdLst>
</p:sldMaster>
</file>

<file path=ppt/slideMasters/slideMaster4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30"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31" name="PlaceHolder 1"/>
          <p:cNvSpPr>
            <a:spLocks noGrp="1"/>
          </p:cNvSpPr>
          <p:nvPr>
            <p:ph type="sldNum" idx="46"/>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3A6B1D0B-0865-42B7-B259-8B3E23B52CD9}"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41" r:id="rId4"/>
  </p:sldLayoutIdLst>
</p:sldMaster>
</file>

<file path=ppt/slideMasters/slideMaster4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32"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pic>
        <p:nvPicPr>
          <p:cNvPr id="233" name="Picture 1" descr=""/>
          <p:cNvPicPr/>
          <p:nvPr/>
        </p:nvPicPr>
        <p:blipFill>
          <a:blip r:embed="rId4"/>
          <a:stretch/>
        </p:blipFill>
        <p:spPr>
          <a:xfrm rot="10800000">
            <a:off x="720" y="0"/>
            <a:ext cx="12191400" cy="6857280"/>
          </a:xfrm>
          <a:prstGeom prst="rect">
            <a:avLst/>
          </a:prstGeom>
          <a:ln w="0">
            <a:noFill/>
          </a:ln>
        </p:spPr>
      </p:pic>
      <p:pic>
        <p:nvPicPr>
          <p:cNvPr id="234" name="Graphic 2" descr=""/>
          <p:cNvPicPr/>
          <p:nvPr/>
        </p:nvPicPr>
        <p:blipFill>
          <a:blip r:embed="rId5">
            <a:extLst>
              <a:ext uri="{96DAC541-7B7A-43D3-8B79-37D633B846F1}">
                <asvg:svgBlip xmlns:asvg="http://schemas.microsoft.com/office/drawing/2016/SVG/main" r:embed="rId6"/>
              </a:ext>
            </a:extLst>
          </a:blip>
          <a:stretch/>
        </p:blipFill>
        <p:spPr>
          <a:xfrm>
            <a:off x="4739400" y="2743200"/>
            <a:ext cx="2599560" cy="1336680"/>
          </a:xfrm>
          <a:prstGeom prst="rect">
            <a:avLst/>
          </a:prstGeom>
          <a:ln w="0">
            <a:noFill/>
          </a:ln>
        </p:spPr>
      </p:pic>
      <p:sp>
        <p:nvSpPr>
          <p:cNvPr id="235" name="PlaceHolder 1"/>
          <p:cNvSpPr>
            <a:spLocks noGrp="1"/>
          </p:cNvSpPr>
          <p:nvPr>
            <p:ph type="sldNum" idx="47"/>
          </p:nvPr>
        </p:nvSpPr>
        <p:spPr>
          <a:xfrm>
            <a:off x="11441160" y="6394320"/>
            <a:ext cx="320040" cy="364320"/>
          </a:xfrm>
          <a:prstGeom prst="rect">
            <a:avLst/>
          </a:prstGeom>
          <a:noFill/>
          <a:ln w="0">
            <a:noFill/>
          </a:ln>
        </p:spPr>
        <p:txBody>
          <a:bodyPr lIns="0" rIns="0" tIns="45720" bIns="45720" anchor="ctr">
            <a:noAutofit/>
          </a:bodyPr>
          <a:lstStyle>
            <a:lvl1pPr indent="0" algn="r" defTabSz="914400">
              <a:lnSpc>
                <a:spcPct val="100000"/>
              </a:lnSpc>
              <a:buNone/>
              <a:tabLst>
                <a:tab algn="l" pos="0"/>
              </a:tabLst>
              <a:defRPr b="0" lang="en-US" sz="800" spc="-1" strike="noStrike">
                <a:solidFill>
                  <a:schemeClr val="lt1"/>
                </a:solidFill>
                <a:latin typeface="Ford Antenna Regular"/>
                <a:ea typeface="Ford Antenna Regular"/>
              </a:defRPr>
            </a:lvl1pPr>
          </a:lstStyle>
          <a:p>
            <a:pPr indent="0" algn="r" defTabSz="914400">
              <a:lnSpc>
                <a:spcPct val="100000"/>
              </a:lnSpc>
              <a:buNone/>
              <a:tabLst>
                <a:tab algn="l" pos="0"/>
              </a:tabLst>
            </a:pPr>
            <a:fld id="{07D11B52-DC31-459D-944C-F9E721EC09E3}" type="slidenum">
              <a:rPr b="0" lang="en-US" sz="800" spc="-1" strike="noStrike">
                <a:solidFill>
                  <a:schemeClr val="lt1"/>
                </a:solidFill>
                <a:latin typeface="Ford Antenna Regular"/>
                <a:ea typeface="Ford Antenna Regular"/>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43" r:id="rId7"/>
  </p:sldLayoutIdLst>
</p:sldMaster>
</file>

<file path=ppt/slideMasters/slideMaster4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36"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37" name="Rectangle 11"/>
          <p:cNvSpPr/>
          <p:nvPr/>
        </p:nvSpPr>
        <p:spPr>
          <a:xfrm>
            <a:off x="0" y="1816920"/>
            <a:ext cx="12191400" cy="50403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LT Pro"/>
            </a:endParaRPr>
          </a:p>
        </p:txBody>
      </p:sp>
      <p:cxnSp>
        <p:nvCxnSpPr>
          <p:cNvPr id="238" name="Straight Connector 12"/>
          <p:cNvCxnSpPr/>
          <p:nvPr/>
        </p:nvCxnSpPr>
        <p:spPr>
          <a:xfrm>
            <a:off x="8127720" y="1816920"/>
            <a:ext cx="720" cy="5041800"/>
          </a:xfrm>
          <a:prstGeom prst="straightConnector1">
            <a:avLst/>
          </a:prstGeom>
          <a:ln w="38100">
            <a:solidFill>
              <a:srgbClr val="ffffff"/>
            </a:solidFill>
            <a:round/>
          </a:ln>
        </p:spPr>
      </p:cxnSp>
      <p:cxnSp>
        <p:nvCxnSpPr>
          <p:cNvPr id="239" name="Straight Connector 13"/>
          <p:cNvCxnSpPr/>
          <p:nvPr/>
        </p:nvCxnSpPr>
        <p:spPr>
          <a:xfrm>
            <a:off x="4063680" y="1816920"/>
            <a:ext cx="720" cy="5041800"/>
          </a:xfrm>
          <a:prstGeom prst="straightConnector1">
            <a:avLst/>
          </a:prstGeom>
          <a:ln w="38100">
            <a:solidFill>
              <a:srgbClr val="ffffff"/>
            </a:solidFill>
            <a:round/>
          </a:ln>
        </p:spPr>
      </p:cxnSp>
      <p:sp>
        <p:nvSpPr>
          <p:cNvPr id="240" name="PlaceHolder 1"/>
          <p:cNvSpPr>
            <a:spLocks noGrp="1"/>
          </p:cNvSpPr>
          <p:nvPr>
            <p:ph type="sldNum" idx="48"/>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8C85B49D-895C-400B-83EB-4D98928A2D2B}"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45" r:id="rId4"/>
  </p:sldLayoutIdLst>
</p:sldMaster>
</file>

<file path=ppt/slideMasters/slideMaster5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41"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42" name="Rectangle 11"/>
          <p:cNvSpPr/>
          <p:nvPr/>
        </p:nvSpPr>
        <p:spPr>
          <a:xfrm flipH="1">
            <a:off x="8129880" y="0"/>
            <a:ext cx="406044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dk1"/>
              </a:solidFill>
              <a:latin typeface="Avenir Next"/>
            </a:endParaRPr>
          </a:p>
        </p:txBody>
      </p:sp>
      <p:pic>
        <p:nvPicPr>
          <p:cNvPr id="243" name="Graphic 2" descr=""/>
          <p:cNvPicPr/>
          <p:nvPr/>
        </p:nvPicPr>
        <p:blipFill>
          <a:blip r:embed="rId4">
            <a:extLst>
              <a:ext uri="{96DAC541-7B7A-43D3-8B79-37D633B846F1}">
                <asvg:svgBlip xmlns:asvg="http://schemas.microsoft.com/office/drawing/2016/SVG/main" r:embed="rId5"/>
              </a:ext>
            </a:extLst>
          </a:blip>
          <a:stretch/>
        </p:blipFill>
        <p:spPr>
          <a:xfrm>
            <a:off x="11273040" y="222840"/>
            <a:ext cx="653760" cy="326520"/>
          </a:xfrm>
          <a:prstGeom prst="rect">
            <a:avLst/>
          </a:prstGeom>
          <a:ln w="0">
            <a:noFill/>
          </a:ln>
        </p:spPr>
      </p:pic>
      <p:sp>
        <p:nvSpPr>
          <p:cNvPr id="244" name="PlaceHolder 1"/>
          <p:cNvSpPr>
            <a:spLocks noGrp="1"/>
          </p:cNvSpPr>
          <p:nvPr>
            <p:ph type="sldNum" idx="49"/>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DBBC41EF-F74C-4205-B798-8411340A0951}"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47" r:id="rId6"/>
  </p:sldLayoutIdLst>
</p:sldMaster>
</file>

<file path=ppt/slideMasters/slideMaster5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45"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cxnSp>
        <p:nvCxnSpPr>
          <p:cNvPr id="246" name="Straight Connector 17"/>
          <p:cNvCxnSpPr/>
          <p:nvPr/>
        </p:nvCxnSpPr>
        <p:spPr>
          <a:xfrm>
            <a:off x="2774880" y="1307880"/>
            <a:ext cx="720" cy="4508640"/>
          </a:xfrm>
          <a:prstGeom prst="straightConnector1">
            <a:avLst/>
          </a:prstGeom>
          <a:ln w="9525">
            <a:solidFill>
              <a:srgbClr val="1700f3"/>
            </a:solidFill>
            <a:round/>
          </a:ln>
        </p:spPr>
      </p:cxnSp>
      <p:cxnSp>
        <p:nvCxnSpPr>
          <p:cNvPr id="247" name="Straight Connector 18"/>
          <p:cNvCxnSpPr/>
          <p:nvPr/>
        </p:nvCxnSpPr>
        <p:spPr>
          <a:xfrm>
            <a:off x="8973720" y="1307880"/>
            <a:ext cx="720" cy="4508640"/>
          </a:xfrm>
          <a:prstGeom prst="straightConnector1">
            <a:avLst/>
          </a:prstGeom>
          <a:ln w="9525">
            <a:solidFill>
              <a:srgbClr val="1700f3"/>
            </a:solidFill>
            <a:round/>
          </a:ln>
        </p:spPr>
      </p:cxnSp>
      <p:sp>
        <p:nvSpPr>
          <p:cNvPr id="248" name="PlaceHolder 1"/>
          <p:cNvSpPr>
            <a:spLocks noGrp="1"/>
          </p:cNvSpPr>
          <p:nvPr>
            <p:ph type="sldNum" idx="50"/>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3D3F5CCF-3F24-4CAB-80E5-93DE506A6EE0}"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49" r:id="rId4"/>
  </p:sldLayoutIdLst>
</p:sldMaster>
</file>

<file path=ppt/slideMasters/slideMaster5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49"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50" name="PlaceHolder 1"/>
          <p:cNvSpPr>
            <a:spLocks noGrp="1"/>
          </p:cNvSpPr>
          <p:nvPr>
            <p:ph type="sldNum" idx="51"/>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BFDF0AE7-BBF2-4178-BBAE-A5192DF3AF2B}"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51" r:id="rId4"/>
  </p:sldLayoutIdLst>
</p:sldMaster>
</file>

<file path=ppt/slideMasters/slideMaster5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51" name="Graphic 8" descr=""/>
          <p:cNvPicPr/>
          <p:nvPr/>
        </p:nvPicPr>
        <p:blipFill>
          <a:blip r:embed="rId2">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pic>
        <p:nvPicPr>
          <p:cNvPr id="252" name="Picture 1" descr=""/>
          <p:cNvPicPr/>
          <p:nvPr/>
        </p:nvPicPr>
        <p:blipFill>
          <a:blip r:embed="rId4"/>
          <a:stretch/>
        </p:blipFill>
        <p:spPr>
          <a:xfrm rot="10800000">
            <a:off x="720" y="0"/>
            <a:ext cx="12191400" cy="6857280"/>
          </a:xfrm>
          <a:prstGeom prst="rect">
            <a:avLst/>
          </a:prstGeom>
          <a:ln w="0">
            <a:noFill/>
          </a:ln>
        </p:spPr>
      </p:pic>
      <p:pic>
        <p:nvPicPr>
          <p:cNvPr id="253" name="Graphic 2" descr=""/>
          <p:cNvPicPr/>
          <p:nvPr/>
        </p:nvPicPr>
        <p:blipFill>
          <a:blip r:embed="rId5">
            <a:extLst>
              <a:ext uri="{96DAC541-7B7A-43D3-8B79-37D633B846F1}">
                <asvg:svgBlip xmlns:asvg="http://schemas.microsoft.com/office/drawing/2016/SVG/main" r:embed="rId6"/>
              </a:ext>
            </a:extLst>
          </a:blip>
          <a:stretch/>
        </p:blipFill>
        <p:spPr>
          <a:xfrm>
            <a:off x="4739400" y="2743200"/>
            <a:ext cx="2599560" cy="1336680"/>
          </a:xfrm>
          <a:prstGeom prst="rect">
            <a:avLst/>
          </a:prstGeom>
          <a:ln w="0">
            <a:noFill/>
          </a:ln>
        </p:spPr>
      </p:pic>
      <p:sp>
        <p:nvSpPr>
          <p:cNvPr id="254" name="PlaceHolder 1"/>
          <p:cNvSpPr>
            <a:spLocks noGrp="1"/>
          </p:cNvSpPr>
          <p:nvPr>
            <p:ph type="sldNum" idx="52"/>
          </p:nvPr>
        </p:nvSpPr>
        <p:spPr>
          <a:xfrm>
            <a:off x="11441160" y="6394320"/>
            <a:ext cx="320040" cy="364320"/>
          </a:xfrm>
          <a:prstGeom prst="rect">
            <a:avLst/>
          </a:prstGeom>
          <a:noFill/>
          <a:ln w="0">
            <a:noFill/>
          </a:ln>
        </p:spPr>
        <p:txBody>
          <a:bodyPr lIns="0" rIns="0" tIns="45720" bIns="45720" anchor="ctr">
            <a:noAutofit/>
          </a:bodyPr>
          <a:lstStyle>
            <a:lvl1pPr indent="0" algn="r" defTabSz="914400">
              <a:lnSpc>
                <a:spcPct val="100000"/>
              </a:lnSpc>
              <a:buNone/>
              <a:tabLst>
                <a:tab algn="l" pos="0"/>
              </a:tabLst>
              <a:defRPr b="0" lang="en-US" sz="800" spc="-1" strike="noStrike">
                <a:solidFill>
                  <a:schemeClr val="lt1"/>
                </a:solidFill>
                <a:latin typeface="Ford Antenna Regular"/>
                <a:ea typeface="Ford Antenna Regular"/>
              </a:defRPr>
            </a:lvl1pPr>
          </a:lstStyle>
          <a:p>
            <a:pPr indent="0" algn="r" defTabSz="914400">
              <a:lnSpc>
                <a:spcPct val="100000"/>
              </a:lnSpc>
              <a:buNone/>
              <a:tabLst>
                <a:tab algn="l" pos="0"/>
              </a:tabLst>
            </a:pPr>
            <a:fld id="{06F0FFA0-E67C-4089-B2EE-C31BB6F42D76}" type="slidenum">
              <a:rPr b="0" lang="en-US" sz="800" spc="-1" strike="noStrike">
                <a:solidFill>
                  <a:schemeClr val="lt1"/>
                </a:solidFill>
                <a:latin typeface="Ford Antenna Regular"/>
                <a:ea typeface="Ford Antenna Regular"/>
              </a:rPr>
              <a:t>&lt;número&gt;</a:t>
            </a:fld>
            <a:endParaRPr b="0" lang="es-AR" sz="800" spc="-1" strike="noStrike">
              <a:solidFill>
                <a:srgbClr val="000000"/>
              </a:solidFill>
              <a:latin typeface="Times New Roman"/>
            </a:endParaRPr>
          </a:p>
        </p:txBody>
      </p:sp>
      <p:sp>
        <p:nvSpPr>
          <p:cNvPr id="255"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s-AR" sz="4400" spc="-1" strike="noStrike">
                <a:solidFill>
                  <a:srgbClr val="000000"/>
                </a:solidFill>
                <a:latin typeface="Arial"/>
              </a:rPr>
              <a:t>Pulse para editar el formato del texto de título</a:t>
            </a:r>
            <a:endParaRPr b="0" lang="es-AR" sz="4400" spc="-1" strike="noStrike">
              <a:solidFill>
                <a:srgbClr val="000000"/>
              </a:solidFill>
              <a:latin typeface="Arial"/>
            </a:endParaRPr>
          </a:p>
        </p:txBody>
      </p:sp>
      <p:sp>
        <p:nvSpPr>
          <p:cNvPr id="256"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s-AR" sz="3200" spc="-1" strike="noStrike">
                <a:solidFill>
                  <a:srgbClr val="000000"/>
                </a:solidFill>
                <a:latin typeface="Arial"/>
              </a:rPr>
              <a:t>Pulse para </a:t>
            </a:r>
            <a:r>
              <a:rPr b="0" lang="es-AR" sz="3200" spc="-1" strike="noStrike">
                <a:solidFill>
                  <a:srgbClr val="000000"/>
                </a:solidFill>
                <a:latin typeface="Arial"/>
              </a:rPr>
              <a:t>editar el formato </a:t>
            </a:r>
            <a:r>
              <a:rPr b="0" lang="es-AR" sz="3200" spc="-1" strike="noStrike">
                <a:solidFill>
                  <a:srgbClr val="000000"/>
                </a:solidFill>
                <a:latin typeface="Arial"/>
              </a:rPr>
              <a:t>de texto del </a:t>
            </a:r>
            <a:r>
              <a:rPr b="0" lang="es-AR" sz="3200" spc="-1" strike="noStrike">
                <a:solidFill>
                  <a:srgbClr val="000000"/>
                </a:solidFill>
                <a:latin typeface="Arial"/>
              </a:rPr>
              <a:t>esquema</a:t>
            </a:r>
            <a:endParaRPr b="0" lang="es-A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AR" sz="2800" spc="-1" strike="noStrike">
                <a:solidFill>
                  <a:srgbClr val="000000"/>
                </a:solidFill>
                <a:latin typeface="Arial"/>
              </a:rPr>
              <a:t>Segundo nivel </a:t>
            </a:r>
            <a:r>
              <a:rPr b="0" lang="es-AR" sz="2800" spc="-1" strike="noStrike">
                <a:solidFill>
                  <a:srgbClr val="000000"/>
                </a:solidFill>
                <a:latin typeface="Arial"/>
              </a:rPr>
              <a:t>del esquema</a:t>
            </a:r>
            <a:endParaRPr b="0" lang="es-A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AR" sz="2400" spc="-1" strike="noStrike">
                <a:solidFill>
                  <a:srgbClr val="000000"/>
                </a:solidFill>
                <a:latin typeface="Arial"/>
              </a:rPr>
              <a:t>Tercer nivel del </a:t>
            </a:r>
            <a:r>
              <a:rPr b="0" lang="es-AR" sz="2400" spc="-1" strike="noStrike">
                <a:solidFill>
                  <a:srgbClr val="000000"/>
                </a:solidFill>
                <a:latin typeface="Arial"/>
              </a:rPr>
              <a:t>esquema</a:t>
            </a:r>
            <a:endParaRPr b="0" lang="es-A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AR" sz="2000" spc="-1" strike="noStrike">
                <a:solidFill>
                  <a:srgbClr val="000000"/>
                </a:solidFill>
                <a:latin typeface="Arial"/>
              </a:rPr>
              <a:t>Cuarto 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AR" sz="2000" spc="-1" strike="noStrike">
                <a:solidFill>
                  <a:srgbClr val="000000"/>
                </a:solidFill>
                <a:latin typeface="Arial"/>
              </a:rPr>
              <a:t>Quinto </a:t>
            </a:r>
            <a:r>
              <a:rPr b="0" lang="es-AR" sz="2000" spc="-1" strike="noStrike">
                <a:solidFill>
                  <a:srgbClr val="000000"/>
                </a:solidFill>
                <a:latin typeface="Arial"/>
              </a:rPr>
              <a:t>nivel del </a:t>
            </a:r>
            <a:r>
              <a:rPr b="0" lang="es-AR" sz="2000" spc="-1" strike="noStrike">
                <a:solidFill>
                  <a:srgbClr val="000000"/>
                </a:solidFill>
                <a:latin typeface="Arial"/>
              </a:rPr>
              <a:t>esquema</a:t>
            </a:r>
            <a:endParaRPr b="0" lang="es-A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AR" sz="2000" spc="-1" strike="noStrike">
                <a:solidFill>
                  <a:srgbClr val="000000"/>
                </a:solidFill>
                <a:latin typeface="Arial"/>
              </a:rPr>
              <a:t>Sexto </a:t>
            </a:r>
            <a:r>
              <a:rPr b="0" lang="es-AR" sz="2000" spc="-1" strike="noStrike">
                <a:solidFill>
                  <a:srgbClr val="000000"/>
                </a:solidFill>
                <a:latin typeface="Arial"/>
              </a:rPr>
              <a:t>nivel </a:t>
            </a:r>
            <a:r>
              <a:rPr b="0" lang="es-AR" sz="2000" spc="-1" strike="noStrike">
                <a:solidFill>
                  <a:srgbClr val="000000"/>
                </a:solidFill>
                <a:latin typeface="Arial"/>
              </a:rPr>
              <a:t>del </a:t>
            </a:r>
            <a:r>
              <a:rPr b="0" lang="es-AR" sz="2000" spc="-1" strike="noStrike">
                <a:solidFill>
                  <a:srgbClr val="000000"/>
                </a:solidFill>
                <a:latin typeface="Arial"/>
              </a:rPr>
              <a:t>esque</a:t>
            </a:r>
            <a:r>
              <a:rPr b="0" lang="es-AR" sz="2000" spc="-1" strike="noStrike">
                <a:solidFill>
                  <a:srgbClr val="000000"/>
                </a:solidFill>
                <a:latin typeface="Arial"/>
              </a:rPr>
              <a:t>ma</a:t>
            </a:r>
            <a:endParaRPr b="0" lang="es-A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AR" sz="2000" spc="-1" strike="noStrike">
                <a:solidFill>
                  <a:srgbClr val="000000"/>
                </a:solidFill>
                <a:latin typeface="Arial"/>
              </a:rPr>
              <a:t>Sép</a:t>
            </a:r>
            <a:r>
              <a:rPr b="0" lang="es-AR" sz="2000" spc="-1" strike="noStrike">
                <a:solidFill>
                  <a:srgbClr val="000000"/>
                </a:solidFill>
                <a:latin typeface="Arial"/>
              </a:rPr>
              <a:t>tim</a:t>
            </a:r>
            <a:r>
              <a:rPr b="0" lang="es-AR" sz="2000" spc="-1" strike="noStrike">
                <a:solidFill>
                  <a:srgbClr val="000000"/>
                </a:solidFill>
                <a:latin typeface="Arial"/>
              </a:rPr>
              <a:t>o </a:t>
            </a:r>
            <a:r>
              <a:rPr b="0" lang="es-AR" sz="2000" spc="-1" strike="noStrike">
                <a:solidFill>
                  <a:srgbClr val="000000"/>
                </a:solidFill>
                <a:latin typeface="Arial"/>
              </a:rPr>
              <a:t>nive</a:t>
            </a:r>
            <a:r>
              <a:rPr b="0" lang="es-AR" sz="2000" spc="-1" strike="noStrike">
                <a:solidFill>
                  <a:srgbClr val="000000"/>
                </a:solidFill>
                <a:latin typeface="Arial"/>
              </a:rPr>
              <a:t>l del </a:t>
            </a:r>
            <a:r>
              <a:rPr b="0" lang="es-AR" sz="2000" spc="-1" strike="noStrike">
                <a:solidFill>
                  <a:srgbClr val="000000"/>
                </a:solidFill>
                <a:latin typeface="Arial"/>
              </a:rPr>
              <a:t>esq</a:t>
            </a:r>
            <a:r>
              <a:rPr b="0" lang="es-AR" sz="2000" spc="-1" strike="noStrike">
                <a:solidFill>
                  <a:srgbClr val="000000"/>
                </a:solidFill>
                <a:latin typeface="Arial"/>
              </a:rPr>
              <a:t>ue</a:t>
            </a:r>
            <a:r>
              <a:rPr b="0" lang="es-AR" sz="2000" spc="-1" strike="noStrike">
                <a:solidFill>
                  <a:srgbClr val="000000"/>
                </a:solidFill>
                <a:latin typeface="Arial"/>
              </a:rPr>
              <a:t>ma</a:t>
            </a:r>
            <a:endParaRPr b="0" lang="es-A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53" r:id="rId7"/>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slideLayout" Target="../slideLayouts/slideLayout33.xml"/><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3.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slideLayout" Target="../slideLayouts/slideLayout33.xml"/><Relationship Id="rId6"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2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cxnSp>
        <p:nvCxnSpPr>
          <p:cNvPr id="263" name="Straight Connector 9"/>
          <p:cNvCxnSpPr/>
          <p:nvPr/>
        </p:nvCxnSpPr>
        <p:spPr>
          <a:xfrm>
            <a:off x="983880" y="3485160"/>
            <a:ext cx="192600" cy="720"/>
          </a:xfrm>
          <a:prstGeom prst="straightConnector1">
            <a:avLst/>
          </a:prstGeom>
          <a:ln w="0">
            <a:solidFill>
              <a:srgbClr val="1700f3"/>
            </a:solidFill>
          </a:ln>
        </p:spPr>
      </p:cxnSp>
      <p:sp>
        <p:nvSpPr>
          <p:cNvPr id="264" name="PlaceHolder 1"/>
          <p:cNvSpPr>
            <a:spLocks noGrp="1"/>
          </p:cNvSpPr>
          <p:nvPr>
            <p:ph/>
          </p:nvPr>
        </p:nvSpPr>
        <p:spPr>
          <a:xfrm>
            <a:off x="996480" y="2868120"/>
            <a:ext cx="8319960" cy="570960"/>
          </a:xfrm>
          <a:prstGeom prst="rect">
            <a:avLst/>
          </a:prstGeom>
          <a:noFill/>
          <a:ln w="0">
            <a:noFill/>
          </a:ln>
        </p:spPr>
        <p:txBody>
          <a:bodyPr lIns="0" rIns="91440" tIns="45720" bIns="0" anchor="b">
            <a:noAutofit/>
          </a:bodyPr>
          <a:p>
            <a:pPr indent="0" defTabSz="914400">
              <a:lnSpc>
                <a:spcPct val="90000"/>
              </a:lnSpc>
              <a:spcBef>
                <a:spcPts val="1001"/>
              </a:spcBef>
              <a:buNone/>
              <a:tabLst>
                <a:tab algn="l" pos="0"/>
              </a:tabLst>
            </a:pPr>
            <a:r>
              <a:rPr b="0" lang="en-US" sz="2400" spc="35" strike="noStrike">
                <a:solidFill>
                  <a:schemeClr val="dk1"/>
                </a:solidFill>
                <a:latin typeface="Avenir Next LT Pro"/>
              </a:rPr>
              <a:t>Ford Innovation </a:t>
            </a:r>
            <a:r>
              <a:rPr b="0" lang="en-US" sz="2400" spc="35" strike="noStrike">
                <a:solidFill>
                  <a:schemeClr val="dk1"/>
                </a:solidFill>
                <a:latin typeface="Avenir Next LT Pro"/>
              </a:rPr>
              <a:t>Challenge III: AI </a:t>
            </a:r>
            <a:r>
              <a:rPr b="0" lang="en-US" sz="2400" spc="35" strike="noStrike">
                <a:solidFill>
                  <a:schemeClr val="dk1"/>
                </a:solidFill>
                <a:latin typeface="Avenir Next LT Pro"/>
              </a:rPr>
              <a:t>Edition</a:t>
            </a:r>
            <a:endParaRPr b="0" lang="es-AR" sz="2400" spc="-1" strike="noStrike">
              <a:solidFill>
                <a:srgbClr val="000000"/>
              </a:solidFill>
              <a:latin typeface="Arial"/>
            </a:endParaRPr>
          </a:p>
        </p:txBody>
      </p:sp>
      <p:sp>
        <p:nvSpPr>
          <p:cNvPr id="265" name="PlaceHolder 2"/>
          <p:cNvSpPr>
            <a:spLocks noGrp="1"/>
          </p:cNvSpPr>
          <p:nvPr>
            <p:ph/>
          </p:nvPr>
        </p:nvSpPr>
        <p:spPr>
          <a:xfrm>
            <a:off x="996480" y="3745800"/>
            <a:ext cx="6099840" cy="305640"/>
          </a:xfrm>
          <a:prstGeom prst="rect">
            <a:avLst/>
          </a:prstGeom>
          <a:noFill/>
          <a:ln w="0">
            <a:noFill/>
          </a:ln>
        </p:spPr>
        <p:txBody>
          <a:bodyPr lIns="0" rIns="91440" tIns="45720" bIns="0" anchor="t">
            <a:noAutofit/>
          </a:bodyPr>
          <a:p>
            <a:pPr indent="0" defTabSz="914400">
              <a:lnSpc>
                <a:spcPct val="90000"/>
              </a:lnSpc>
              <a:spcBef>
                <a:spcPts val="1001"/>
              </a:spcBef>
              <a:buNone/>
              <a:tabLst>
                <a:tab algn="l" pos="0"/>
              </a:tabLst>
            </a:pPr>
            <a:r>
              <a:rPr b="1" lang="en-US" sz="1000" spc="296" strike="noStrike">
                <a:solidFill>
                  <a:schemeClr val="accent1"/>
                </a:solidFill>
                <a:latin typeface="Avenir Next LT Pro"/>
              </a:rPr>
              <a:t>Desafío 1 · Data-Driven </a:t>
            </a:r>
            <a:r>
              <a:rPr b="1" lang="en-US" sz="1000" spc="296" strike="noStrike">
                <a:solidFill>
                  <a:schemeClr val="accent1"/>
                </a:solidFill>
                <a:latin typeface="Avenir Next LT Pro"/>
              </a:rPr>
              <a:t>Repurchase · Equipo SIMtec</a:t>
            </a:r>
            <a:endParaRPr b="0" lang="es-AR" sz="1000" spc="-1" strike="noStrike">
              <a:solidFill>
                <a:srgbClr val="000000"/>
              </a:solidFill>
              <a:latin typeface="Arial"/>
            </a:endParaRPr>
          </a:p>
        </p:txBody>
      </p:sp>
      <p:sp>
        <p:nvSpPr>
          <p:cNvPr id="266" name="Text Placeholder 5"/>
          <p:cNvSpPr/>
          <p:nvPr/>
        </p:nvSpPr>
        <p:spPr>
          <a:xfrm>
            <a:off x="983880" y="6105960"/>
            <a:ext cx="6099840" cy="305640"/>
          </a:xfrm>
          <a:prstGeom prst="rect">
            <a:avLst/>
          </a:prstGeom>
          <a:noFill/>
          <a:ln w="0">
            <a:noFill/>
          </a:ln>
        </p:spPr>
        <p:style>
          <a:lnRef idx="0"/>
          <a:fillRef idx="0"/>
          <a:effectRef idx="0"/>
          <a:fontRef idx="minor"/>
        </p:style>
        <p:txBody>
          <a:bodyPr lIns="0" rIns="90000" tIns="45000" bIns="0" anchor="t">
            <a:noAutofit/>
          </a:bodyPr>
          <a:p>
            <a:pPr defTabSz="914400">
              <a:lnSpc>
                <a:spcPct val="90000"/>
              </a:lnSpc>
              <a:spcBef>
                <a:spcPts val="1001"/>
              </a:spcBef>
              <a:tabLst>
                <a:tab algn="l" pos="0"/>
              </a:tabLst>
            </a:pPr>
            <a:r>
              <a:rPr b="0" lang="es-AR" sz="1000" spc="296" strike="noStrike">
                <a:solidFill>
                  <a:schemeClr val="accent1"/>
                </a:solidFill>
                <a:latin typeface="Avenir Next LT Pro"/>
              </a:rPr>
              <a:t>Trials Day · Octubre 2026</a:t>
            </a:r>
            <a:endParaRPr b="0" lang="es-AR" sz="1000" spc="-1" strike="noStrike">
              <a:solidFill>
                <a:srgbClr val="000000"/>
              </a:solidFill>
              <a:latin typeface="Arial"/>
            </a:endParaRPr>
          </a:p>
        </p:txBody>
      </p:sp>
      <p:sp>
        <p:nvSpPr>
          <p:cNvPr id="267" name="integrantes"/>
          <p:cNvSpPr/>
          <p:nvPr/>
        </p:nvSpPr>
        <p:spPr>
          <a:xfrm>
            <a:off x="996480" y="4076280"/>
            <a:ext cx="6099840" cy="1070640"/>
          </a:xfrm>
          <a:prstGeom prst="rect">
            <a:avLst/>
          </a:prstGeom>
          <a:noFill/>
          <a:ln w="0">
            <a:noFill/>
          </a:ln>
        </p:spPr>
        <p:style>
          <a:lnRef idx="0"/>
          <a:fillRef idx="0"/>
          <a:effectRef idx="0"/>
          <a:fontRef idx="minor"/>
        </p:style>
        <p:txBody>
          <a:bodyPr lIns="0" rIns="90000" tIns="45000" bIns="0" anchor="t">
            <a:noAutofit/>
          </a:bodyPr>
          <a:p>
            <a:pPr defTabSz="914400">
              <a:lnSpc>
                <a:spcPct val="90000"/>
              </a:lnSpc>
              <a:spcBef>
                <a:spcPts val="1001"/>
              </a:spcBef>
              <a:tabLst>
                <a:tab algn="l" pos="0"/>
              </a:tabLst>
            </a:pPr>
            <a:r>
              <a:rPr b="0" lang="es-AR" sz="1000" spc="296" strike="noStrike">
                <a:solidFill>
                  <a:schemeClr val="accent1"/>
                </a:solidFill>
                <a:latin typeface="Avenir Next LT Pro"/>
              </a:rPr>
              <a:t>Samaan Piroli Teodoro </a:t>
            </a:r>
            <a:endParaRPr b="0" lang="es-AR" sz="1000" spc="-1" strike="noStrike">
              <a:solidFill>
                <a:srgbClr val="000000"/>
              </a:solidFill>
              <a:latin typeface="Arial"/>
            </a:endParaRPr>
          </a:p>
          <a:p>
            <a:pPr defTabSz="914400">
              <a:lnSpc>
                <a:spcPct val="90000"/>
              </a:lnSpc>
              <a:spcBef>
                <a:spcPts val="1001"/>
              </a:spcBef>
              <a:tabLst>
                <a:tab algn="l" pos="0"/>
              </a:tabLst>
            </a:pPr>
            <a:r>
              <a:rPr b="0" lang="es-AR" sz="1000" spc="296" strike="noStrike">
                <a:solidFill>
                  <a:schemeClr val="accent1"/>
                </a:solidFill>
                <a:latin typeface="Avenir Next LT Pro"/>
              </a:rPr>
              <a:t>Iuzzolino María Florencia</a:t>
            </a:r>
            <a:endParaRPr b="0" lang="es-AR" sz="1000" spc="-1" strike="noStrike">
              <a:solidFill>
                <a:srgbClr val="000000"/>
              </a:solidFill>
              <a:latin typeface="Arial"/>
            </a:endParaRPr>
          </a:p>
          <a:p>
            <a:pPr defTabSz="914400">
              <a:lnSpc>
                <a:spcPct val="90000"/>
              </a:lnSpc>
              <a:spcBef>
                <a:spcPts val="1001"/>
              </a:spcBef>
              <a:tabLst>
                <a:tab algn="l" pos="0"/>
              </a:tabLst>
            </a:pPr>
            <a:r>
              <a:rPr b="0" lang="es-AR" sz="1000" spc="296" strike="noStrike">
                <a:solidFill>
                  <a:schemeClr val="accent1"/>
                </a:solidFill>
                <a:latin typeface="Avenir Next LT Pro"/>
              </a:rPr>
              <a:t>Malfetano Franco Tomas</a:t>
            </a:r>
            <a:endParaRPr b="0" lang="es-AR" sz="1000" spc="-1" strike="noStrike">
              <a:solidFill>
                <a:srgbClr val="000000"/>
              </a:solidFill>
              <a:latin typeface="Arial"/>
            </a:endParaRPr>
          </a:p>
          <a:p>
            <a:pPr defTabSz="914400">
              <a:lnSpc>
                <a:spcPct val="90000"/>
              </a:lnSpc>
              <a:spcBef>
                <a:spcPts val="1001"/>
              </a:spcBef>
              <a:tabLst>
                <a:tab algn="l" pos="0"/>
              </a:tabLst>
            </a:pPr>
            <a:endParaRPr b="0" lang="es-AR" sz="1000" spc="-1" strike="noStrike">
              <a:solidFill>
                <a:srgbClr val="000000"/>
              </a:solidFill>
              <a:latin typeface="Arial"/>
            </a:endParaRPr>
          </a:p>
        </p:txBody>
      </p:sp>
      <p:sp>
        <p:nvSpPr>
          <p:cNvPr id="268"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69" name="PlaceHolder 1"/>
          <p:cNvSpPr>
            <a:spLocks noGrp="1"/>
          </p:cNvSpPr>
          <p:nvPr>
            <p:ph type="title"/>
          </p:nvPr>
        </p:nvSpPr>
        <p:spPr>
          <a:xfrm>
            <a:off x="996840" y="3033000"/>
            <a:ext cx="10524240" cy="395280"/>
          </a:xfrm>
          <a:prstGeom prst="rect">
            <a:avLst/>
          </a:prstGeom>
          <a:noFill/>
          <a:ln w="0">
            <a:noFill/>
          </a:ln>
        </p:spPr>
        <p:txBody>
          <a:bodyPr lIns="0" rIns="91440" tIns="45720" bIns="45720" anchor="t">
            <a:noAutofit/>
          </a:bodyPr>
          <a:p>
            <a:pPr indent="0" defTabSz="914400">
              <a:lnSpc>
                <a:spcPct val="100000"/>
              </a:lnSpc>
              <a:buNone/>
              <a:tabLst>
                <a:tab algn="l" pos="0"/>
              </a:tabLst>
            </a:pPr>
            <a:r>
              <a:rPr b="0" lang="en-US" sz="2400" spc="35" strike="noStrike">
                <a:solidFill>
                  <a:schemeClr val="dk1"/>
                </a:solidFill>
                <a:latin typeface="Avenir Next LT Pro"/>
                <a:ea typeface="Avenir Next"/>
              </a:rPr>
              <a:t>Descripción del desafío</a:t>
            </a:r>
            <a:endParaRPr b="0" lang="es-AR" sz="2400" spc="-1" strike="noStrike">
              <a:solidFill>
                <a:srgbClr val="000000"/>
              </a:solidFill>
              <a:latin typeface="Arial"/>
            </a:endParaRPr>
          </a:p>
        </p:txBody>
      </p:sp>
      <p:sp>
        <p:nvSpPr>
          <p:cNvPr id="270" name="PlaceHolder 2"/>
          <p:cNvSpPr>
            <a:spLocks noGrp="1"/>
          </p:cNvSpPr>
          <p:nvPr>
            <p:ph/>
          </p:nvPr>
        </p:nvSpPr>
        <p:spPr>
          <a:xfrm>
            <a:off x="996840" y="3584520"/>
            <a:ext cx="10514880" cy="43884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1200" spc="55" strike="noStrike">
                <a:solidFill>
                  <a:schemeClr val="dk1"/>
                </a:solidFill>
                <a:latin typeface="Avenir Next LT Pro"/>
                <a:ea typeface="Avenir Next"/>
              </a:rPr>
              <a:t>Cada service que no se hace es un cliente </a:t>
            </a:r>
            <a:r>
              <a:rPr b="0" lang="en-US" sz="1200" spc="55" strike="noStrike">
                <a:solidFill>
                  <a:schemeClr val="dk1"/>
                </a:solidFill>
                <a:latin typeface="Avenir Next LT Pro"/>
                <a:ea typeface="Avenir Next"/>
              </a:rPr>
              <a:t>que se empieza a ir</a:t>
            </a:r>
            <a:endParaRPr b="0" lang="es-AR" sz="1200" spc="-1" strike="noStrike">
              <a:solidFill>
                <a:srgbClr val="000000"/>
              </a:solidFill>
              <a:latin typeface="Arial"/>
            </a:endParaRPr>
          </a:p>
        </p:txBody>
      </p:sp>
      <p:sp>
        <p:nvSpPr>
          <p:cNvPr id="271" name="PlaceHolder 3"/>
          <p:cNvSpPr>
            <a:spLocks noGrp="1"/>
          </p:cNvSpPr>
          <p:nvPr>
            <p:ph/>
          </p:nvPr>
        </p:nvSpPr>
        <p:spPr>
          <a:xfrm>
            <a:off x="996840" y="1550520"/>
            <a:ext cx="1470960" cy="1102680"/>
          </a:xfrm>
          <a:prstGeom prst="rect">
            <a:avLst/>
          </a:prstGeom>
          <a:noFill/>
          <a:ln w="0">
            <a:noFill/>
          </a:ln>
        </p:spPr>
        <p:txBody>
          <a:bodyPr lIns="0" rIns="91440" tIns="45720" bIns="0" anchor="b">
            <a:noAutofit/>
          </a:bodyPr>
          <a:p>
            <a:pPr indent="0" defTabSz="914400">
              <a:lnSpc>
                <a:spcPct val="90000"/>
              </a:lnSpc>
              <a:spcBef>
                <a:spcPts val="1001"/>
              </a:spcBef>
              <a:buNone/>
              <a:tabLst>
                <a:tab algn="l" pos="0"/>
              </a:tabLst>
            </a:pPr>
            <a:r>
              <a:rPr b="0" lang="en-US" sz="3200" spc="46" strike="noStrike">
                <a:solidFill>
                  <a:schemeClr val="accent1"/>
                </a:solidFill>
                <a:latin typeface="Avenir Next LT Pro"/>
                <a:ea typeface="Avenir Next"/>
              </a:rPr>
              <a:t>01</a:t>
            </a:r>
            <a:endParaRPr b="0" lang="es-AR" sz="3200" spc="-1" strike="noStrike">
              <a:solidFill>
                <a:srgbClr val="000000"/>
              </a:solidFill>
              <a:latin typeface="Arial"/>
            </a:endParaRPr>
          </a:p>
        </p:txBody>
      </p:sp>
      <p:sp>
        <p:nvSpPr>
          <p:cNvPr id="272"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
        <p:nvSpPr>
          <p:cNvPr id="5" name="PlaceHolder 4"/>
          <p:cNvSpPr>
            <a:spLocks noGrp="1"/>
          </p:cNvSpPr>
          <p:nvPr>
            <p:ph type="sldNum" idx="12"/>
          </p:nvPr>
        </p:nvSpPr>
        <p:spPr/>
        <p:txBody>
          <a:bodyPr/>
          <a:p>
            <a:fld id="{D4313D04-93AB-4642-8BE3-61AE03B4FEED}" type="slidenum">
              <a:t>2</a:t>
            </a:fld>
          </a:p>
        </p:txBody>
      </p:sp>
    </p:spTree>
  </p:cSld>
  <mc:AlternateContent>
    <mc:Choice Requires="p14">
      <p:transition spd="med" p14:dur="6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3" name="PlaceHolder 1"/>
          <p:cNvSpPr>
            <a:spLocks noGrp="1"/>
          </p:cNvSpPr>
          <p:nvPr>
            <p:ph type="sldNum" idx="56"/>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761BDBBD-2F41-4B2A-83EE-0B4AF0F02E58}"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274" name="seccion"/>
          <p:cNvSpPr/>
          <p:nvPr/>
        </p:nvSpPr>
        <p:spPr>
          <a:xfrm>
            <a:off x="393120" y="283320"/>
            <a:ext cx="6400080" cy="1375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296" strike="noStrike">
                <a:solidFill>
                  <a:srgbClr val="1700f3"/>
                </a:solidFill>
                <a:latin typeface="Avenir Next LT Pro"/>
              </a:rPr>
              <a:t>01 · DESCRIPCIÓN DEL DESAFÍO</a:t>
            </a:r>
            <a:endParaRPr b="0" lang="es-AR" sz="900" spc="-1" strike="noStrike">
              <a:solidFill>
                <a:srgbClr val="000000"/>
              </a:solidFill>
              <a:latin typeface="Arial"/>
            </a:endParaRPr>
          </a:p>
        </p:txBody>
      </p:sp>
      <p:sp>
        <p:nvSpPr>
          <p:cNvPr id="275" name="numero"/>
          <p:cNvSpPr/>
          <p:nvPr/>
        </p:nvSpPr>
        <p:spPr>
          <a:xfrm>
            <a:off x="822960" y="1417320"/>
            <a:ext cx="10514880" cy="16765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1000" spc="-1" strike="noStrike">
                <a:solidFill>
                  <a:srgbClr val="00095b"/>
                </a:solidFill>
                <a:latin typeface="Avenir Next LT Pro"/>
              </a:rPr>
              <a:t>Más de 6.000</a:t>
            </a:r>
            <a:endParaRPr b="0" lang="es-AR" sz="11000" spc="-1" strike="noStrike">
              <a:solidFill>
                <a:srgbClr val="000000"/>
              </a:solidFill>
              <a:latin typeface="Arial"/>
            </a:endParaRPr>
          </a:p>
        </p:txBody>
      </p:sp>
      <p:sp>
        <p:nvSpPr>
          <p:cNvPr id="276" name="bajada"/>
          <p:cNvSpPr/>
          <p:nvPr/>
        </p:nvSpPr>
        <p:spPr>
          <a:xfrm>
            <a:off x="822960" y="3246120"/>
            <a:ext cx="10514880" cy="4269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800" spc="-1" strike="noStrike">
                <a:solidFill>
                  <a:srgbClr val="00095b"/>
                </a:solidFill>
                <a:latin typeface="Avenir Next LT Pro"/>
              </a:rPr>
              <a:t>Ranger entran cada mes en su ventana de service</a:t>
            </a:r>
            <a:endParaRPr b="0" lang="es-AR" sz="2800" spc="-1" strike="noStrike">
              <a:solidFill>
                <a:srgbClr val="000000"/>
              </a:solidFill>
              <a:latin typeface="Arial"/>
            </a:endParaRPr>
          </a:p>
        </p:txBody>
      </p:sp>
      <p:cxnSp>
        <p:nvCxnSpPr>
          <p:cNvPr id="277" name="separador"/>
          <p:cNvCxnSpPr/>
          <p:nvPr/>
        </p:nvCxnSpPr>
        <p:spPr>
          <a:xfrm>
            <a:off x="5184360" y="4160520"/>
            <a:ext cx="1829520" cy="720"/>
          </a:xfrm>
          <a:prstGeom prst="straightConnector1">
            <a:avLst/>
          </a:prstGeom>
          <a:ln w="19050">
            <a:solidFill>
              <a:srgbClr val="1700f3"/>
            </a:solidFill>
            <a:round/>
          </a:ln>
        </p:spPr>
      </p:cxnSp>
      <p:sp>
        <p:nvSpPr>
          <p:cNvPr id="278" name="oportunidad"/>
          <p:cNvSpPr/>
          <p:nvPr/>
        </p:nvSpPr>
        <p:spPr>
          <a:xfrm>
            <a:off x="1371600" y="4434840"/>
            <a:ext cx="9417600" cy="3351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200" spc="-1" strike="noStrike">
                <a:solidFill>
                  <a:srgbClr val="7f7f7f"/>
                </a:solidFill>
                <a:latin typeface="Avenir Next LT Pro"/>
              </a:rPr>
              <a:t>Cada una es un cliente que puede volver a Ford…</a:t>
            </a:r>
            <a:endParaRPr b="0" lang="es-AR" sz="2200" spc="-1" strike="noStrike">
              <a:solidFill>
                <a:srgbClr val="000000"/>
              </a:solidFill>
              <a:latin typeface="Arial"/>
            </a:endParaRPr>
          </a:p>
        </p:txBody>
      </p:sp>
      <p:sp>
        <p:nvSpPr>
          <p:cNvPr id="279" name="o_no"/>
          <p:cNvSpPr/>
          <p:nvPr/>
        </p:nvSpPr>
        <p:spPr>
          <a:xfrm>
            <a:off x="1371600" y="4983480"/>
            <a:ext cx="9417600" cy="4572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3000" spc="-1" strike="noStrike">
                <a:solidFill>
                  <a:srgbClr val="1700f3"/>
                </a:solidFill>
                <a:latin typeface="Avenir Next LT Pro"/>
              </a:rPr>
              <a:t>…</a:t>
            </a:r>
            <a:r>
              <a:rPr b="1" lang="en-US" sz="3000" spc="-1" strike="noStrike">
                <a:solidFill>
                  <a:srgbClr val="1700f3"/>
                </a:solidFill>
                <a:latin typeface="Avenir Next LT Pro"/>
              </a:rPr>
              <a:t>o no.</a:t>
            </a:r>
            <a:endParaRPr b="0" lang="es-AR" sz="3000" spc="-1" strike="noStrike">
              <a:solidFill>
                <a:srgbClr val="000000"/>
              </a:solidFill>
              <a:latin typeface="Arial"/>
            </a:endParaRPr>
          </a:p>
        </p:txBody>
      </p:sp>
      <p:sp>
        <p:nvSpPr>
          <p:cNvPr id="280"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nodeType="clickEffect" fill="hold" presetClass="entr" presetID="10">
                                  <p:stCondLst>
                                    <p:cond delay="0"/>
                                  </p:stCondLst>
                                  <p:childTnLst>
                                    <p:set>
                                      <p:cBhvr>
                                        <p:cTn id="6" dur="1" fill="hold">
                                          <p:stCondLst>
                                            <p:cond delay="0"/>
                                          </p:stCondLst>
                                        </p:cTn>
                                        <p:tgtEl>
                                          <p:spTgt spid="279"/>
                                        </p:tgtEl>
                                        <p:attrNameLst>
                                          <p:attrName>style.visibility</p:attrName>
                                        </p:attrNameLst>
                                      </p:cBhvr>
                                      <p:to>
                                        <p:strVal val="visible"/>
                                      </p:to>
                                    </p:set>
                                    <p:animEffect filter="fade" transition="in">
                                      <p:cBhvr additive="repl">
                                        <p:cTn id="7" dur="500"/>
                                        <p:tgtEl>
                                          <p:spTgt spid="27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1" name="PlaceHolder 1"/>
          <p:cNvSpPr>
            <a:spLocks noGrp="1"/>
          </p:cNvSpPr>
          <p:nvPr>
            <p:ph type="sldNum" idx="57"/>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5BCAA486-4D4C-4717-9E73-4B8CF5954BB6}"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282" name="seccion"/>
          <p:cNvSpPr/>
          <p:nvPr/>
        </p:nvSpPr>
        <p:spPr>
          <a:xfrm>
            <a:off x="393120" y="283320"/>
            <a:ext cx="6400080" cy="1375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296" strike="noStrike">
                <a:solidFill>
                  <a:srgbClr val="1700f3"/>
                </a:solidFill>
                <a:latin typeface="Avenir Next LT Pro"/>
              </a:rPr>
              <a:t>01 · DESCRIPCIÓN DEL DESAFÍO</a:t>
            </a:r>
            <a:endParaRPr b="0" lang="es-AR" sz="900" spc="-1" strike="noStrike">
              <a:solidFill>
                <a:srgbClr val="000000"/>
              </a:solidFill>
              <a:latin typeface="Arial"/>
            </a:endParaRPr>
          </a:p>
        </p:txBody>
      </p:sp>
      <p:grpSp>
        <p:nvGrpSpPr>
          <p:cNvPr id="283" name="camioneta_1"/>
          <p:cNvGrpSpPr/>
          <p:nvPr/>
        </p:nvGrpSpPr>
        <p:grpSpPr>
          <a:xfrm>
            <a:off x="856440" y="1161720"/>
            <a:ext cx="932040" cy="358200"/>
            <a:chOff x="856440" y="1161720"/>
            <a:chExt cx="932040" cy="358200"/>
          </a:xfrm>
        </p:grpSpPr>
        <p:sp>
          <p:nvSpPr>
            <p:cNvPr id="284" name="Freeform 2"/>
            <p:cNvSpPr/>
            <p:nvPr/>
          </p:nvSpPr>
          <p:spPr>
            <a:xfrm>
              <a:off x="856440" y="1161720"/>
              <a:ext cx="932040" cy="260280"/>
            </a:xfrm>
            <a:custGeom>
              <a:avLst/>
              <a:gdLst>
                <a:gd name="textAreaLeft" fmla="*/ 0 w 932040"/>
                <a:gd name="textAreaRight" fmla="*/ 932760 w 932040"/>
                <a:gd name="textAreaTop" fmla="*/ 0 h 260280"/>
                <a:gd name="textAreaBottom" fmla="*/ 261000 h 26028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85" name="Freeform 3"/>
            <p:cNvSpPr/>
            <p:nvPr/>
          </p:nvSpPr>
          <p:spPr>
            <a:xfrm>
              <a:off x="1332000" y="1198800"/>
              <a:ext cx="232560" cy="83160"/>
            </a:xfrm>
            <a:custGeom>
              <a:avLst/>
              <a:gdLst>
                <a:gd name="textAreaLeft" fmla="*/ 0 w 232560"/>
                <a:gd name="textAreaRight" fmla="*/ 233280 w 232560"/>
                <a:gd name="textAreaTop" fmla="*/ 0 h 83160"/>
                <a:gd name="textAreaBottom" fmla="*/ 83880 h 8316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286" name="Oval 6"/>
            <p:cNvSpPr/>
            <p:nvPr/>
          </p:nvSpPr>
          <p:spPr>
            <a:xfrm>
              <a:off x="96372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87" name="Oval 7"/>
            <p:cNvSpPr/>
            <p:nvPr/>
          </p:nvSpPr>
          <p:spPr>
            <a:xfrm>
              <a:off x="97776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88" name="Oval 8"/>
            <p:cNvSpPr/>
            <p:nvPr/>
          </p:nvSpPr>
          <p:spPr>
            <a:xfrm>
              <a:off x="102240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289" name="Oval 9"/>
            <p:cNvSpPr/>
            <p:nvPr/>
          </p:nvSpPr>
          <p:spPr>
            <a:xfrm>
              <a:off x="151380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90" name="Oval 10"/>
            <p:cNvSpPr/>
            <p:nvPr/>
          </p:nvSpPr>
          <p:spPr>
            <a:xfrm>
              <a:off x="152784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91" name="Oval 11"/>
            <p:cNvSpPr/>
            <p:nvPr/>
          </p:nvSpPr>
          <p:spPr>
            <a:xfrm>
              <a:off x="157248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292" name="camioneta_2"/>
          <p:cNvGrpSpPr/>
          <p:nvPr/>
        </p:nvGrpSpPr>
        <p:grpSpPr>
          <a:xfrm>
            <a:off x="1917000" y="1161720"/>
            <a:ext cx="932040" cy="358200"/>
            <a:chOff x="1917000" y="1161720"/>
            <a:chExt cx="932040" cy="358200"/>
          </a:xfrm>
        </p:grpSpPr>
        <p:sp>
          <p:nvSpPr>
            <p:cNvPr id="293" name="Freeform 13"/>
            <p:cNvSpPr/>
            <p:nvPr/>
          </p:nvSpPr>
          <p:spPr>
            <a:xfrm>
              <a:off x="1917000" y="1161720"/>
              <a:ext cx="932040" cy="260280"/>
            </a:xfrm>
            <a:custGeom>
              <a:avLst/>
              <a:gdLst>
                <a:gd name="textAreaLeft" fmla="*/ 0 w 932040"/>
                <a:gd name="textAreaRight" fmla="*/ 932760 w 932040"/>
                <a:gd name="textAreaTop" fmla="*/ 0 h 260280"/>
                <a:gd name="textAreaBottom" fmla="*/ 261000 h 26028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94" name="Freeform 14"/>
            <p:cNvSpPr/>
            <p:nvPr/>
          </p:nvSpPr>
          <p:spPr>
            <a:xfrm>
              <a:off x="2392560" y="1198800"/>
              <a:ext cx="232560" cy="83160"/>
            </a:xfrm>
            <a:custGeom>
              <a:avLst/>
              <a:gdLst>
                <a:gd name="textAreaLeft" fmla="*/ 0 w 232560"/>
                <a:gd name="textAreaRight" fmla="*/ 233280 w 232560"/>
                <a:gd name="textAreaTop" fmla="*/ 0 h 83160"/>
                <a:gd name="textAreaBottom" fmla="*/ 83880 h 8316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295" name="Oval 15"/>
            <p:cNvSpPr/>
            <p:nvPr/>
          </p:nvSpPr>
          <p:spPr>
            <a:xfrm>
              <a:off x="202428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96" name="Oval 16"/>
            <p:cNvSpPr/>
            <p:nvPr/>
          </p:nvSpPr>
          <p:spPr>
            <a:xfrm>
              <a:off x="203832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97" name="Oval 17"/>
            <p:cNvSpPr/>
            <p:nvPr/>
          </p:nvSpPr>
          <p:spPr>
            <a:xfrm>
              <a:off x="208296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298" name="Oval 18"/>
            <p:cNvSpPr/>
            <p:nvPr/>
          </p:nvSpPr>
          <p:spPr>
            <a:xfrm>
              <a:off x="257472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299" name="Oval 19"/>
            <p:cNvSpPr/>
            <p:nvPr/>
          </p:nvSpPr>
          <p:spPr>
            <a:xfrm>
              <a:off x="258840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00" name="Oval 20"/>
            <p:cNvSpPr/>
            <p:nvPr/>
          </p:nvSpPr>
          <p:spPr>
            <a:xfrm>
              <a:off x="263340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01" name="camioneta_3"/>
          <p:cNvGrpSpPr/>
          <p:nvPr/>
        </p:nvGrpSpPr>
        <p:grpSpPr>
          <a:xfrm>
            <a:off x="2977920" y="1161720"/>
            <a:ext cx="932040" cy="358200"/>
            <a:chOff x="2977920" y="1161720"/>
            <a:chExt cx="932040" cy="358200"/>
          </a:xfrm>
        </p:grpSpPr>
        <p:sp>
          <p:nvSpPr>
            <p:cNvPr id="302" name="Freeform 22"/>
            <p:cNvSpPr/>
            <p:nvPr/>
          </p:nvSpPr>
          <p:spPr>
            <a:xfrm>
              <a:off x="2977920" y="1161720"/>
              <a:ext cx="932040" cy="260280"/>
            </a:xfrm>
            <a:custGeom>
              <a:avLst/>
              <a:gdLst>
                <a:gd name="textAreaLeft" fmla="*/ 0 w 932040"/>
                <a:gd name="textAreaRight" fmla="*/ 932760 w 932040"/>
                <a:gd name="textAreaTop" fmla="*/ 0 h 260280"/>
                <a:gd name="textAreaBottom" fmla="*/ 261000 h 26028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03" name="Freeform 23"/>
            <p:cNvSpPr/>
            <p:nvPr/>
          </p:nvSpPr>
          <p:spPr>
            <a:xfrm>
              <a:off x="3453480" y="1198800"/>
              <a:ext cx="232560" cy="83160"/>
            </a:xfrm>
            <a:custGeom>
              <a:avLst/>
              <a:gdLst>
                <a:gd name="textAreaLeft" fmla="*/ 0 w 232560"/>
                <a:gd name="textAreaRight" fmla="*/ 233280 w 232560"/>
                <a:gd name="textAreaTop" fmla="*/ 0 h 83160"/>
                <a:gd name="textAreaBottom" fmla="*/ 83880 h 8316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04" name="Oval 24"/>
            <p:cNvSpPr/>
            <p:nvPr/>
          </p:nvSpPr>
          <p:spPr>
            <a:xfrm>
              <a:off x="308484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05" name="Oval 25"/>
            <p:cNvSpPr/>
            <p:nvPr/>
          </p:nvSpPr>
          <p:spPr>
            <a:xfrm>
              <a:off x="309888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06" name="Oval 26"/>
            <p:cNvSpPr/>
            <p:nvPr/>
          </p:nvSpPr>
          <p:spPr>
            <a:xfrm>
              <a:off x="314388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07" name="Oval 27"/>
            <p:cNvSpPr/>
            <p:nvPr/>
          </p:nvSpPr>
          <p:spPr>
            <a:xfrm>
              <a:off x="363528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08" name="Oval 28"/>
            <p:cNvSpPr/>
            <p:nvPr/>
          </p:nvSpPr>
          <p:spPr>
            <a:xfrm>
              <a:off x="364932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09" name="Oval 29"/>
            <p:cNvSpPr/>
            <p:nvPr/>
          </p:nvSpPr>
          <p:spPr>
            <a:xfrm>
              <a:off x="369396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10" name="camioneta_4"/>
          <p:cNvGrpSpPr/>
          <p:nvPr/>
        </p:nvGrpSpPr>
        <p:grpSpPr>
          <a:xfrm>
            <a:off x="4038480" y="1161720"/>
            <a:ext cx="932040" cy="358200"/>
            <a:chOff x="4038480" y="1161720"/>
            <a:chExt cx="932040" cy="358200"/>
          </a:xfrm>
        </p:grpSpPr>
        <p:sp>
          <p:nvSpPr>
            <p:cNvPr id="311" name="Freeform 31"/>
            <p:cNvSpPr/>
            <p:nvPr/>
          </p:nvSpPr>
          <p:spPr>
            <a:xfrm>
              <a:off x="4038480" y="1161720"/>
              <a:ext cx="932040" cy="260280"/>
            </a:xfrm>
            <a:custGeom>
              <a:avLst/>
              <a:gdLst>
                <a:gd name="textAreaLeft" fmla="*/ 0 w 932040"/>
                <a:gd name="textAreaRight" fmla="*/ 932760 w 932040"/>
                <a:gd name="textAreaTop" fmla="*/ 0 h 260280"/>
                <a:gd name="textAreaBottom" fmla="*/ 261000 h 26028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12" name="Freeform 32"/>
            <p:cNvSpPr/>
            <p:nvPr/>
          </p:nvSpPr>
          <p:spPr>
            <a:xfrm>
              <a:off x="4514040" y="1198800"/>
              <a:ext cx="232560" cy="83160"/>
            </a:xfrm>
            <a:custGeom>
              <a:avLst/>
              <a:gdLst>
                <a:gd name="textAreaLeft" fmla="*/ 0 w 232560"/>
                <a:gd name="textAreaRight" fmla="*/ 233280 w 232560"/>
                <a:gd name="textAreaTop" fmla="*/ 0 h 83160"/>
                <a:gd name="textAreaBottom" fmla="*/ 83880 h 8316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13" name="Oval 33"/>
            <p:cNvSpPr/>
            <p:nvPr/>
          </p:nvSpPr>
          <p:spPr>
            <a:xfrm>
              <a:off x="414576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14" name="Oval 34"/>
            <p:cNvSpPr/>
            <p:nvPr/>
          </p:nvSpPr>
          <p:spPr>
            <a:xfrm>
              <a:off x="415980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15" name="Oval 35"/>
            <p:cNvSpPr/>
            <p:nvPr/>
          </p:nvSpPr>
          <p:spPr>
            <a:xfrm>
              <a:off x="420444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16" name="Oval 36"/>
            <p:cNvSpPr/>
            <p:nvPr/>
          </p:nvSpPr>
          <p:spPr>
            <a:xfrm>
              <a:off x="469584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17" name="Oval 37"/>
            <p:cNvSpPr/>
            <p:nvPr/>
          </p:nvSpPr>
          <p:spPr>
            <a:xfrm>
              <a:off x="470988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18" name="Oval 38"/>
            <p:cNvSpPr/>
            <p:nvPr/>
          </p:nvSpPr>
          <p:spPr>
            <a:xfrm>
              <a:off x="475488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19" name="camioneta_5"/>
          <p:cNvGrpSpPr/>
          <p:nvPr/>
        </p:nvGrpSpPr>
        <p:grpSpPr>
          <a:xfrm>
            <a:off x="5099040" y="1161720"/>
            <a:ext cx="932040" cy="358200"/>
            <a:chOff x="5099040" y="1161720"/>
            <a:chExt cx="932040" cy="358200"/>
          </a:xfrm>
        </p:grpSpPr>
        <p:sp>
          <p:nvSpPr>
            <p:cNvPr id="320" name="Freeform 40"/>
            <p:cNvSpPr/>
            <p:nvPr/>
          </p:nvSpPr>
          <p:spPr>
            <a:xfrm>
              <a:off x="5099040" y="1161720"/>
              <a:ext cx="932040" cy="260280"/>
            </a:xfrm>
            <a:custGeom>
              <a:avLst/>
              <a:gdLst>
                <a:gd name="textAreaLeft" fmla="*/ 0 w 932040"/>
                <a:gd name="textAreaRight" fmla="*/ 932760 w 932040"/>
                <a:gd name="textAreaTop" fmla="*/ 0 h 260280"/>
                <a:gd name="textAreaBottom" fmla="*/ 261000 h 26028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21" name="Freeform 41"/>
            <p:cNvSpPr/>
            <p:nvPr/>
          </p:nvSpPr>
          <p:spPr>
            <a:xfrm>
              <a:off x="5574960" y="1198800"/>
              <a:ext cx="232560" cy="83160"/>
            </a:xfrm>
            <a:custGeom>
              <a:avLst/>
              <a:gdLst>
                <a:gd name="textAreaLeft" fmla="*/ 0 w 232560"/>
                <a:gd name="textAreaRight" fmla="*/ 233280 w 232560"/>
                <a:gd name="textAreaTop" fmla="*/ 0 h 83160"/>
                <a:gd name="textAreaBottom" fmla="*/ 83880 h 8316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22" name="Oval 42"/>
            <p:cNvSpPr/>
            <p:nvPr/>
          </p:nvSpPr>
          <p:spPr>
            <a:xfrm>
              <a:off x="520632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23" name="Oval 43"/>
            <p:cNvSpPr/>
            <p:nvPr/>
          </p:nvSpPr>
          <p:spPr>
            <a:xfrm>
              <a:off x="522036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24" name="Oval 44"/>
            <p:cNvSpPr/>
            <p:nvPr/>
          </p:nvSpPr>
          <p:spPr>
            <a:xfrm>
              <a:off x="526500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25" name="Oval 45"/>
            <p:cNvSpPr/>
            <p:nvPr/>
          </p:nvSpPr>
          <p:spPr>
            <a:xfrm>
              <a:off x="575676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26" name="Oval 46"/>
            <p:cNvSpPr/>
            <p:nvPr/>
          </p:nvSpPr>
          <p:spPr>
            <a:xfrm>
              <a:off x="577080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27" name="Oval 47"/>
            <p:cNvSpPr/>
            <p:nvPr/>
          </p:nvSpPr>
          <p:spPr>
            <a:xfrm>
              <a:off x="581544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28" name="camioneta_6"/>
          <p:cNvGrpSpPr/>
          <p:nvPr/>
        </p:nvGrpSpPr>
        <p:grpSpPr>
          <a:xfrm>
            <a:off x="6159960" y="1161720"/>
            <a:ext cx="932040" cy="358200"/>
            <a:chOff x="6159960" y="1161720"/>
            <a:chExt cx="932040" cy="358200"/>
          </a:xfrm>
        </p:grpSpPr>
        <p:sp>
          <p:nvSpPr>
            <p:cNvPr id="329" name="Freeform 49"/>
            <p:cNvSpPr/>
            <p:nvPr/>
          </p:nvSpPr>
          <p:spPr>
            <a:xfrm>
              <a:off x="6159960" y="1161720"/>
              <a:ext cx="932040" cy="260280"/>
            </a:xfrm>
            <a:custGeom>
              <a:avLst/>
              <a:gdLst>
                <a:gd name="textAreaLeft" fmla="*/ 0 w 932040"/>
                <a:gd name="textAreaRight" fmla="*/ 932760 w 932040"/>
                <a:gd name="textAreaTop" fmla="*/ 0 h 260280"/>
                <a:gd name="textAreaBottom" fmla="*/ 261000 h 26028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30" name="Freeform 50"/>
            <p:cNvSpPr/>
            <p:nvPr/>
          </p:nvSpPr>
          <p:spPr>
            <a:xfrm>
              <a:off x="6635520" y="1198800"/>
              <a:ext cx="232560" cy="83160"/>
            </a:xfrm>
            <a:custGeom>
              <a:avLst/>
              <a:gdLst>
                <a:gd name="textAreaLeft" fmla="*/ 0 w 232560"/>
                <a:gd name="textAreaRight" fmla="*/ 233280 w 232560"/>
                <a:gd name="textAreaTop" fmla="*/ 0 h 83160"/>
                <a:gd name="textAreaBottom" fmla="*/ 83880 h 8316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31" name="Oval 51"/>
            <p:cNvSpPr/>
            <p:nvPr/>
          </p:nvSpPr>
          <p:spPr>
            <a:xfrm>
              <a:off x="626724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32" name="Oval 52"/>
            <p:cNvSpPr/>
            <p:nvPr/>
          </p:nvSpPr>
          <p:spPr>
            <a:xfrm>
              <a:off x="628128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33" name="Oval 53"/>
            <p:cNvSpPr/>
            <p:nvPr/>
          </p:nvSpPr>
          <p:spPr>
            <a:xfrm>
              <a:off x="632592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34" name="Oval 54"/>
            <p:cNvSpPr/>
            <p:nvPr/>
          </p:nvSpPr>
          <p:spPr>
            <a:xfrm>
              <a:off x="681732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35" name="Oval 55"/>
            <p:cNvSpPr/>
            <p:nvPr/>
          </p:nvSpPr>
          <p:spPr>
            <a:xfrm>
              <a:off x="683136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36" name="Oval 56"/>
            <p:cNvSpPr/>
            <p:nvPr/>
          </p:nvSpPr>
          <p:spPr>
            <a:xfrm>
              <a:off x="687600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37" name="camioneta_7"/>
          <p:cNvGrpSpPr/>
          <p:nvPr/>
        </p:nvGrpSpPr>
        <p:grpSpPr>
          <a:xfrm>
            <a:off x="7220520" y="1161720"/>
            <a:ext cx="932040" cy="358200"/>
            <a:chOff x="7220520" y="1161720"/>
            <a:chExt cx="932040" cy="358200"/>
          </a:xfrm>
        </p:grpSpPr>
        <p:sp>
          <p:nvSpPr>
            <p:cNvPr id="338" name="Freeform 58"/>
            <p:cNvSpPr/>
            <p:nvPr/>
          </p:nvSpPr>
          <p:spPr>
            <a:xfrm>
              <a:off x="7220520" y="1161720"/>
              <a:ext cx="932040" cy="260280"/>
            </a:xfrm>
            <a:custGeom>
              <a:avLst/>
              <a:gdLst>
                <a:gd name="textAreaLeft" fmla="*/ 0 w 932040"/>
                <a:gd name="textAreaRight" fmla="*/ 932760 w 932040"/>
                <a:gd name="textAreaTop" fmla="*/ 0 h 260280"/>
                <a:gd name="textAreaBottom" fmla="*/ 261000 h 26028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39" name="Freeform 59"/>
            <p:cNvSpPr/>
            <p:nvPr/>
          </p:nvSpPr>
          <p:spPr>
            <a:xfrm>
              <a:off x="7696080" y="1198800"/>
              <a:ext cx="232560" cy="83160"/>
            </a:xfrm>
            <a:custGeom>
              <a:avLst/>
              <a:gdLst>
                <a:gd name="textAreaLeft" fmla="*/ 0 w 232560"/>
                <a:gd name="textAreaRight" fmla="*/ 233280 w 232560"/>
                <a:gd name="textAreaTop" fmla="*/ 0 h 83160"/>
                <a:gd name="textAreaBottom" fmla="*/ 83880 h 8316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40" name="Oval 60"/>
            <p:cNvSpPr/>
            <p:nvPr/>
          </p:nvSpPr>
          <p:spPr>
            <a:xfrm>
              <a:off x="732780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41" name="Oval 61"/>
            <p:cNvSpPr/>
            <p:nvPr/>
          </p:nvSpPr>
          <p:spPr>
            <a:xfrm>
              <a:off x="734184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42" name="Oval 62"/>
            <p:cNvSpPr/>
            <p:nvPr/>
          </p:nvSpPr>
          <p:spPr>
            <a:xfrm>
              <a:off x="738648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43" name="Oval 63"/>
            <p:cNvSpPr/>
            <p:nvPr/>
          </p:nvSpPr>
          <p:spPr>
            <a:xfrm>
              <a:off x="787824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44" name="Oval 64"/>
            <p:cNvSpPr/>
            <p:nvPr/>
          </p:nvSpPr>
          <p:spPr>
            <a:xfrm>
              <a:off x="789192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45" name="Oval 65"/>
            <p:cNvSpPr/>
            <p:nvPr/>
          </p:nvSpPr>
          <p:spPr>
            <a:xfrm>
              <a:off x="793692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46" name="camioneta_8"/>
          <p:cNvGrpSpPr/>
          <p:nvPr/>
        </p:nvGrpSpPr>
        <p:grpSpPr>
          <a:xfrm>
            <a:off x="8281440" y="1161720"/>
            <a:ext cx="932040" cy="358200"/>
            <a:chOff x="8281440" y="1161720"/>
            <a:chExt cx="932040" cy="358200"/>
          </a:xfrm>
        </p:grpSpPr>
        <p:sp>
          <p:nvSpPr>
            <p:cNvPr id="347" name="Freeform 67"/>
            <p:cNvSpPr/>
            <p:nvPr/>
          </p:nvSpPr>
          <p:spPr>
            <a:xfrm>
              <a:off x="8281440" y="1161720"/>
              <a:ext cx="932040" cy="260280"/>
            </a:xfrm>
            <a:custGeom>
              <a:avLst/>
              <a:gdLst>
                <a:gd name="textAreaLeft" fmla="*/ 0 w 932040"/>
                <a:gd name="textAreaRight" fmla="*/ 932760 w 932040"/>
                <a:gd name="textAreaTop" fmla="*/ 0 h 260280"/>
                <a:gd name="textAreaBottom" fmla="*/ 261000 h 26028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48" name="Freeform 68"/>
            <p:cNvSpPr/>
            <p:nvPr/>
          </p:nvSpPr>
          <p:spPr>
            <a:xfrm>
              <a:off x="8757000" y="1198800"/>
              <a:ext cx="232560" cy="83160"/>
            </a:xfrm>
            <a:custGeom>
              <a:avLst/>
              <a:gdLst>
                <a:gd name="textAreaLeft" fmla="*/ 0 w 232560"/>
                <a:gd name="textAreaRight" fmla="*/ 233280 w 232560"/>
                <a:gd name="textAreaTop" fmla="*/ 0 h 83160"/>
                <a:gd name="textAreaBottom" fmla="*/ 83880 h 8316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49" name="Oval 69"/>
            <p:cNvSpPr/>
            <p:nvPr/>
          </p:nvSpPr>
          <p:spPr>
            <a:xfrm>
              <a:off x="838836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50" name="Oval 70"/>
            <p:cNvSpPr/>
            <p:nvPr/>
          </p:nvSpPr>
          <p:spPr>
            <a:xfrm>
              <a:off x="840240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51" name="Oval 71"/>
            <p:cNvSpPr/>
            <p:nvPr/>
          </p:nvSpPr>
          <p:spPr>
            <a:xfrm>
              <a:off x="844740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52" name="Oval 72"/>
            <p:cNvSpPr/>
            <p:nvPr/>
          </p:nvSpPr>
          <p:spPr>
            <a:xfrm>
              <a:off x="893880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53" name="Oval 73"/>
            <p:cNvSpPr/>
            <p:nvPr/>
          </p:nvSpPr>
          <p:spPr>
            <a:xfrm>
              <a:off x="895284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54" name="Oval 74"/>
            <p:cNvSpPr/>
            <p:nvPr/>
          </p:nvSpPr>
          <p:spPr>
            <a:xfrm>
              <a:off x="899748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55" name="camioneta_9"/>
          <p:cNvGrpSpPr/>
          <p:nvPr/>
        </p:nvGrpSpPr>
        <p:grpSpPr>
          <a:xfrm>
            <a:off x="9342000" y="1161720"/>
            <a:ext cx="932040" cy="358200"/>
            <a:chOff x="9342000" y="1161720"/>
            <a:chExt cx="932040" cy="358200"/>
          </a:xfrm>
        </p:grpSpPr>
        <p:sp>
          <p:nvSpPr>
            <p:cNvPr id="356" name="Freeform 76"/>
            <p:cNvSpPr/>
            <p:nvPr/>
          </p:nvSpPr>
          <p:spPr>
            <a:xfrm>
              <a:off x="9342000" y="1161720"/>
              <a:ext cx="932040" cy="260280"/>
            </a:xfrm>
            <a:custGeom>
              <a:avLst/>
              <a:gdLst>
                <a:gd name="textAreaLeft" fmla="*/ 0 w 932040"/>
                <a:gd name="textAreaRight" fmla="*/ 932760 w 932040"/>
                <a:gd name="textAreaTop" fmla="*/ 0 h 260280"/>
                <a:gd name="textAreaBottom" fmla="*/ 261000 h 26028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57" name="Freeform 77"/>
            <p:cNvSpPr/>
            <p:nvPr/>
          </p:nvSpPr>
          <p:spPr>
            <a:xfrm>
              <a:off x="9817560" y="1198800"/>
              <a:ext cx="232560" cy="83160"/>
            </a:xfrm>
            <a:custGeom>
              <a:avLst/>
              <a:gdLst>
                <a:gd name="textAreaLeft" fmla="*/ 0 w 232560"/>
                <a:gd name="textAreaRight" fmla="*/ 233280 w 232560"/>
                <a:gd name="textAreaTop" fmla="*/ 0 h 83160"/>
                <a:gd name="textAreaBottom" fmla="*/ 83880 h 8316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58" name="Oval 78"/>
            <p:cNvSpPr/>
            <p:nvPr/>
          </p:nvSpPr>
          <p:spPr>
            <a:xfrm>
              <a:off x="944928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59" name="Oval 79"/>
            <p:cNvSpPr/>
            <p:nvPr/>
          </p:nvSpPr>
          <p:spPr>
            <a:xfrm>
              <a:off x="946332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60" name="Oval 80"/>
            <p:cNvSpPr/>
            <p:nvPr/>
          </p:nvSpPr>
          <p:spPr>
            <a:xfrm>
              <a:off x="950796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61" name="Oval 81"/>
            <p:cNvSpPr/>
            <p:nvPr/>
          </p:nvSpPr>
          <p:spPr>
            <a:xfrm>
              <a:off x="999936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62" name="Oval 82"/>
            <p:cNvSpPr/>
            <p:nvPr/>
          </p:nvSpPr>
          <p:spPr>
            <a:xfrm>
              <a:off x="1001340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63" name="Oval 83"/>
            <p:cNvSpPr/>
            <p:nvPr/>
          </p:nvSpPr>
          <p:spPr>
            <a:xfrm>
              <a:off x="1005840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64" name="camioneta_10"/>
          <p:cNvGrpSpPr/>
          <p:nvPr/>
        </p:nvGrpSpPr>
        <p:grpSpPr>
          <a:xfrm>
            <a:off x="10402560" y="1161720"/>
            <a:ext cx="932040" cy="358200"/>
            <a:chOff x="10402560" y="1161720"/>
            <a:chExt cx="932040" cy="358200"/>
          </a:xfrm>
        </p:grpSpPr>
        <p:sp>
          <p:nvSpPr>
            <p:cNvPr id="365" name="Freeform 85"/>
            <p:cNvSpPr/>
            <p:nvPr/>
          </p:nvSpPr>
          <p:spPr>
            <a:xfrm>
              <a:off x="10402560" y="1161720"/>
              <a:ext cx="932040" cy="260280"/>
            </a:xfrm>
            <a:custGeom>
              <a:avLst/>
              <a:gdLst>
                <a:gd name="textAreaLeft" fmla="*/ 0 w 932040"/>
                <a:gd name="textAreaRight" fmla="*/ 932760 w 932040"/>
                <a:gd name="textAreaTop" fmla="*/ 0 h 260280"/>
                <a:gd name="textAreaBottom" fmla="*/ 261000 h 26028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66" name="Freeform 86"/>
            <p:cNvSpPr/>
            <p:nvPr/>
          </p:nvSpPr>
          <p:spPr>
            <a:xfrm>
              <a:off x="10878480" y="1198800"/>
              <a:ext cx="232560" cy="83160"/>
            </a:xfrm>
            <a:custGeom>
              <a:avLst/>
              <a:gdLst>
                <a:gd name="textAreaLeft" fmla="*/ 0 w 232560"/>
                <a:gd name="textAreaRight" fmla="*/ 233280 w 232560"/>
                <a:gd name="textAreaTop" fmla="*/ 0 h 83160"/>
                <a:gd name="textAreaBottom" fmla="*/ 83880 h 8316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67" name="Oval 87"/>
            <p:cNvSpPr/>
            <p:nvPr/>
          </p:nvSpPr>
          <p:spPr>
            <a:xfrm>
              <a:off x="1050984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68" name="Oval 88"/>
            <p:cNvSpPr/>
            <p:nvPr/>
          </p:nvSpPr>
          <p:spPr>
            <a:xfrm>
              <a:off x="1052388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69" name="Oval 89"/>
            <p:cNvSpPr/>
            <p:nvPr/>
          </p:nvSpPr>
          <p:spPr>
            <a:xfrm>
              <a:off x="1056852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70" name="Oval 90"/>
            <p:cNvSpPr/>
            <p:nvPr/>
          </p:nvSpPr>
          <p:spPr>
            <a:xfrm>
              <a:off x="1106028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71" name="Oval 91"/>
            <p:cNvSpPr/>
            <p:nvPr/>
          </p:nvSpPr>
          <p:spPr>
            <a:xfrm>
              <a:off x="1107432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72" name="Oval 92"/>
            <p:cNvSpPr/>
            <p:nvPr/>
          </p:nvSpPr>
          <p:spPr>
            <a:xfrm>
              <a:off x="1111896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73" name="camioneta_perdida_2"/>
          <p:cNvGrpSpPr/>
          <p:nvPr/>
        </p:nvGrpSpPr>
        <p:grpSpPr>
          <a:xfrm>
            <a:off x="1917000" y="1161720"/>
            <a:ext cx="932040" cy="358200"/>
            <a:chOff x="1917000" y="1161720"/>
            <a:chExt cx="932040" cy="358200"/>
          </a:xfrm>
        </p:grpSpPr>
        <p:sp>
          <p:nvSpPr>
            <p:cNvPr id="374" name="Freeform 94"/>
            <p:cNvSpPr/>
            <p:nvPr/>
          </p:nvSpPr>
          <p:spPr>
            <a:xfrm>
              <a:off x="1917000" y="1161720"/>
              <a:ext cx="932040" cy="260280"/>
            </a:xfrm>
            <a:custGeom>
              <a:avLst/>
              <a:gdLst>
                <a:gd name="textAreaLeft" fmla="*/ 0 w 932040"/>
                <a:gd name="textAreaRight" fmla="*/ 932760 w 932040"/>
                <a:gd name="textAreaTop" fmla="*/ 0 h 260280"/>
                <a:gd name="textAreaBottom" fmla="*/ 261000 h 26028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75" name="Freeform 95"/>
            <p:cNvSpPr/>
            <p:nvPr/>
          </p:nvSpPr>
          <p:spPr>
            <a:xfrm>
              <a:off x="2392560" y="1198800"/>
              <a:ext cx="232560" cy="83160"/>
            </a:xfrm>
            <a:custGeom>
              <a:avLst/>
              <a:gdLst>
                <a:gd name="textAreaLeft" fmla="*/ 0 w 232560"/>
                <a:gd name="textAreaRight" fmla="*/ 233280 w 232560"/>
                <a:gd name="textAreaTop" fmla="*/ 0 h 83160"/>
                <a:gd name="textAreaBottom" fmla="*/ 83880 h 8316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76" name="Oval 96"/>
            <p:cNvSpPr/>
            <p:nvPr/>
          </p:nvSpPr>
          <p:spPr>
            <a:xfrm>
              <a:off x="202428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77" name="Oval 97"/>
            <p:cNvSpPr/>
            <p:nvPr/>
          </p:nvSpPr>
          <p:spPr>
            <a:xfrm>
              <a:off x="2038320" y="1357560"/>
              <a:ext cx="148680" cy="14868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78" name="Oval 98"/>
            <p:cNvSpPr/>
            <p:nvPr/>
          </p:nvSpPr>
          <p:spPr>
            <a:xfrm>
              <a:off x="208296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79" name="Oval 99"/>
            <p:cNvSpPr/>
            <p:nvPr/>
          </p:nvSpPr>
          <p:spPr>
            <a:xfrm>
              <a:off x="257472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80" name="Oval 100"/>
            <p:cNvSpPr/>
            <p:nvPr/>
          </p:nvSpPr>
          <p:spPr>
            <a:xfrm>
              <a:off x="2588400" y="1357560"/>
              <a:ext cx="148680" cy="14868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81" name="Oval 101"/>
            <p:cNvSpPr/>
            <p:nvPr/>
          </p:nvSpPr>
          <p:spPr>
            <a:xfrm>
              <a:off x="263340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82" name="camioneta_perdida_5"/>
          <p:cNvGrpSpPr/>
          <p:nvPr/>
        </p:nvGrpSpPr>
        <p:grpSpPr>
          <a:xfrm>
            <a:off x="5099040" y="1161720"/>
            <a:ext cx="932040" cy="358200"/>
            <a:chOff x="5099040" y="1161720"/>
            <a:chExt cx="932040" cy="358200"/>
          </a:xfrm>
        </p:grpSpPr>
        <p:sp>
          <p:nvSpPr>
            <p:cNvPr id="383" name="Freeform 103"/>
            <p:cNvSpPr/>
            <p:nvPr/>
          </p:nvSpPr>
          <p:spPr>
            <a:xfrm>
              <a:off x="5099040" y="1161720"/>
              <a:ext cx="932040" cy="260280"/>
            </a:xfrm>
            <a:custGeom>
              <a:avLst/>
              <a:gdLst>
                <a:gd name="textAreaLeft" fmla="*/ 0 w 932040"/>
                <a:gd name="textAreaRight" fmla="*/ 932760 w 932040"/>
                <a:gd name="textAreaTop" fmla="*/ 0 h 260280"/>
                <a:gd name="textAreaBottom" fmla="*/ 261000 h 26028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84" name="Freeform 104"/>
            <p:cNvSpPr/>
            <p:nvPr/>
          </p:nvSpPr>
          <p:spPr>
            <a:xfrm>
              <a:off x="5574960" y="1198800"/>
              <a:ext cx="232560" cy="83160"/>
            </a:xfrm>
            <a:custGeom>
              <a:avLst/>
              <a:gdLst>
                <a:gd name="textAreaLeft" fmla="*/ 0 w 232560"/>
                <a:gd name="textAreaRight" fmla="*/ 233280 w 232560"/>
                <a:gd name="textAreaTop" fmla="*/ 0 h 83160"/>
                <a:gd name="textAreaBottom" fmla="*/ 83880 h 8316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85" name="Oval 105"/>
            <p:cNvSpPr/>
            <p:nvPr/>
          </p:nvSpPr>
          <p:spPr>
            <a:xfrm>
              <a:off x="520632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86" name="Oval 106"/>
            <p:cNvSpPr/>
            <p:nvPr/>
          </p:nvSpPr>
          <p:spPr>
            <a:xfrm>
              <a:off x="5220360" y="1357560"/>
              <a:ext cx="148680" cy="14868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87" name="Oval 107"/>
            <p:cNvSpPr/>
            <p:nvPr/>
          </p:nvSpPr>
          <p:spPr>
            <a:xfrm>
              <a:off x="526500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88" name="Oval 108"/>
            <p:cNvSpPr/>
            <p:nvPr/>
          </p:nvSpPr>
          <p:spPr>
            <a:xfrm>
              <a:off x="575676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89" name="Oval 109"/>
            <p:cNvSpPr/>
            <p:nvPr/>
          </p:nvSpPr>
          <p:spPr>
            <a:xfrm>
              <a:off x="5770800" y="1357560"/>
              <a:ext cx="148680" cy="14868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90" name="Oval 110"/>
            <p:cNvSpPr/>
            <p:nvPr/>
          </p:nvSpPr>
          <p:spPr>
            <a:xfrm>
              <a:off x="581544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391" name="camioneta_perdida_7"/>
          <p:cNvGrpSpPr/>
          <p:nvPr/>
        </p:nvGrpSpPr>
        <p:grpSpPr>
          <a:xfrm>
            <a:off x="7220520" y="1161720"/>
            <a:ext cx="932040" cy="358200"/>
            <a:chOff x="7220520" y="1161720"/>
            <a:chExt cx="932040" cy="358200"/>
          </a:xfrm>
        </p:grpSpPr>
        <p:sp>
          <p:nvSpPr>
            <p:cNvPr id="392" name="Freeform 112"/>
            <p:cNvSpPr/>
            <p:nvPr/>
          </p:nvSpPr>
          <p:spPr>
            <a:xfrm>
              <a:off x="7220520" y="1161720"/>
              <a:ext cx="932040" cy="260280"/>
            </a:xfrm>
            <a:custGeom>
              <a:avLst/>
              <a:gdLst>
                <a:gd name="textAreaLeft" fmla="*/ 0 w 932040"/>
                <a:gd name="textAreaRight" fmla="*/ 932760 w 932040"/>
                <a:gd name="textAreaTop" fmla="*/ 0 h 260280"/>
                <a:gd name="textAreaBottom" fmla="*/ 261000 h 26028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93" name="Freeform 113"/>
            <p:cNvSpPr/>
            <p:nvPr/>
          </p:nvSpPr>
          <p:spPr>
            <a:xfrm>
              <a:off x="7696080" y="1198800"/>
              <a:ext cx="232560" cy="83160"/>
            </a:xfrm>
            <a:custGeom>
              <a:avLst/>
              <a:gdLst>
                <a:gd name="textAreaLeft" fmla="*/ 0 w 232560"/>
                <a:gd name="textAreaRight" fmla="*/ 233280 w 232560"/>
                <a:gd name="textAreaTop" fmla="*/ 0 h 83160"/>
                <a:gd name="textAreaBottom" fmla="*/ 83880 h 8316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394" name="Oval 114"/>
            <p:cNvSpPr/>
            <p:nvPr/>
          </p:nvSpPr>
          <p:spPr>
            <a:xfrm>
              <a:off x="732780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95" name="Oval 115"/>
            <p:cNvSpPr/>
            <p:nvPr/>
          </p:nvSpPr>
          <p:spPr>
            <a:xfrm>
              <a:off x="7341840" y="1357560"/>
              <a:ext cx="148680" cy="14868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96" name="Oval 116"/>
            <p:cNvSpPr/>
            <p:nvPr/>
          </p:nvSpPr>
          <p:spPr>
            <a:xfrm>
              <a:off x="738648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397" name="Oval 117"/>
            <p:cNvSpPr/>
            <p:nvPr/>
          </p:nvSpPr>
          <p:spPr>
            <a:xfrm>
              <a:off x="787824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98" name="Oval 118"/>
            <p:cNvSpPr/>
            <p:nvPr/>
          </p:nvSpPr>
          <p:spPr>
            <a:xfrm>
              <a:off x="7891920" y="1357560"/>
              <a:ext cx="148680" cy="14868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399" name="Oval 119"/>
            <p:cNvSpPr/>
            <p:nvPr/>
          </p:nvSpPr>
          <p:spPr>
            <a:xfrm>
              <a:off x="793692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grpSp>
        <p:nvGrpSpPr>
          <p:cNvPr id="400" name="camioneta_perdida_10"/>
          <p:cNvGrpSpPr/>
          <p:nvPr/>
        </p:nvGrpSpPr>
        <p:grpSpPr>
          <a:xfrm>
            <a:off x="10402560" y="1161720"/>
            <a:ext cx="932040" cy="358200"/>
            <a:chOff x="10402560" y="1161720"/>
            <a:chExt cx="932040" cy="358200"/>
          </a:xfrm>
        </p:grpSpPr>
        <p:sp>
          <p:nvSpPr>
            <p:cNvPr id="401" name="Freeform 121"/>
            <p:cNvSpPr/>
            <p:nvPr/>
          </p:nvSpPr>
          <p:spPr>
            <a:xfrm>
              <a:off x="10402560" y="1161720"/>
              <a:ext cx="932040" cy="260280"/>
            </a:xfrm>
            <a:custGeom>
              <a:avLst/>
              <a:gdLst>
                <a:gd name="textAreaLeft" fmla="*/ 0 w 932040"/>
                <a:gd name="textAreaRight" fmla="*/ 932760 w 932040"/>
                <a:gd name="textAreaTop" fmla="*/ 0 h 260280"/>
                <a:gd name="textAreaBottom" fmla="*/ 261000 h 260280"/>
              </a:gdLst>
              <a:ah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402" name="Freeform 122"/>
            <p:cNvSpPr/>
            <p:nvPr/>
          </p:nvSpPr>
          <p:spPr>
            <a:xfrm>
              <a:off x="10878480" y="1198800"/>
              <a:ext cx="232560" cy="83160"/>
            </a:xfrm>
            <a:custGeom>
              <a:avLst/>
              <a:gdLst>
                <a:gd name="textAreaLeft" fmla="*/ 0 w 232560"/>
                <a:gd name="textAreaRight" fmla="*/ 233280 w 232560"/>
                <a:gd name="textAreaTop" fmla="*/ 0 h 83160"/>
                <a:gd name="textAreaBottom" fmla="*/ 83880 h 83160"/>
              </a:gdLst>
              <a:ah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914400">
                <a:lnSpc>
                  <a:spcPct val="100000"/>
                </a:lnSpc>
              </a:pPr>
              <a:endParaRPr b="0" lang="en-US" sz="1800" spc="-1" strike="noStrike">
                <a:solidFill>
                  <a:schemeClr val="lt1"/>
                </a:solidFill>
                <a:latin typeface="Avenir Next LT Pro"/>
              </a:endParaRPr>
            </a:p>
          </p:txBody>
        </p:sp>
        <p:sp>
          <p:nvSpPr>
            <p:cNvPr id="403" name="Oval 123"/>
            <p:cNvSpPr/>
            <p:nvPr/>
          </p:nvSpPr>
          <p:spPr>
            <a:xfrm>
              <a:off x="1050984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404" name="Oval 124"/>
            <p:cNvSpPr/>
            <p:nvPr/>
          </p:nvSpPr>
          <p:spPr>
            <a:xfrm>
              <a:off x="10523880" y="1357560"/>
              <a:ext cx="148680" cy="14868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405" name="Oval 125"/>
            <p:cNvSpPr/>
            <p:nvPr/>
          </p:nvSpPr>
          <p:spPr>
            <a:xfrm>
              <a:off x="1056852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sp>
          <p:nvSpPr>
            <p:cNvPr id="406" name="Oval 126"/>
            <p:cNvSpPr/>
            <p:nvPr/>
          </p:nvSpPr>
          <p:spPr>
            <a:xfrm>
              <a:off x="1106028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407" name="Oval 127"/>
            <p:cNvSpPr/>
            <p:nvPr/>
          </p:nvSpPr>
          <p:spPr>
            <a:xfrm>
              <a:off x="11074320" y="1357560"/>
              <a:ext cx="148680" cy="14868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venir Next LT Pro"/>
              </a:endParaRPr>
            </a:p>
          </p:txBody>
        </p:sp>
        <p:sp>
          <p:nvSpPr>
            <p:cNvPr id="408" name="Oval 128"/>
            <p:cNvSpPr/>
            <p:nvPr/>
          </p:nvSpPr>
          <p:spPr>
            <a:xfrm>
              <a:off x="1111896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rIns="90000" tIns="-2880" bIns="-2880" anchor="ctr">
              <a:noAutofit/>
            </a:bodyPr>
            <a:p>
              <a:pPr algn="ctr" defTabSz="914400">
                <a:lnSpc>
                  <a:spcPct val="100000"/>
                </a:lnSpc>
              </a:pPr>
              <a:endParaRPr b="0" lang="en-US" sz="1800" spc="-1" strike="noStrike">
                <a:solidFill>
                  <a:schemeClr val="lt1"/>
                </a:solidFill>
                <a:latin typeface="Avenir Next LT Pro"/>
              </a:endParaRPr>
            </a:p>
          </p:txBody>
        </p:sp>
      </p:grpSp>
      <p:sp>
        <p:nvSpPr>
          <p:cNvPr id="409" name="cuatro_de_diez"/>
          <p:cNvSpPr/>
          <p:nvPr/>
        </p:nvSpPr>
        <p:spPr>
          <a:xfrm>
            <a:off x="822960" y="2148840"/>
            <a:ext cx="10514880" cy="16761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1000" spc="-1" strike="noStrike">
                <a:solidFill>
                  <a:srgbClr val="1700f3"/>
                </a:solidFill>
                <a:latin typeface="Avenir Next LT Pro"/>
              </a:rPr>
              <a:t>4</a:t>
            </a:r>
            <a:r>
              <a:rPr b="0" lang="en-US" sz="6000" spc="-1" strike="noStrike">
                <a:solidFill>
                  <a:srgbClr val="00095b"/>
                </a:solidFill>
                <a:latin typeface="Avenir Next LT Pro"/>
              </a:rPr>
              <a:t> de cada 10</a:t>
            </a:r>
            <a:endParaRPr b="0" lang="es-AR" sz="6000" spc="-1" strike="noStrike">
              <a:solidFill>
                <a:srgbClr val="000000"/>
              </a:solidFill>
              <a:latin typeface="Arial"/>
            </a:endParaRPr>
          </a:p>
        </p:txBody>
      </p:sp>
      <p:sp>
        <p:nvSpPr>
          <p:cNvPr id="410" name="no_vuelven"/>
          <p:cNvSpPr/>
          <p:nvPr/>
        </p:nvSpPr>
        <p:spPr>
          <a:xfrm>
            <a:off x="822960" y="3611880"/>
            <a:ext cx="10514880" cy="4269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800" spc="-1" strike="noStrike">
                <a:solidFill>
                  <a:srgbClr val="00095b"/>
                </a:solidFill>
                <a:latin typeface="Avenir Next LT Pro"/>
              </a:rPr>
              <a:t>no vuelven a hacer el service en un concesionario oficial</a:t>
            </a:r>
            <a:endParaRPr b="0" lang="es-AR" sz="2800" spc="-1" strike="noStrike">
              <a:solidFill>
                <a:srgbClr val="000000"/>
              </a:solidFill>
              <a:latin typeface="Arial"/>
            </a:endParaRPr>
          </a:p>
        </p:txBody>
      </p:sp>
      <p:sp>
        <p:nvSpPr>
          <p:cNvPr id="411" name="volumen"/>
          <p:cNvSpPr/>
          <p:nvPr/>
        </p:nvSpPr>
        <p:spPr>
          <a:xfrm>
            <a:off x="2898720" y="4617720"/>
            <a:ext cx="6400080" cy="95940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73080" rIns="73080" tIns="27360" bIns="27360" anchor="ctr">
            <a:noAutofit/>
          </a:bodyPr>
          <a:p>
            <a:pPr algn="ctr" defTabSz="914400">
              <a:lnSpc>
                <a:spcPct val="100000"/>
              </a:lnSpc>
            </a:pPr>
            <a:r>
              <a:rPr b="1" lang="en-US" sz="2400" spc="-1" strike="noStrike">
                <a:solidFill>
                  <a:srgbClr val="00095b"/>
                </a:solidFill>
                <a:latin typeface="Avenir Next LT Pro"/>
              </a:rPr>
              <a:t>≈ </a:t>
            </a:r>
            <a:r>
              <a:rPr b="1" lang="en-US" sz="2400" spc="-1" strike="noStrike">
                <a:solidFill>
                  <a:srgbClr val="00095b"/>
                </a:solidFill>
                <a:latin typeface="Avenir Next LT Pro"/>
              </a:rPr>
              <a:t>2.500 services por mes</a:t>
            </a:r>
            <a:endParaRPr b="0" lang="es-AR" sz="2400" spc="-1" strike="noStrike">
              <a:solidFill>
                <a:srgbClr val="000000"/>
              </a:solidFill>
              <a:latin typeface="Arial"/>
            </a:endParaRPr>
          </a:p>
          <a:p>
            <a:pPr algn="ctr" defTabSz="914400">
              <a:lnSpc>
                <a:spcPct val="100000"/>
              </a:lnSpc>
            </a:pPr>
            <a:r>
              <a:rPr b="0" lang="en-US" sz="1600" spc="-1" strike="noStrike">
                <a:solidFill>
                  <a:srgbClr val="7f7f7f"/>
                </a:solidFill>
                <a:latin typeface="Avenir Next LT Pro"/>
              </a:rPr>
              <a:t>que Ford deja de hacer. Todos los meses.</a:t>
            </a:r>
            <a:endParaRPr b="0" lang="es-AR" sz="1600" spc="-1" strike="noStrike">
              <a:solidFill>
                <a:srgbClr val="000000"/>
              </a:solidFill>
              <a:latin typeface="Arial"/>
            </a:endParaRPr>
          </a:p>
        </p:txBody>
      </p:sp>
      <p:sp>
        <p:nvSpPr>
          <p:cNvPr id="412" name="fuente"/>
          <p:cNvSpPr/>
          <p:nvPr/>
        </p:nvSpPr>
        <p:spPr>
          <a:xfrm>
            <a:off x="822960" y="5989320"/>
            <a:ext cx="10514880" cy="1526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000" spc="-1" strike="noStrike">
                <a:solidFill>
                  <a:srgbClr val="7f7f7f"/>
                </a:solidFill>
                <a:latin typeface="Avenir Next LT Pro"/>
              </a:rPr>
              <a:t>El 41,6 % de 142.637 ventanas de service 2024-2026 terminó sin service en un concesionario oficial (Ranger, Argentina).</a:t>
            </a:r>
            <a:endParaRPr b="0" lang="es-AR" sz="1000" spc="-1" strike="noStrike">
              <a:solidFill>
                <a:srgbClr val="000000"/>
              </a:solidFill>
              <a:latin typeface="Arial"/>
            </a:endParaRPr>
          </a:p>
        </p:txBody>
      </p:sp>
      <p:sp>
        <p:nvSpPr>
          <p:cNvPr id="413"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8" dur="indefinite" restart="never" nodeType="tmRoot">
          <p:childTnLst>
            <p:seq>
              <p:cTn id="9" dur="indefinite" nodeType="mainSeq">
                <p:childTnLst>
                  <p:par>
                    <p:cTn id="10" fill="hold">
                      <p:stCondLst>
                        <p:cond delay="indefinite"/>
                      </p:stCondLst>
                      <p:childTnLst>
                        <p:par>
                          <p:cTn id="11" fill="hold">
                            <p:stCondLst>
                              <p:cond delay="0"/>
                            </p:stCondLst>
                            <p:childTnLst>
                              <p:par>
                                <p:cTn id="12" nodeType="clickEffect" fill="hold" presetClass="entr" presetID="10">
                                  <p:stCondLst>
                                    <p:cond delay="0"/>
                                  </p:stCondLst>
                                  <p:childTnLst>
                                    <p:set>
                                      <p:cBhvr>
                                        <p:cTn id="13" dur="1" fill="hold">
                                          <p:stCondLst>
                                            <p:cond delay="0"/>
                                          </p:stCondLst>
                                        </p:cTn>
                                        <p:tgtEl>
                                          <p:spTgt spid="373"/>
                                        </p:tgtEl>
                                        <p:attrNameLst>
                                          <p:attrName>style.visibility</p:attrName>
                                        </p:attrNameLst>
                                      </p:cBhvr>
                                      <p:to>
                                        <p:strVal val="visible"/>
                                      </p:to>
                                    </p:set>
                                    <p:animEffect filter="fade" transition="in">
                                      <p:cBhvr additive="repl">
                                        <p:cTn id="14" dur="500"/>
                                        <p:tgtEl>
                                          <p:spTgt spid="373"/>
                                        </p:tgtEl>
                                      </p:cBhvr>
                                    </p:animEffect>
                                  </p:childTnLst>
                                </p:cTn>
                              </p:par>
                              <p:par>
                                <p:cTn id="15" nodeType="withEffect" fill="hold" presetClass="entr" presetID="10">
                                  <p:stCondLst>
                                    <p:cond delay="0"/>
                                  </p:stCondLst>
                                  <p:childTnLst>
                                    <p:set>
                                      <p:cBhvr>
                                        <p:cTn id="16" dur="1" fill="hold">
                                          <p:stCondLst>
                                            <p:cond delay="0"/>
                                          </p:stCondLst>
                                        </p:cTn>
                                        <p:tgtEl>
                                          <p:spTgt spid="382"/>
                                        </p:tgtEl>
                                        <p:attrNameLst>
                                          <p:attrName>style.visibility</p:attrName>
                                        </p:attrNameLst>
                                      </p:cBhvr>
                                      <p:to>
                                        <p:strVal val="visible"/>
                                      </p:to>
                                    </p:set>
                                    <p:animEffect filter="fade" transition="in">
                                      <p:cBhvr additive="repl">
                                        <p:cTn id="17" dur="500"/>
                                        <p:tgtEl>
                                          <p:spTgt spid="382"/>
                                        </p:tgtEl>
                                      </p:cBhvr>
                                    </p:animEffect>
                                  </p:childTnLst>
                                </p:cTn>
                              </p:par>
                              <p:par>
                                <p:cTn id="18" nodeType="withEffect" fill="hold" presetClass="entr" presetID="10">
                                  <p:stCondLst>
                                    <p:cond delay="0"/>
                                  </p:stCondLst>
                                  <p:childTnLst>
                                    <p:set>
                                      <p:cBhvr>
                                        <p:cTn id="19" dur="1" fill="hold">
                                          <p:stCondLst>
                                            <p:cond delay="0"/>
                                          </p:stCondLst>
                                        </p:cTn>
                                        <p:tgtEl>
                                          <p:spTgt spid="391"/>
                                        </p:tgtEl>
                                        <p:attrNameLst>
                                          <p:attrName>style.visibility</p:attrName>
                                        </p:attrNameLst>
                                      </p:cBhvr>
                                      <p:to>
                                        <p:strVal val="visible"/>
                                      </p:to>
                                    </p:set>
                                    <p:animEffect filter="fade" transition="in">
                                      <p:cBhvr additive="repl">
                                        <p:cTn id="20" dur="500"/>
                                        <p:tgtEl>
                                          <p:spTgt spid="391"/>
                                        </p:tgtEl>
                                      </p:cBhvr>
                                    </p:animEffect>
                                  </p:childTnLst>
                                </p:cTn>
                              </p:par>
                              <p:par>
                                <p:cTn id="21" nodeType="withEffect" fill="hold" presetClass="entr" presetID="10">
                                  <p:stCondLst>
                                    <p:cond delay="0"/>
                                  </p:stCondLst>
                                  <p:childTnLst>
                                    <p:set>
                                      <p:cBhvr>
                                        <p:cTn id="22" dur="1" fill="hold">
                                          <p:stCondLst>
                                            <p:cond delay="0"/>
                                          </p:stCondLst>
                                        </p:cTn>
                                        <p:tgtEl>
                                          <p:spTgt spid="400"/>
                                        </p:tgtEl>
                                        <p:attrNameLst>
                                          <p:attrName>style.visibility</p:attrName>
                                        </p:attrNameLst>
                                      </p:cBhvr>
                                      <p:to>
                                        <p:strVal val="visible"/>
                                      </p:to>
                                    </p:set>
                                    <p:animEffect filter="fade" transition="in">
                                      <p:cBhvr additive="repl">
                                        <p:cTn id="23" dur="500"/>
                                        <p:tgtEl>
                                          <p:spTgt spid="400"/>
                                        </p:tgtEl>
                                      </p:cBhvr>
                                    </p:animEffect>
                                  </p:childTnLst>
                                </p:cTn>
                              </p:par>
                              <p:par>
                                <p:cTn id="24" nodeType="withEffect" fill="hold" presetClass="entr" presetID="10">
                                  <p:stCondLst>
                                    <p:cond delay="0"/>
                                  </p:stCondLst>
                                  <p:childTnLst>
                                    <p:set>
                                      <p:cBhvr>
                                        <p:cTn id="25" dur="1" fill="hold">
                                          <p:stCondLst>
                                            <p:cond delay="0"/>
                                          </p:stCondLst>
                                        </p:cTn>
                                        <p:tgtEl>
                                          <p:spTgt spid="409"/>
                                        </p:tgtEl>
                                        <p:attrNameLst>
                                          <p:attrName>style.visibility</p:attrName>
                                        </p:attrNameLst>
                                      </p:cBhvr>
                                      <p:to>
                                        <p:strVal val="visible"/>
                                      </p:to>
                                    </p:set>
                                    <p:animEffect filter="fade" transition="in">
                                      <p:cBhvr additive="repl">
                                        <p:cTn id="26" dur="500"/>
                                        <p:tgtEl>
                                          <p:spTgt spid="409"/>
                                        </p:tgtEl>
                                      </p:cBhvr>
                                    </p:animEffect>
                                  </p:childTnLst>
                                </p:cTn>
                              </p:par>
                              <p:par>
                                <p:cTn id="27" nodeType="withEffect" fill="hold" presetClass="entr" presetID="10">
                                  <p:stCondLst>
                                    <p:cond delay="0"/>
                                  </p:stCondLst>
                                  <p:childTnLst>
                                    <p:set>
                                      <p:cBhvr>
                                        <p:cTn id="28" dur="1" fill="hold">
                                          <p:stCondLst>
                                            <p:cond delay="0"/>
                                          </p:stCondLst>
                                        </p:cTn>
                                        <p:tgtEl>
                                          <p:spTgt spid="410"/>
                                        </p:tgtEl>
                                        <p:attrNameLst>
                                          <p:attrName>style.visibility</p:attrName>
                                        </p:attrNameLst>
                                      </p:cBhvr>
                                      <p:to>
                                        <p:strVal val="visible"/>
                                      </p:to>
                                    </p:set>
                                    <p:animEffect filter="fade" transition="in">
                                      <p:cBhvr additive="repl">
                                        <p:cTn id="29" dur="500"/>
                                        <p:tgtEl>
                                          <p:spTgt spid="410"/>
                                        </p:tgtEl>
                                      </p:cBhvr>
                                    </p:animEffect>
                                  </p:childTnLst>
                                </p:cTn>
                              </p:par>
                            </p:childTnLst>
                          </p:cTn>
                        </p:par>
                      </p:childTnLst>
                    </p:cTn>
                  </p:par>
                  <p:par>
                    <p:cTn id="30" fill="hold">
                      <p:stCondLst>
                        <p:cond delay="indefinite"/>
                      </p:stCondLst>
                      <p:childTnLst>
                        <p:par>
                          <p:cTn id="31" fill="hold">
                            <p:stCondLst>
                              <p:cond delay="0"/>
                            </p:stCondLst>
                            <p:childTnLst>
                              <p:par>
                                <p:cTn id="32" nodeType="clickEffect" fill="hold" presetClass="entr" presetID="10">
                                  <p:stCondLst>
                                    <p:cond delay="0"/>
                                  </p:stCondLst>
                                  <p:childTnLst>
                                    <p:set>
                                      <p:cBhvr>
                                        <p:cTn id="33" dur="1" fill="hold">
                                          <p:stCondLst>
                                            <p:cond delay="0"/>
                                          </p:stCondLst>
                                        </p:cTn>
                                        <p:tgtEl>
                                          <p:spTgt spid="411"/>
                                        </p:tgtEl>
                                        <p:attrNameLst>
                                          <p:attrName>style.visibility</p:attrName>
                                        </p:attrNameLst>
                                      </p:cBhvr>
                                      <p:to>
                                        <p:strVal val="visible"/>
                                      </p:to>
                                    </p:set>
                                    <p:animEffect filter="fade" transition="in">
                                      <p:cBhvr additive="repl">
                                        <p:cTn id="34" dur="500"/>
                                        <p:tgtEl>
                                          <p:spTgt spid="411"/>
                                        </p:tgtEl>
                                      </p:cBhvr>
                                    </p:animEffect>
                                  </p:childTnLst>
                                </p:cTn>
                              </p:par>
                              <p:par>
                                <p:cTn id="35" nodeType="withEffect" fill="hold" presetClass="entr" presetID="10">
                                  <p:stCondLst>
                                    <p:cond delay="0"/>
                                  </p:stCondLst>
                                  <p:childTnLst>
                                    <p:set>
                                      <p:cBhvr>
                                        <p:cTn id="36" dur="1" fill="hold">
                                          <p:stCondLst>
                                            <p:cond delay="0"/>
                                          </p:stCondLst>
                                        </p:cTn>
                                        <p:tgtEl>
                                          <p:spTgt spid="412"/>
                                        </p:tgtEl>
                                        <p:attrNameLst>
                                          <p:attrName>style.visibility</p:attrName>
                                        </p:attrNameLst>
                                      </p:cBhvr>
                                      <p:to>
                                        <p:strVal val="visible"/>
                                      </p:to>
                                    </p:set>
                                    <p:animEffect filter="fade" transition="in">
                                      <p:cBhvr additive="repl">
                                        <p:cTn id="37" dur="500"/>
                                        <p:tgtEl>
                                          <p:spTgt spid="41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4" name="PlaceHolder 1"/>
          <p:cNvSpPr>
            <a:spLocks noGrp="1"/>
          </p:cNvSpPr>
          <p:nvPr>
            <p:ph type="title"/>
          </p:nvPr>
        </p:nvSpPr>
        <p:spPr>
          <a:xfrm>
            <a:off x="374760" y="502920"/>
            <a:ext cx="10514880" cy="102636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6" strike="noStrike">
                <a:solidFill>
                  <a:schemeClr val="dk1"/>
                </a:solidFill>
                <a:latin typeface="Avenir Next LT Pro"/>
                <a:ea typeface="Avenir Next"/>
              </a:rPr>
              <a:t>Un service perdido es el primer paso de un cliente perdido</a:t>
            </a:r>
            <a:endParaRPr b="0" lang="es-AR" sz="2400" spc="-1" strike="noStrike">
              <a:solidFill>
                <a:srgbClr val="000000"/>
              </a:solidFill>
              <a:latin typeface="Arial"/>
            </a:endParaRPr>
          </a:p>
        </p:txBody>
      </p:sp>
      <p:sp>
        <p:nvSpPr>
          <p:cNvPr id="415" name="PlaceHolder 2"/>
          <p:cNvSpPr>
            <a:spLocks noGrp="1"/>
          </p:cNvSpPr>
          <p:nvPr>
            <p:ph/>
          </p:nvPr>
        </p:nvSpPr>
        <p:spPr>
          <a:xfrm>
            <a:off x="394920" y="286920"/>
            <a:ext cx="3901680" cy="21528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6" strike="noStrike" cap="all">
                <a:solidFill>
                  <a:schemeClr val="accent1"/>
                </a:solidFill>
                <a:latin typeface="Avenir Next LT Pro"/>
                <a:ea typeface="Avenir Next"/>
              </a:rPr>
              <a:t>01 · Descripción del desafío</a:t>
            </a:r>
            <a:endParaRPr b="0" lang="es-AR" sz="900" spc="-1" strike="noStrike">
              <a:solidFill>
                <a:srgbClr val="000000"/>
              </a:solidFill>
              <a:latin typeface="Arial"/>
            </a:endParaRPr>
          </a:p>
        </p:txBody>
      </p:sp>
      <p:sp>
        <p:nvSpPr>
          <p:cNvPr id="416" name="PlaceHolder 3"/>
          <p:cNvSpPr>
            <a:spLocks noGrp="1"/>
          </p:cNvSpPr>
          <p:nvPr>
            <p:ph type="sldNum" idx="58"/>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45E45323-1A63-4291-BA92-7B63F8FCCE10}"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417" name="paso1_num"/>
          <p:cNvSpPr/>
          <p:nvPr/>
        </p:nvSpPr>
        <p:spPr>
          <a:xfrm>
            <a:off x="548640" y="2057400"/>
            <a:ext cx="3291120" cy="822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5400" spc="-1" strike="noStrike">
                <a:solidFill>
                  <a:srgbClr val="1700f3"/>
                </a:solidFill>
                <a:latin typeface="Avenir Next LT Pro"/>
              </a:rPr>
              <a:t>01</a:t>
            </a:r>
            <a:endParaRPr b="0" lang="es-AR" sz="5400" spc="-1" strike="noStrike">
              <a:solidFill>
                <a:srgbClr val="000000"/>
              </a:solidFill>
              <a:latin typeface="Arial"/>
            </a:endParaRPr>
          </a:p>
        </p:txBody>
      </p:sp>
      <p:cxnSp>
        <p:nvCxnSpPr>
          <p:cNvPr id="418" name="paso1_linea"/>
          <p:cNvCxnSpPr/>
          <p:nvPr/>
        </p:nvCxnSpPr>
        <p:spPr>
          <a:xfrm>
            <a:off x="548640" y="3063240"/>
            <a:ext cx="3200760" cy="720"/>
          </a:xfrm>
          <a:prstGeom prst="straightConnector1">
            <a:avLst/>
          </a:prstGeom>
          <a:ln w="15875">
            <a:solidFill>
              <a:srgbClr val="b9bcbd"/>
            </a:solidFill>
            <a:round/>
          </a:ln>
        </p:spPr>
      </p:cxnSp>
      <p:sp>
        <p:nvSpPr>
          <p:cNvPr id="419" name="paso1_cab"/>
          <p:cNvSpPr/>
          <p:nvPr/>
        </p:nvSpPr>
        <p:spPr>
          <a:xfrm>
            <a:off x="548640" y="3246120"/>
            <a:ext cx="3291120" cy="335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200" spc="-1" strike="noStrike">
                <a:solidFill>
                  <a:srgbClr val="00095b"/>
                </a:solidFill>
                <a:latin typeface="Avenir Next LT Pro"/>
              </a:rPr>
              <a:t>Se pierde el service</a:t>
            </a:r>
            <a:endParaRPr b="0" lang="es-AR" sz="2200" spc="-1" strike="noStrike">
              <a:solidFill>
                <a:srgbClr val="000000"/>
              </a:solidFill>
              <a:latin typeface="Arial"/>
            </a:endParaRPr>
          </a:p>
        </p:txBody>
      </p:sp>
      <p:sp>
        <p:nvSpPr>
          <p:cNvPr id="420" name="paso1_cuerpo"/>
          <p:cNvSpPr/>
          <p:nvPr/>
        </p:nvSpPr>
        <p:spPr>
          <a:xfrm>
            <a:off x="548640" y="4114800"/>
            <a:ext cx="3108240" cy="731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7f7f7f"/>
                </a:solidFill>
                <a:latin typeface="Avenir Next LT Pro"/>
              </a:rPr>
              <a:t>El trabajo de taller, los repuestos, el margen de la visita.</a:t>
            </a:r>
            <a:endParaRPr b="0" lang="es-AR" sz="1600" spc="-1" strike="noStrike">
              <a:solidFill>
                <a:srgbClr val="000000"/>
              </a:solidFill>
              <a:latin typeface="Arial"/>
            </a:endParaRPr>
          </a:p>
        </p:txBody>
      </p:sp>
      <p:sp>
        <p:nvSpPr>
          <p:cNvPr id="421" name="flecha1"/>
          <p:cNvSpPr/>
          <p:nvPr/>
        </p:nvSpPr>
        <p:spPr>
          <a:xfrm>
            <a:off x="3950280" y="2395800"/>
            <a:ext cx="273600" cy="38340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22" name="paso2_num"/>
          <p:cNvSpPr/>
          <p:nvPr/>
        </p:nvSpPr>
        <p:spPr>
          <a:xfrm>
            <a:off x="4343400" y="2057400"/>
            <a:ext cx="3291120" cy="822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5400" spc="-1" strike="noStrike">
                <a:solidFill>
                  <a:srgbClr val="1700f3"/>
                </a:solidFill>
                <a:latin typeface="Avenir Next LT Pro"/>
              </a:rPr>
              <a:t>02</a:t>
            </a:r>
            <a:endParaRPr b="0" lang="es-AR" sz="5400" spc="-1" strike="noStrike">
              <a:solidFill>
                <a:srgbClr val="000000"/>
              </a:solidFill>
              <a:latin typeface="Arial"/>
            </a:endParaRPr>
          </a:p>
        </p:txBody>
      </p:sp>
      <p:cxnSp>
        <p:nvCxnSpPr>
          <p:cNvPr id="423" name="paso2_linea"/>
          <p:cNvCxnSpPr/>
          <p:nvPr/>
        </p:nvCxnSpPr>
        <p:spPr>
          <a:xfrm>
            <a:off x="4343400" y="3063240"/>
            <a:ext cx="3201120" cy="720"/>
          </a:xfrm>
          <a:prstGeom prst="straightConnector1">
            <a:avLst/>
          </a:prstGeom>
          <a:ln w="15875">
            <a:solidFill>
              <a:srgbClr val="b9bcbd"/>
            </a:solidFill>
            <a:round/>
          </a:ln>
        </p:spPr>
      </p:cxnSp>
      <p:sp>
        <p:nvSpPr>
          <p:cNvPr id="424" name="paso2_cab"/>
          <p:cNvSpPr/>
          <p:nvPr/>
        </p:nvSpPr>
        <p:spPr>
          <a:xfrm>
            <a:off x="4343400" y="3246120"/>
            <a:ext cx="3291120" cy="335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200" spc="-1" strike="noStrike">
                <a:solidFill>
                  <a:srgbClr val="00095b"/>
                </a:solidFill>
                <a:latin typeface="Avenir Next LT Pro"/>
              </a:rPr>
              <a:t>Se corta la relación</a:t>
            </a:r>
            <a:endParaRPr b="0" lang="es-AR" sz="2200" spc="-1" strike="noStrike">
              <a:solidFill>
                <a:srgbClr val="000000"/>
              </a:solidFill>
              <a:latin typeface="Arial"/>
            </a:endParaRPr>
          </a:p>
        </p:txBody>
      </p:sp>
      <p:sp>
        <p:nvSpPr>
          <p:cNvPr id="425" name="paso2_cuerpo"/>
          <p:cNvSpPr/>
          <p:nvPr/>
        </p:nvSpPr>
        <p:spPr>
          <a:xfrm>
            <a:off x="4343400" y="4114800"/>
            <a:ext cx="3108240" cy="731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7f7f7f"/>
                </a:solidFill>
                <a:latin typeface="Avenir Next LT Pro"/>
              </a:rPr>
              <a:t>El cliente deja de venir y de hablar con su concesionario: Ford deja de estar presente.</a:t>
            </a:r>
            <a:endParaRPr b="0" lang="es-AR" sz="1600" spc="-1" strike="noStrike">
              <a:solidFill>
                <a:srgbClr val="000000"/>
              </a:solidFill>
              <a:latin typeface="Arial"/>
            </a:endParaRPr>
          </a:p>
        </p:txBody>
      </p:sp>
      <p:sp>
        <p:nvSpPr>
          <p:cNvPr id="426" name="flecha2"/>
          <p:cNvSpPr/>
          <p:nvPr/>
        </p:nvSpPr>
        <p:spPr>
          <a:xfrm>
            <a:off x="7745040" y="2395800"/>
            <a:ext cx="273600" cy="38340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27" name="paso3_num"/>
          <p:cNvSpPr/>
          <p:nvPr/>
        </p:nvSpPr>
        <p:spPr>
          <a:xfrm>
            <a:off x="8138160" y="2057400"/>
            <a:ext cx="3291120" cy="822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5400" spc="-1" strike="noStrike">
                <a:solidFill>
                  <a:srgbClr val="1700f3"/>
                </a:solidFill>
                <a:latin typeface="Avenir Next LT Pro"/>
              </a:rPr>
              <a:t>03</a:t>
            </a:r>
            <a:endParaRPr b="0" lang="es-AR" sz="5400" spc="-1" strike="noStrike">
              <a:solidFill>
                <a:srgbClr val="000000"/>
              </a:solidFill>
              <a:latin typeface="Arial"/>
            </a:endParaRPr>
          </a:p>
        </p:txBody>
      </p:sp>
      <p:cxnSp>
        <p:nvCxnSpPr>
          <p:cNvPr id="428" name="paso3_linea"/>
          <p:cNvCxnSpPr/>
          <p:nvPr/>
        </p:nvCxnSpPr>
        <p:spPr>
          <a:xfrm>
            <a:off x="8138160" y="3063240"/>
            <a:ext cx="3201120" cy="720"/>
          </a:xfrm>
          <a:prstGeom prst="straightConnector1">
            <a:avLst/>
          </a:prstGeom>
          <a:ln w="15875">
            <a:solidFill>
              <a:srgbClr val="00095b"/>
            </a:solidFill>
            <a:round/>
          </a:ln>
        </p:spPr>
      </p:cxnSp>
      <p:sp>
        <p:nvSpPr>
          <p:cNvPr id="429" name="paso3_cab"/>
          <p:cNvSpPr/>
          <p:nvPr/>
        </p:nvSpPr>
        <p:spPr>
          <a:xfrm>
            <a:off x="8138160" y="3246120"/>
            <a:ext cx="3291120" cy="670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200" spc="-1" strike="noStrike">
                <a:solidFill>
                  <a:srgbClr val="00095b"/>
                </a:solidFill>
                <a:latin typeface="Avenir Next LT Pro"/>
              </a:rPr>
              <a:t>Se pierde la próxima Ford</a:t>
            </a:r>
            <a:endParaRPr b="0" lang="es-AR" sz="2200" spc="-1" strike="noStrike">
              <a:solidFill>
                <a:srgbClr val="000000"/>
              </a:solidFill>
              <a:latin typeface="Arial"/>
            </a:endParaRPr>
          </a:p>
        </p:txBody>
      </p:sp>
      <p:sp>
        <p:nvSpPr>
          <p:cNvPr id="430" name="paso3_cuerpo"/>
          <p:cNvSpPr/>
          <p:nvPr/>
        </p:nvSpPr>
        <p:spPr>
          <a:xfrm>
            <a:off x="8138160" y="4114800"/>
            <a:ext cx="3108240" cy="487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7f7f7f"/>
                </a:solidFill>
                <a:latin typeface="Avenir Next LT Pro"/>
              </a:rPr>
              <a:t>Cuando cambie la camioneta, va a decidir sin nosotros.</a:t>
            </a:r>
            <a:endParaRPr b="0" lang="es-AR" sz="1600" spc="-1" strike="noStrike">
              <a:solidFill>
                <a:srgbClr val="000000"/>
              </a:solidFill>
              <a:latin typeface="Arial"/>
            </a:endParaRPr>
          </a:p>
        </p:txBody>
      </p:sp>
      <p:sp>
        <p:nvSpPr>
          <p:cNvPr id="431" name="bumper"/>
          <p:cNvSpPr/>
          <p:nvPr/>
        </p:nvSpPr>
        <p:spPr>
          <a:xfrm>
            <a:off x="182880" y="5440680"/>
            <a:ext cx="11822400" cy="776520"/>
          </a:xfrm>
          <a:prstGeom prst="rect">
            <a:avLst/>
          </a:prstGeom>
          <a:solidFill>
            <a:srgbClr val="00095b"/>
          </a:solidFill>
          <a:ln>
            <a:noFill/>
          </a:ln>
        </p:spPr>
        <p:style>
          <a:lnRef idx="1">
            <a:schemeClr val="accent1"/>
          </a:lnRef>
          <a:fillRef idx="3">
            <a:schemeClr val="accent1"/>
          </a:fillRef>
          <a:effectRef idx="2">
            <a:schemeClr val="accent1"/>
          </a:effectRef>
          <a:fontRef idx="minor"/>
        </p:style>
        <p:txBody>
          <a:bodyPr lIns="73080" rIns="73080" tIns="27360" bIns="27360" anchor="ctr">
            <a:noAutofit/>
          </a:bodyPr>
          <a:p>
            <a:pPr algn="ctr" defTabSz="914400">
              <a:lnSpc>
                <a:spcPct val="100000"/>
              </a:lnSpc>
            </a:pPr>
            <a:r>
              <a:rPr b="0" lang="en-US" sz="2400" spc="-1" strike="noStrike">
                <a:solidFill>
                  <a:srgbClr val="ffffff"/>
                </a:solidFill>
                <a:latin typeface="Avenir Next LT Pro"/>
              </a:rPr>
              <a:t>La próxima venta no se gana en el salón: </a:t>
            </a:r>
            <a:r>
              <a:rPr b="1" lang="en-US" sz="2400" spc="-1" strike="noStrike">
                <a:solidFill>
                  <a:srgbClr val="ffffff"/>
                </a:solidFill>
                <a:latin typeface="Avenir Next LT Pro"/>
              </a:rPr>
              <a:t>se gana en el taller.</a:t>
            </a:r>
            <a:endParaRPr b="0" lang="es-AR" sz="2400" spc="-1" strike="noStrike">
              <a:solidFill>
                <a:srgbClr val="ffffff"/>
              </a:solidFill>
              <a:latin typeface="Arial"/>
            </a:endParaRPr>
          </a:p>
        </p:txBody>
      </p:sp>
      <p:sp>
        <p:nvSpPr>
          <p:cNvPr id="432"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38" dur="indefinite" restart="never" nodeType="tmRoot">
          <p:childTnLst>
            <p:seq>
              <p:cTn id="39" dur="indefinite" nodeType="mainSeq">
                <p:childTnLst>
                  <p:par>
                    <p:cTn id="40" fill="hold">
                      <p:stCondLst>
                        <p:cond delay="indefinite"/>
                      </p:stCondLst>
                      <p:childTnLst>
                        <p:par>
                          <p:cTn id="41" fill="hold">
                            <p:stCondLst>
                              <p:cond delay="0"/>
                            </p:stCondLst>
                            <p:childTnLst>
                              <p:par>
                                <p:cTn id="42" nodeType="clickEffect" fill="hold" presetClass="entr" presetID="10">
                                  <p:stCondLst>
                                    <p:cond delay="0"/>
                                  </p:stCondLst>
                                  <p:childTnLst>
                                    <p:set>
                                      <p:cBhvr>
                                        <p:cTn id="43" dur="1" fill="hold">
                                          <p:stCondLst>
                                            <p:cond delay="0"/>
                                          </p:stCondLst>
                                        </p:cTn>
                                        <p:tgtEl>
                                          <p:spTgt spid="417"/>
                                        </p:tgtEl>
                                        <p:attrNameLst>
                                          <p:attrName>style.visibility</p:attrName>
                                        </p:attrNameLst>
                                      </p:cBhvr>
                                      <p:to>
                                        <p:strVal val="visible"/>
                                      </p:to>
                                    </p:set>
                                    <p:animEffect filter="fade" transition="in">
                                      <p:cBhvr additive="repl">
                                        <p:cTn id="44" dur="500"/>
                                        <p:tgtEl>
                                          <p:spTgt spid="417"/>
                                        </p:tgtEl>
                                      </p:cBhvr>
                                    </p:animEffect>
                                  </p:childTnLst>
                                </p:cTn>
                              </p:par>
                              <p:par>
                                <p:cTn id="45" nodeType="withEffect" fill="hold" presetClass="entr" presetID="10">
                                  <p:stCondLst>
                                    <p:cond delay="0"/>
                                  </p:stCondLst>
                                  <p:childTnLst>
                                    <p:set>
                                      <p:cBhvr>
                                        <p:cTn id="46" dur="1" fill="hold">
                                          <p:stCondLst>
                                            <p:cond delay="0"/>
                                          </p:stCondLst>
                                        </p:cTn>
                                        <p:tgtEl>
                                          <p:spTgt spid="418"/>
                                        </p:tgtEl>
                                        <p:attrNameLst>
                                          <p:attrName>style.visibility</p:attrName>
                                        </p:attrNameLst>
                                      </p:cBhvr>
                                      <p:to>
                                        <p:strVal val="visible"/>
                                      </p:to>
                                    </p:set>
                                    <p:animEffect filter="fade" transition="in">
                                      <p:cBhvr additive="repl">
                                        <p:cTn id="47" dur="500"/>
                                        <p:tgtEl>
                                          <p:spTgt spid="418"/>
                                        </p:tgtEl>
                                      </p:cBhvr>
                                    </p:animEffect>
                                  </p:childTnLst>
                                </p:cTn>
                              </p:par>
                              <p:par>
                                <p:cTn id="48" nodeType="withEffect" fill="hold" presetClass="entr" presetID="10">
                                  <p:stCondLst>
                                    <p:cond delay="0"/>
                                  </p:stCondLst>
                                  <p:childTnLst>
                                    <p:set>
                                      <p:cBhvr>
                                        <p:cTn id="49" dur="1" fill="hold">
                                          <p:stCondLst>
                                            <p:cond delay="0"/>
                                          </p:stCondLst>
                                        </p:cTn>
                                        <p:tgtEl>
                                          <p:spTgt spid="419"/>
                                        </p:tgtEl>
                                        <p:attrNameLst>
                                          <p:attrName>style.visibility</p:attrName>
                                        </p:attrNameLst>
                                      </p:cBhvr>
                                      <p:to>
                                        <p:strVal val="visible"/>
                                      </p:to>
                                    </p:set>
                                    <p:animEffect filter="fade" transition="in">
                                      <p:cBhvr additive="repl">
                                        <p:cTn id="50" dur="500"/>
                                        <p:tgtEl>
                                          <p:spTgt spid="419"/>
                                        </p:tgtEl>
                                      </p:cBhvr>
                                    </p:animEffect>
                                  </p:childTnLst>
                                </p:cTn>
                              </p:par>
                              <p:par>
                                <p:cTn id="51" nodeType="withEffect" fill="hold" presetClass="entr" presetID="10">
                                  <p:stCondLst>
                                    <p:cond delay="0"/>
                                  </p:stCondLst>
                                  <p:childTnLst>
                                    <p:set>
                                      <p:cBhvr>
                                        <p:cTn id="52" dur="1" fill="hold">
                                          <p:stCondLst>
                                            <p:cond delay="0"/>
                                          </p:stCondLst>
                                        </p:cTn>
                                        <p:tgtEl>
                                          <p:spTgt spid="420"/>
                                        </p:tgtEl>
                                        <p:attrNameLst>
                                          <p:attrName>style.visibility</p:attrName>
                                        </p:attrNameLst>
                                      </p:cBhvr>
                                      <p:to>
                                        <p:strVal val="visible"/>
                                      </p:to>
                                    </p:set>
                                    <p:animEffect filter="fade" transition="in">
                                      <p:cBhvr additive="repl">
                                        <p:cTn id="53" dur="500"/>
                                        <p:tgtEl>
                                          <p:spTgt spid="420"/>
                                        </p:tgtEl>
                                      </p:cBhvr>
                                    </p:animEffect>
                                  </p:childTnLst>
                                </p:cTn>
                              </p:par>
                            </p:childTnLst>
                          </p:cTn>
                        </p:par>
                      </p:childTnLst>
                    </p:cTn>
                  </p:par>
                  <p:par>
                    <p:cTn id="54" fill="hold">
                      <p:stCondLst>
                        <p:cond delay="indefinite"/>
                      </p:stCondLst>
                      <p:childTnLst>
                        <p:par>
                          <p:cTn id="55" fill="hold">
                            <p:stCondLst>
                              <p:cond delay="0"/>
                            </p:stCondLst>
                            <p:childTnLst>
                              <p:par>
                                <p:cTn id="56" nodeType="clickEffect" fill="hold" presetClass="entr" presetID="10">
                                  <p:stCondLst>
                                    <p:cond delay="0"/>
                                  </p:stCondLst>
                                  <p:childTnLst>
                                    <p:set>
                                      <p:cBhvr>
                                        <p:cTn id="57" dur="1" fill="hold">
                                          <p:stCondLst>
                                            <p:cond delay="0"/>
                                          </p:stCondLst>
                                        </p:cTn>
                                        <p:tgtEl>
                                          <p:spTgt spid="421"/>
                                        </p:tgtEl>
                                        <p:attrNameLst>
                                          <p:attrName>style.visibility</p:attrName>
                                        </p:attrNameLst>
                                      </p:cBhvr>
                                      <p:to>
                                        <p:strVal val="visible"/>
                                      </p:to>
                                    </p:set>
                                    <p:animEffect filter="fade" transition="in">
                                      <p:cBhvr additive="repl">
                                        <p:cTn id="58" dur="500"/>
                                        <p:tgtEl>
                                          <p:spTgt spid="421"/>
                                        </p:tgtEl>
                                      </p:cBhvr>
                                    </p:animEffect>
                                  </p:childTnLst>
                                </p:cTn>
                              </p:par>
                              <p:par>
                                <p:cTn id="59" nodeType="withEffect" fill="hold" presetClass="entr" presetID="10">
                                  <p:stCondLst>
                                    <p:cond delay="0"/>
                                  </p:stCondLst>
                                  <p:childTnLst>
                                    <p:set>
                                      <p:cBhvr>
                                        <p:cTn id="60" dur="1" fill="hold">
                                          <p:stCondLst>
                                            <p:cond delay="0"/>
                                          </p:stCondLst>
                                        </p:cTn>
                                        <p:tgtEl>
                                          <p:spTgt spid="422"/>
                                        </p:tgtEl>
                                        <p:attrNameLst>
                                          <p:attrName>style.visibility</p:attrName>
                                        </p:attrNameLst>
                                      </p:cBhvr>
                                      <p:to>
                                        <p:strVal val="visible"/>
                                      </p:to>
                                    </p:set>
                                    <p:animEffect filter="fade" transition="in">
                                      <p:cBhvr additive="repl">
                                        <p:cTn id="61" dur="500"/>
                                        <p:tgtEl>
                                          <p:spTgt spid="422"/>
                                        </p:tgtEl>
                                      </p:cBhvr>
                                    </p:animEffect>
                                  </p:childTnLst>
                                </p:cTn>
                              </p:par>
                              <p:par>
                                <p:cTn id="62" nodeType="withEffect" fill="hold" presetClass="entr" presetID="10">
                                  <p:stCondLst>
                                    <p:cond delay="0"/>
                                  </p:stCondLst>
                                  <p:childTnLst>
                                    <p:set>
                                      <p:cBhvr>
                                        <p:cTn id="63" dur="1" fill="hold">
                                          <p:stCondLst>
                                            <p:cond delay="0"/>
                                          </p:stCondLst>
                                        </p:cTn>
                                        <p:tgtEl>
                                          <p:spTgt spid="423"/>
                                        </p:tgtEl>
                                        <p:attrNameLst>
                                          <p:attrName>style.visibility</p:attrName>
                                        </p:attrNameLst>
                                      </p:cBhvr>
                                      <p:to>
                                        <p:strVal val="visible"/>
                                      </p:to>
                                    </p:set>
                                    <p:animEffect filter="fade" transition="in">
                                      <p:cBhvr additive="repl">
                                        <p:cTn id="64" dur="500"/>
                                        <p:tgtEl>
                                          <p:spTgt spid="423"/>
                                        </p:tgtEl>
                                      </p:cBhvr>
                                    </p:animEffect>
                                  </p:childTnLst>
                                </p:cTn>
                              </p:par>
                              <p:par>
                                <p:cTn id="65" nodeType="withEffect" fill="hold" presetClass="entr" presetID="10">
                                  <p:stCondLst>
                                    <p:cond delay="0"/>
                                  </p:stCondLst>
                                  <p:childTnLst>
                                    <p:set>
                                      <p:cBhvr>
                                        <p:cTn id="66" dur="1" fill="hold">
                                          <p:stCondLst>
                                            <p:cond delay="0"/>
                                          </p:stCondLst>
                                        </p:cTn>
                                        <p:tgtEl>
                                          <p:spTgt spid="424"/>
                                        </p:tgtEl>
                                        <p:attrNameLst>
                                          <p:attrName>style.visibility</p:attrName>
                                        </p:attrNameLst>
                                      </p:cBhvr>
                                      <p:to>
                                        <p:strVal val="visible"/>
                                      </p:to>
                                    </p:set>
                                    <p:animEffect filter="fade" transition="in">
                                      <p:cBhvr additive="repl">
                                        <p:cTn id="67" dur="500"/>
                                        <p:tgtEl>
                                          <p:spTgt spid="424"/>
                                        </p:tgtEl>
                                      </p:cBhvr>
                                    </p:animEffect>
                                  </p:childTnLst>
                                </p:cTn>
                              </p:par>
                              <p:par>
                                <p:cTn id="68" nodeType="withEffect" fill="hold" presetClass="entr" presetID="10">
                                  <p:stCondLst>
                                    <p:cond delay="0"/>
                                  </p:stCondLst>
                                  <p:childTnLst>
                                    <p:set>
                                      <p:cBhvr>
                                        <p:cTn id="69" dur="1" fill="hold">
                                          <p:stCondLst>
                                            <p:cond delay="0"/>
                                          </p:stCondLst>
                                        </p:cTn>
                                        <p:tgtEl>
                                          <p:spTgt spid="425"/>
                                        </p:tgtEl>
                                        <p:attrNameLst>
                                          <p:attrName>style.visibility</p:attrName>
                                        </p:attrNameLst>
                                      </p:cBhvr>
                                      <p:to>
                                        <p:strVal val="visible"/>
                                      </p:to>
                                    </p:set>
                                    <p:animEffect filter="fade" transition="in">
                                      <p:cBhvr additive="repl">
                                        <p:cTn id="70" dur="500"/>
                                        <p:tgtEl>
                                          <p:spTgt spid="425"/>
                                        </p:tgtEl>
                                      </p:cBhvr>
                                    </p:animEffect>
                                  </p:childTnLst>
                                </p:cTn>
                              </p:par>
                            </p:childTnLst>
                          </p:cTn>
                        </p:par>
                      </p:childTnLst>
                    </p:cTn>
                  </p:par>
                  <p:par>
                    <p:cTn id="71" fill="hold">
                      <p:stCondLst>
                        <p:cond delay="indefinite"/>
                      </p:stCondLst>
                      <p:childTnLst>
                        <p:par>
                          <p:cTn id="72" fill="hold">
                            <p:stCondLst>
                              <p:cond delay="0"/>
                            </p:stCondLst>
                            <p:childTnLst>
                              <p:par>
                                <p:cTn id="73" nodeType="clickEffect" fill="hold" presetClass="entr" presetID="10">
                                  <p:stCondLst>
                                    <p:cond delay="0"/>
                                  </p:stCondLst>
                                  <p:childTnLst>
                                    <p:set>
                                      <p:cBhvr>
                                        <p:cTn id="74" dur="1" fill="hold">
                                          <p:stCondLst>
                                            <p:cond delay="0"/>
                                          </p:stCondLst>
                                        </p:cTn>
                                        <p:tgtEl>
                                          <p:spTgt spid="426"/>
                                        </p:tgtEl>
                                        <p:attrNameLst>
                                          <p:attrName>style.visibility</p:attrName>
                                        </p:attrNameLst>
                                      </p:cBhvr>
                                      <p:to>
                                        <p:strVal val="visible"/>
                                      </p:to>
                                    </p:set>
                                    <p:animEffect filter="fade" transition="in">
                                      <p:cBhvr additive="repl">
                                        <p:cTn id="75" dur="500"/>
                                        <p:tgtEl>
                                          <p:spTgt spid="426"/>
                                        </p:tgtEl>
                                      </p:cBhvr>
                                    </p:animEffect>
                                  </p:childTnLst>
                                </p:cTn>
                              </p:par>
                              <p:par>
                                <p:cTn id="76" nodeType="withEffect" fill="hold" presetClass="entr" presetID="10">
                                  <p:stCondLst>
                                    <p:cond delay="0"/>
                                  </p:stCondLst>
                                  <p:childTnLst>
                                    <p:set>
                                      <p:cBhvr>
                                        <p:cTn id="77" dur="1" fill="hold">
                                          <p:stCondLst>
                                            <p:cond delay="0"/>
                                          </p:stCondLst>
                                        </p:cTn>
                                        <p:tgtEl>
                                          <p:spTgt spid="427"/>
                                        </p:tgtEl>
                                        <p:attrNameLst>
                                          <p:attrName>style.visibility</p:attrName>
                                        </p:attrNameLst>
                                      </p:cBhvr>
                                      <p:to>
                                        <p:strVal val="visible"/>
                                      </p:to>
                                    </p:set>
                                    <p:animEffect filter="fade" transition="in">
                                      <p:cBhvr additive="repl">
                                        <p:cTn id="78" dur="500"/>
                                        <p:tgtEl>
                                          <p:spTgt spid="427"/>
                                        </p:tgtEl>
                                      </p:cBhvr>
                                    </p:animEffect>
                                  </p:childTnLst>
                                </p:cTn>
                              </p:par>
                              <p:par>
                                <p:cTn id="79" nodeType="withEffect" fill="hold" presetClass="entr" presetID="10">
                                  <p:stCondLst>
                                    <p:cond delay="0"/>
                                  </p:stCondLst>
                                  <p:childTnLst>
                                    <p:set>
                                      <p:cBhvr>
                                        <p:cTn id="80" dur="1" fill="hold">
                                          <p:stCondLst>
                                            <p:cond delay="0"/>
                                          </p:stCondLst>
                                        </p:cTn>
                                        <p:tgtEl>
                                          <p:spTgt spid="428"/>
                                        </p:tgtEl>
                                        <p:attrNameLst>
                                          <p:attrName>style.visibility</p:attrName>
                                        </p:attrNameLst>
                                      </p:cBhvr>
                                      <p:to>
                                        <p:strVal val="visible"/>
                                      </p:to>
                                    </p:set>
                                    <p:animEffect filter="fade" transition="in">
                                      <p:cBhvr additive="repl">
                                        <p:cTn id="81" dur="500"/>
                                        <p:tgtEl>
                                          <p:spTgt spid="428"/>
                                        </p:tgtEl>
                                      </p:cBhvr>
                                    </p:animEffect>
                                  </p:childTnLst>
                                </p:cTn>
                              </p:par>
                              <p:par>
                                <p:cTn id="82" nodeType="withEffect" fill="hold" presetClass="entr" presetID="10">
                                  <p:stCondLst>
                                    <p:cond delay="0"/>
                                  </p:stCondLst>
                                  <p:childTnLst>
                                    <p:set>
                                      <p:cBhvr>
                                        <p:cTn id="83" dur="1" fill="hold">
                                          <p:stCondLst>
                                            <p:cond delay="0"/>
                                          </p:stCondLst>
                                        </p:cTn>
                                        <p:tgtEl>
                                          <p:spTgt spid="429"/>
                                        </p:tgtEl>
                                        <p:attrNameLst>
                                          <p:attrName>style.visibility</p:attrName>
                                        </p:attrNameLst>
                                      </p:cBhvr>
                                      <p:to>
                                        <p:strVal val="visible"/>
                                      </p:to>
                                    </p:set>
                                    <p:animEffect filter="fade" transition="in">
                                      <p:cBhvr additive="repl">
                                        <p:cTn id="84" dur="500"/>
                                        <p:tgtEl>
                                          <p:spTgt spid="429"/>
                                        </p:tgtEl>
                                      </p:cBhvr>
                                    </p:animEffect>
                                  </p:childTnLst>
                                </p:cTn>
                              </p:par>
                              <p:par>
                                <p:cTn id="85" nodeType="withEffect" fill="hold" presetClass="entr" presetID="10">
                                  <p:stCondLst>
                                    <p:cond delay="0"/>
                                  </p:stCondLst>
                                  <p:childTnLst>
                                    <p:set>
                                      <p:cBhvr>
                                        <p:cTn id="86" dur="1" fill="hold">
                                          <p:stCondLst>
                                            <p:cond delay="0"/>
                                          </p:stCondLst>
                                        </p:cTn>
                                        <p:tgtEl>
                                          <p:spTgt spid="430"/>
                                        </p:tgtEl>
                                        <p:attrNameLst>
                                          <p:attrName>style.visibility</p:attrName>
                                        </p:attrNameLst>
                                      </p:cBhvr>
                                      <p:to>
                                        <p:strVal val="visible"/>
                                      </p:to>
                                    </p:set>
                                    <p:animEffect filter="fade" transition="in">
                                      <p:cBhvr additive="repl">
                                        <p:cTn id="87" dur="500"/>
                                        <p:tgtEl>
                                          <p:spTgt spid="430"/>
                                        </p:tgtEl>
                                      </p:cBhvr>
                                    </p:animEffect>
                                  </p:childTnLst>
                                </p:cTn>
                              </p:par>
                            </p:childTnLst>
                          </p:cTn>
                        </p:par>
                      </p:childTnLst>
                    </p:cTn>
                  </p:par>
                  <p:par>
                    <p:cTn id="88" fill="hold">
                      <p:stCondLst>
                        <p:cond delay="indefinite"/>
                      </p:stCondLst>
                      <p:childTnLst>
                        <p:par>
                          <p:cTn id="89" fill="hold">
                            <p:stCondLst>
                              <p:cond delay="0"/>
                            </p:stCondLst>
                            <p:childTnLst>
                              <p:par>
                                <p:cTn id="90" nodeType="clickEffect" fill="hold" presetClass="entr" presetID="22" presetSubtype="8">
                                  <p:stCondLst>
                                    <p:cond delay="0"/>
                                  </p:stCondLst>
                                  <p:childTnLst>
                                    <p:set>
                                      <p:cBhvr>
                                        <p:cTn id="91" dur="1" fill="hold">
                                          <p:stCondLst>
                                            <p:cond delay="0"/>
                                          </p:stCondLst>
                                        </p:cTn>
                                        <p:tgtEl>
                                          <p:spTgt spid="431"/>
                                        </p:tgtEl>
                                        <p:attrNameLst>
                                          <p:attrName>style.visibility</p:attrName>
                                        </p:attrNameLst>
                                      </p:cBhvr>
                                      <p:to>
                                        <p:strVal val="visible"/>
                                      </p:to>
                                    </p:set>
                                    <p:animEffect filter="wipe(left)" transition="in">
                                      <p:cBhvr additive="repl">
                                        <p:cTn id="92" dur="700"/>
                                        <p:tgtEl>
                                          <p:spTgt spid="43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3" name="PlaceHolder 1"/>
          <p:cNvSpPr>
            <a:spLocks noGrp="1"/>
          </p:cNvSpPr>
          <p:nvPr>
            <p:ph/>
          </p:nvPr>
        </p:nvSpPr>
        <p:spPr>
          <a:xfrm>
            <a:off x="394920" y="286920"/>
            <a:ext cx="5334480" cy="21528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6" strike="noStrike" cap="all">
                <a:solidFill>
                  <a:schemeClr val="accent1"/>
                </a:solidFill>
                <a:latin typeface="Avenir Next LT Pro"/>
                <a:ea typeface="Avenir Next"/>
              </a:rPr>
              <a:t>01 · Descripción del desafío</a:t>
            </a:r>
            <a:endParaRPr b="0" lang="es-AR" sz="900" spc="-1" strike="noStrike">
              <a:solidFill>
                <a:srgbClr val="000000"/>
              </a:solidFill>
              <a:latin typeface="Arial"/>
            </a:endParaRPr>
          </a:p>
        </p:txBody>
      </p:sp>
      <p:sp>
        <p:nvSpPr>
          <p:cNvPr id="434" name="PlaceHolder 2"/>
          <p:cNvSpPr>
            <a:spLocks noGrp="1"/>
          </p:cNvSpPr>
          <p:nvPr>
            <p:ph type="title"/>
          </p:nvPr>
        </p:nvSpPr>
        <p:spPr>
          <a:xfrm>
            <a:off x="374760" y="502920"/>
            <a:ext cx="5334480" cy="105840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6" strike="noStrike">
                <a:solidFill>
                  <a:schemeClr val="dk1"/>
                </a:solidFill>
                <a:latin typeface="Avenir Next LT Pro"/>
                <a:ea typeface="Avenir Next"/>
              </a:rPr>
              <a:t>Hoy, Ford le habla igual a todos</a:t>
            </a:r>
            <a:endParaRPr b="0" lang="es-AR" sz="2400" spc="-1" strike="noStrike">
              <a:solidFill>
                <a:srgbClr val="000000"/>
              </a:solidFill>
              <a:latin typeface="Arial"/>
            </a:endParaRPr>
          </a:p>
        </p:txBody>
      </p:sp>
      <p:sp>
        <p:nvSpPr>
          <p:cNvPr id="435" name="PlaceHolder 3"/>
          <p:cNvSpPr>
            <a:spLocks noGrp="1"/>
          </p:cNvSpPr>
          <p:nvPr>
            <p:ph type="sldNum" idx="59"/>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E1B8286A-60E5-46DA-9F1B-288DA110772F}"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436" name="datos_existen"/>
          <p:cNvSpPr/>
          <p:nvPr/>
        </p:nvSpPr>
        <p:spPr>
          <a:xfrm>
            <a:off x="374760" y="2331720"/>
            <a:ext cx="4937040" cy="609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Los datos existen.</a:t>
            </a:r>
            <a:endParaRPr b="0" lang="es-AR" sz="4000" spc="-1" strike="noStrike">
              <a:solidFill>
                <a:srgbClr val="000000"/>
              </a:solidFill>
              <a:latin typeface="Arial"/>
            </a:endParaRPr>
          </a:p>
        </p:txBody>
      </p:sp>
      <p:sp>
        <p:nvSpPr>
          <p:cNvPr id="437" name="no_se_aprovechan"/>
          <p:cNvSpPr/>
          <p:nvPr/>
        </p:nvSpPr>
        <p:spPr>
          <a:xfrm>
            <a:off x="374760" y="3246120"/>
            <a:ext cx="4845600" cy="1371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00095b"/>
                </a:solidFill>
                <a:latin typeface="Avenir Next LT Pro"/>
              </a:rPr>
              <a:t>Pero no se terminan de aprovechar.</a:t>
            </a:r>
            <a:endParaRPr b="0" lang="es-AR" sz="2000" spc="-1" strike="noStrike">
              <a:solidFill>
                <a:srgbClr val="000000"/>
              </a:solidFill>
              <a:latin typeface="Arial"/>
            </a:endParaRPr>
          </a:p>
          <a:p>
            <a:pPr defTabSz="914400">
              <a:lnSpc>
                <a:spcPct val="100000"/>
              </a:lnSpc>
              <a:spcBef>
                <a:spcPts val="1199"/>
              </a:spcBef>
            </a:pPr>
            <a:r>
              <a:rPr b="0" lang="en-US" sz="2000" spc="-1" strike="noStrike">
                <a:solidFill>
                  <a:srgbClr val="00095b"/>
                </a:solidFill>
                <a:latin typeface="Avenir Next LT Pro"/>
              </a:rPr>
              <a:t>Todos reciben el mismo mensaje, en el mismo orden, y el cliente que se va se detecta cuando ya es tarde.</a:t>
            </a:r>
            <a:endParaRPr b="0" lang="es-AR" sz="2000" spc="-1" strike="noStrike">
              <a:solidFill>
                <a:srgbClr val="000000"/>
              </a:solidFill>
              <a:latin typeface="Arial"/>
            </a:endParaRPr>
          </a:p>
        </p:txBody>
      </p:sp>
      <p:sp>
        <p:nvSpPr>
          <p:cNvPr id="438" name="contacto_1"/>
          <p:cNvSpPr/>
          <p:nvPr/>
        </p:nvSpPr>
        <p:spPr>
          <a:xfrm>
            <a:off x="6556320" y="2514600"/>
            <a:ext cx="383400" cy="38340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39" name="contacto_2"/>
          <p:cNvSpPr/>
          <p:nvPr/>
        </p:nvSpPr>
        <p:spPr>
          <a:xfrm>
            <a:off x="7031880" y="2514600"/>
            <a:ext cx="383400" cy="38340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0" name="contacto_3"/>
          <p:cNvSpPr/>
          <p:nvPr/>
        </p:nvSpPr>
        <p:spPr>
          <a:xfrm>
            <a:off x="7507080" y="2514600"/>
            <a:ext cx="383400" cy="38340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1" name="contacto_4"/>
          <p:cNvSpPr/>
          <p:nvPr/>
        </p:nvSpPr>
        <p:spPr>
          <a:xfrm>
            <a:off x="7982640" y="2514600"/>
            <a:ext cx="383400" cy="38340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2" name="contacto_5"/>
          <p:cNvSpPr/>
          <p:nvPr/>
        </p:nvSpPr>
        <p:spPr>
          <a:xfrm>
            <a:off x="8458200" y="2514600"/>
            <a:ext cx="383400" cy="38340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3" name="contacto_6"/>
          <p:cNvSpPr/>
          <p:nvPr/>
        </p:nvSpPr>
        <p:spPr>
          <a:xfrm>
            <a:off x="8933760" y="2514600"/>
            <a:ext cx="383400" cy="38340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4" name="contacto_7"/>
          <p:cNvSpPr/>
          <p:nvPr/>
        </p:nvSpPr>
        <p:spPr>
          <a:xfrm>
            <a:off x="9409320" y="2514600"/>
            <a:ext cx="383400" cy="38340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5" name="contacto_8"/>
          <p:cNvSpPr/>
          <p:nvPr/>
        </p:nvSpPr>
        <p:spPr>
          <a:xfrm>
            <a:off x="9884520" y="2514600"/>
            <a:ext cx="383400" cy="38340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6" name="contacto_9"/>
          <p:cNvSpPr/>
          <p:nvPr/>
        </p:nvSpPr>
        <p:spPr>
          <a:xfrm>
            <a:off x="10360080" y="2514600"/>
            <a:ext cx="383400" cy="38340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7" name="contacto_10"/>
          <p:cNvSpPr/>
          <p:nvPr/>
        </p:nvSpPr>
        <p:spPr>
          <a:xfrm>
            <a:off x="10835640" y="2514600"/>
            <a:ext cx="383400" cy="38340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48" name="res_texto"/>
          <p:cNvSpPr/>
          <p:nvPr/>
        </p:nvSpPr>
        <p:spPr>
          <a:xfrm>
            <a:off x="6556320" y="3200400"/>
            <a:ext cx="4845600" cy="1097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2400" spc="-1" strike="noStrike">
                <a:solidFill>
                  <a:srgbClr val="00095b"/>
                </a:solidFill>
                <a:latin typeface="Avenir Next LT Pro"/>
              </a:rPr>
              <a:t>De cada 10 contactos, </a:t>
            </a:r>
            <a:r>
              <a:rPr b="1" lang="en-US" sz="2400" spc="-1" strike="noStrike">
                <a:solidFill>
                  <a:srgbClr val="00095b"/>
                </a:solidFill>
                <a:latin typeface="Avenir Next LT Pro"/>
              </a:rPr>
              <a:t>6</a:t>
            </a:r>
            <a:r>
              <a:rPr b="0" lang="en-US" sz="2400" spc="-1" strike="noStrike">
                <a:solidFill>
                  <a:srgbClr val="00095b"/>
                </a:solidFill>
                <a:latin typeface="Avenir Next LT Pro"/>
              </a:rPr>
              <a:t> van a clientes fidelizados que volverían a elegir Ford igual.</a:t>
            </a:r>
            <a:endParaRPr b="0" lang="es-AR" sz="2400" spc="-1" strike="noStrike">
              <a:solidFill>
                <a:srgbClr val="000000"/>
              </a:solidFill>
              <a:latin typeface="Arial"/>
            </a:endParaRPr>
          </a:p>
        </p:txBody>
      </p:sp>
      <p:sp>
        <p:nvSpPr>
          <p:cNvPr id="449" name="leyenda"/>
          <p:cNvSpPr/>
          <p:nvPr/>
        </p:nvSpPr>
        <p:spPr>
          <a:xfrm>
            <a:off x="6556320" y="4754880"/>
            <a:ext cx="4845600" cy="1828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200" spc="-1" strike="noStrike">
                <a:solidFill>
                  <a:srgbClr val="00095b"/>
                </a:solidFill>
                <a:latin typeface="Avenir Next LT Pro"/>
              </a:rPr>
              <a:t>●</a:t>
            </a:r>
            <a:r>
              <a:rPr b="0" lang="en-US" sz="1200" spc="-1" strike="noStrike">
                <a:solidFill>
                  <a:srgbClr val="7f7f7f"/>
                </a:solidFill>
                <a:latin typeface="Avenir Next LT Pro"/>
              </a:rPr>
              <a:t>  </a:t>
            </a:r>
            <a:r>
              <a:rPr b="0" lang="en-US" sz="1200" spc="-1" strike="noStrike">
                <a:solidFill>
                  <a:srgbClr val="7f7f7f"/>
                </a:solidFill>
                <a:latin typeface="Avenir Next LT Pro"/>
              </a:rPr>
              <a:t>está dejando Ford     </a:t>
            </a:r>
            <a:r>
              <a:rPr b="0" lang="en-US" sz="1200" spc="-1" strike="noStrike">
                <a:solidFill>
                  <a:srgbClr val="b9bcbd"/>
                </a:solidFill>
                <a:latin typeface="Avenir Next LT Pro"/>
              </a:rPr>
              <a:t>●</a:t>
            </a:r>
            <a:r>
              <a:rPr b="0" lang="en-US" sz="1200" spc="-1" strike="noStrike">
                <a:solidFill>
                  <a:srgbClr val="7f7f7f"/>
                </a:solidFill>
                <a:latin typeface="Avenir Next LT Pro"/>
              </a:rPr>
              <a:t>  vuelve igual</a:t>
            </a:r>
            <a:endParaRPr b="0" lang="es-AR" sz="1200" spc="-1" strike="noStrike">
              <a:solidFill>
                <a:srgbClr val="000000"/>
              </a:solidFill>
              <a:latin typeface="Arial"/>
            </a:endParaRPr>
          </a:p>
        </p:txBody>
      </p:sp>
      <p:sp>
        <p:nvSpPr>
          <p:cNvPr id="450"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93" dur="indefinite" restart="never" nodeType="tmRoot">
          <p:childTnLst>
            <p:seq>
              <p:cTn id="94" dur="indefinite" nodeType="mainSeq">
                <p:childTnLst>
                  <p:par>
                    <p:cTn id="95" fill="hold">
                      <p:stCondLst>
                        <p:cond delay="indefinite"/>
                      </p:stCondLst>
                      <p:childTnLst>
                        <p:par>
                          <p:cTn id="96" fill="hold">
                            <p:stCondLst>
                              <p:cond delay="0"/>
                            </p:stCondLst>
                            <p:childTnLst>
                              <p:par>
                                <p:cTn id="97" nodeType="clickEffect" fill="hold" presetClass="entr" presetID="10">
                                  <p:stCondLst>
                                    <p:cond delay="0"/>
                                  </p:stCondLst>
                                  <p:childTnLst>
                                    <p:set>
                                      <p:cBhvr>
                                        <p:cTn id="98" dur="1" fill="hold">
                                          <p:stCondLst>
                                            <p:cond delay="0"/>
                                          </p:stCondLst>
                                        </p:cTn>
                                        <p:tgtEl>
                                          <p:spTgt spid="436"/>
                                        </p:tgtEl>
                                        <p:attrNameLst>
                                          <p:attrName>style.visibility</p:attrName>
                                        </p:attrNameLst>
                                      </p:cBhvr>
                                      <p:to>
                                        <p:strVal val="visible"/>
                                      </p:to>
                                    </p:set>
                                    <p:animEffect filter="fade" transition="in">
                                      <p:cBhvr additive="repl">
                                        <p:cTn id="99" dur="500"/>
                                        <p:tgtEl>
                                          <p:spTgt spid="436"/>
                                        </p:tgtEl>
                                      </p:cBhvr>
                                    </p:animEffect>
                                  </p:childTnLst>
                                </p:cTn>
                              </p:par>
                              <p:par>
                                <p:cTn id="100" nodeType="withEffect" fill="hold" presetClass="entr" presetID="10">
                                  <p:stCondLst>
                                    <p:cond delay="0"/>
                                  </p:stCondLst>
                                  <p:childTnLst>
                                    <p:set>
                                      <p:cBhvr>
                                        <p:cTn id="101" dur="1" fill="hold">
                                          <p:stCondLst>
                                            <p:cond delay="0"/>
                                          </p:stCondLst>
                                        </p:cTn>
                                        <p:tgtEl>
                                          <p:spTgt spid="437"/>
                                        </p:tgtEl>
                                        <p:attrNameLst>
                                          <p:attrName>style.visibility</p:attrName>
                                        </p:attrNameLst>
                                      </p:cBhvr>
                                      <p:to>
                                        <p:strVal val="visible"/>
                                      </p:to>
                                    </p:set>
                                    <p:animEffect filter="fade" transition="in">
                                      <p:cBhvr additive="repl">
                                        <p:cTn id="102" dur="500"/>
                                        <p:tgtEl>
                                          <p:spTgt spid="437"/>
                                        </p:tgtEl>
                                      </p:cBhvr>
                                    </p:animEffect>
                                  </p:childTnLst>
                                </p:cTn>
                              </p:par>
                            </p:childTnLst>
                          </p:cTn>
                        </p:par>
                      </p:childTnLst>
                    </p:cTn>
                  </p:par>
                  <p:par>
                    <p:cTn id="103" fill="hold">
                      <p:stCondLst>
                        <p:cond delay="indefinite"/>
                      </p:stCondLst>
                      <p:childTnLst>
                        <p:par>
                          <p:cTn id="104" fill="hold">
                            <p:stCondLst>
                              <p:cond delay="0"/>
                            </p:stCondLst>
                            <p:childTnLst>
                              <p:par>
                                <p:cTn id="105" nodeType="clickEffect" fill="hold" presetClass="entr" presetID="10">
                                  <p:stCondLst>
                                    <p:cond delay="0"/>
                                  </p:stCondLst>
                                  <p:childTnLst>
                                    <p:set>
                                      <p:cBhvr>
                                        <p:cTn id="106" dur="1" fill="hold">
                                          <p:stCondLst>
                                            <p:cond delay="0"/>
                                          </p:stCondLst>
                                        </p:cTn>
                                        <p:tgtEl>
                                          <p:spTgt spid="438"/>
                                        </p:tgtEl>
                                        <p:attrNameLst>
                                          <p:attrName>style.visibility</p:attrName>
                                        </p:attrNameLst>
                                      </p:cBhvr>
                                      <p:to>
                                        <p:strVal val="visible"/>
                                      </p:to>
                                    </p:set>
                                    <p:animEffect filter="fade" transition="in">
                                      <p:cBhvr additive="repl">
                                        <p:cTn id="107" dur="500"/>
                                        <p:tgtEl>
                                          <p:spTgt spid="438"/>
                                        </p:tgtEl>
                                      </p:cBhvr>
                                    </p:animEffect>
                                  </p:childTnLst>
                                </p:cTn>
                              </p:par>
                              <p:par>
                                <p:cTn id="108" nodeType="withEffect" fill="hold" presetClass="entr" presetID="10">
                                  <p:stCondLst>
                                    <p:cond delay="0"/>
                                  </p:stCondLst>
                                  <p:childTnLst>
                                    <p:set>
                                      <p:cBhvr>
                                        <p:cTn id="109" dur="1" fill="hold">
                                          <p:stCondLst>
                                            <p:cond delay="0"/>
                                          </p:stCondLst>
                                        </p:cTn>
                                        <p:tgtEl>
                                          <p:spTgt spid="439"/>
                                        </p:tgtEl>
                                        <p:attrNameLst>
                                          <p:attrName>style.visibility</p:attrName>
                                        </p:attrNameLst>
                                      </p:cBhvr>
                                      <p:to>
                                        <p:strVal val="visible"/>
                                      </p:to>
                                    </p:set>
                                    <p:animEffect filter="fade" transition="in">
                                      <p:cBhvr additive="repl">
                                        <p:cTn id="110" dur="500"/>
                                        <p:tgtEl>
                                          <p:spTgt spid="439"/>
                                        </p:tgtEl>
                                      </p:cBhvr>
                                    </p:animEffect>
                                  </p:childTnLst>
                                </p:cTn>
                              </p:par>
                              <p:par>
                                <p:cTn id="111" nodeType="withEffect" fill="hold" presetClass="entr" presetID="10">
                                  <p:stCondLst>
                                    <p:cond delay="0"/>
                                  </p:stCondLst>
                                  <p:childTnLst>
                                    <p:set>
                                      <p:cBhvr>
                                        <p:cTn id="112" dur="1" fill="hold">
                                          <p:stCondLst>
                                            <p:cond delay="0"/>
                                          </p:stCondLst>
                                        </p:cTn>
                                        <p:tgtEl>
                                          <p:spTgt spid="440"/>
                                        </p:tgtEl>
                                        <p:attrNameLst>
                                          <p:attrName>style.visibility</p:attrName>
                                        </p:attrNameLst>
                                      </p:cBhvr>
                                      <p:to>
                                        <p:strVal val="visible"/>
                                      </p:to>
                                    </p:set>
                                    <p:animEffect filter="fade" transition="in">
                                      <p:cBhvr additive="repl">
                                        <p:cTn id="113" dur="500"/>
                                        <p:tgtEl>
                                          <p:spTgt spid="440"/>
                                        </p:tgtEl>
                                      </p:cBhvr>
                                    </p:animEffect>
                                  </p:childTnLst>
                                </p:cTn>
                              </p:par>
                              <p:par>
                                <p:cTn id="114" nodeType="withEffect" fill="hold" presetClass="entr" presetID="10">
                                  <p:stCondLst>
                                    <p:cond delay="0"/>
                                  </p:stCondLst>
                                  <p:childTnLst>
                                    <p:set>
                                      <p:cBhvr>
                                        <p:cTn id="115" dur="1" fill="hold">
                                          <p:stCondLst>
                                            <p:cond delay="0"/>
                                          </p:stCondLst>
                                        </p:cTn>
                                        <p:tgtEl>
                                          <p:spTgt spid="441"/>
                                        </p:tgtEl>
                                        <p:attrNameLst>
                                          <p:attrName>style.visibility</p:attrName>
                                        </p:attrNameLst>
                                      </p:cBhvr>
                                      <p:to>
                                        <p:strVal val="visible"/>
                                      </p:to>
                                    </p:set>
                                    <p:animEffect filter="fade" transition="in">
                                      <p:cBhvr additive="repl">
                                        <p:cTn id="116" dur="500"/>
                                        <p:tgtEl>
                                          <p:spTgt spid="441"/>
                                        </p:tgtEl>
                                      </p:cBhvr>
                                    </p:animEffect>
                                  </p:childTnLst>
                                </p:cTn>
                              </p:par>
                              <p:par>
                                <p:cTn id="117" nodeType="withEffect" fill="hold" presetClass="entr" presetID="10">
                                  <p:stCondLst>
                                    <p:cond delay="0"/>
                                  </p:stCondLst>
                                  <p:childTnLst>
                                    <p:set>
                                      <p:cBhvr>
                                        <p:cTn id="118" dur="1" fill="hold">
                                          <p:stCondLst>
                                            <p:cond delay="0"/>
                                          </p:stCondLst>
                                        </p:cTn>
                                        <p:tgtEl>
                                          <p:spTgt spid="442"/>
                                        </p:tgtEl>
                                        <p:attrNameLst>
                                          <p:attrName>style.visibility</p:attrName>
                                        </p:attrNameLst>
                                      </p:cBhvr>
                                      <p:to>
                                        <p:strVal val="visible"/>
                                      </p:to>
                                    </p:set>
                                    <p:animEffect filter="fade" transition="in">
                                      <p:cBhvr additive="repl">
                                        <p:cTn id="119" dur="500"/>
                                        <p:tgtEl>
                                          <p:spTgt spid="442"/>
                                        </p:tgtEl>
                                      </p:cBhvr>
                                    </p:animEffect>
                                  </p:childTnLst>
                                </p:cTn>
                              </p:par>
                              <p:par>
                                <p:cTn id="120" nodeType="withEffect" fill="hold" presetClass="entr" presetID="10">
                                  <p:stCondLst>
                                    <p:cond delay="0"/>
                                  </p:stCondLst>
                                  <p:childTnLst>
                                    <p:set>
                                      <p:cBhvr>
                                        <p:cTn id="121" dur="1" fill="hold">
                                          <p:stCondLst>
                                            <p:cond delay="0"/>
                                          </p:stCondLst>
                                        </p:cTn>
                                        <p:tgtEl>
                                          <p:spTgt spid="443"/>
                                        </p:tgtEl>
                                        <p:attrNameLst>
                                          <p:attrName>style.visibility</p:attrName>
                                        </p:attrNameLst>
                                      </p:cBhvr>
                                      <p:to>
                                        <p:strVal val="visible"/>
                                      </p:to>
                                    </p:set>
                                    <p:animEffect filter="fade" transition="in">
                                      <p:cBhvr additive="repl">
                                        <p:cTn id="122" dur="500"/>
                                        <p:tgtEl>
                                          <p:spTgt spid="443"/>
                                        </p:tgtEl>
                                      </p:cBhvr>
                                    </p:animEffect>
                                  </p:childTnLst>
                                </p:cTn>
                              </p:par>
                              <p:par>
                                <p:cTn id="123" nodeType="withEffect" fill="hold" presetClass="entr" presetID="10">
                                  <p:stCondLst>
                                    <p:cond delay="0"/>
                                  </p:stCondLst>
                                  <p:childTnLst>
                                    <p:set>
                                      <p:cBhvr>
                                        <p:cTn id="124" dur="1" fill="hold">
                                          <p:stCondLst>
                                            <p:cond delay="0"/>
                                          </p:stCondLst>
                                        </p:cTn>
                                        <p:tgtEl>
                                          <p:spTgt spid="444"/>
                                        </p:tgtEl>
                                        <p:attrNameLst>
                                          <p:attrName>style.visibility</p:attrName>
                                        </p:attrNameLst>
                                      </p:cBhvr>
                                      <p:to>
                                        <p:strVal val="visible"/>
                                      </p:to>
                                    </p:set>
                                    <p:animEffect filter="fade" transition="in">
                                      <p:cBhvr additive="repl">
                                        <p:cTn id="125" dur="500"/>
                                        <p:tgtEl>
                                          <p:spTgt spid="444"/>
                                        </p:tgtEl>
                                      </p:cBhvr>
                                    </p:animEffect>
                                  </p:childTnLst>
                                </p:cTn>
                              </p:par>
                              <p:par>
                                <p:cTn id="126" nodeType="withEffect" fill="hold" presetClass="entr" presetID="10">
                                  <p:stCondLst>
                                    <p:cond delay="0"/>
                                  </p:stCondLst>
                                  <p:childTnLst>
                                    <p:set>
                                      <p:cBhvr>
                                        <p:cTn id="127" dur="1" fill="hold">
                                          <p:stCondLst>
                                            <p:cond delay="0"/>
                                          </p:stCondLst>
                                        </p:cTn>
                                        <p:tgtEl>
                                          <p:spTgt spid="445"/>
                                        </p:tgtEl>
                                        <p:attrNameLst>
                                          <p:attrName>style.visibility</p:attrName>
                                        </p:attrNameLst>
                                      </p:cBhvr>
                                      <p:to>
                                        <p:strVal val="visible"/>
                                      </p:to>
                                    </p:set>
                                    <p:animEffect filter="fade" transition="in">
                                      <p:cBhvr additive="repl">
                                        <p:cTn id="128" dur="500"/>
                                        <p:tgtEl>
                                          <p:spTgt spid="445"/>
                                        </p:tgtEl>
                                      </p:cBhvr>
                                    </p:animEffect>
                                  </p:childTnLst>
                                </p:cTn>
                              </p:par>
                              <p:par>
                                <p:cTn id="129" nodeType="withEffect" fill="hold" presetClass="entr" presetID="10">
                                  <p:stCondLst>
                                    <p:cond delay="0"/>
                                  </p:stCondLst>
                                  <p:childTnLst>
                                    <p:set>
                                      <p:cBhvr>
                                        <p:cTn id="130" dur="1" fill="hold">
                                          <p:stCondLst>
                                            <p:cond delay="0"/>
                                          </p:stCondLst>
                                        </p:cTn>
                                        <p:tgtEl>
                                          <p:spTgt spid="446"/>
                                        </p:tgtEl>
                                        <p:attrNameLst>
                                          <p:attrName>style.visibility</p:attrName>
                                        </p:attrNameLst>
                                      </p:cBhvr>
                                      <p:to>
                                        <p:strVal val="visible"/>
                                      </p:to>
                                    </p:set>
                                    <p:animEffect filter="fade" transition="in">
                                      <p:cBhvr additive="repl">
                                        <p:cTn id="131" dur="500"/>
                                        <p:tgtEl>
                                          <p:spTgt spid="446"/>
                                        </p:tgtEl>
                                      </p:cBhvr>
                                    </p:animEffect>
                                  </p:childTnLst>
                                </p:cTn>
                              </p:par>
                              <p:par>
                                <p:cTn id="132" nodeType="withEffect" fill="hold" presetClass="entr" presetID="10">
                                  <p:stCondLst>
                                    <p:cond delay="0"/>
                                  </p:stCondLst>
                                  <p:childTnLst>
                                    <p:set>
                                      <p:cBhvr>
                                        <p:cTn id="133" dur="1" fill="hold">
                                          <p:stCondLst>
                                            <p:cond delay="0"/>
                                          </p:stCondLst>
                                        </p:cTn>
                                        <p:tgtEl>
                                          <p:spTgt spid="447"/>
                                        </p:tgtEl>
                                        <p:attrNameLst>
                                          <p:attrName>style.visibility</p:attrName>
                                        </p:attrNameLst>
                                      </p:cBhvr>
                                      <p:to>
                                        <p:strVal val="visible"/>
                                      </p:to>
                                    </p:set>
                                    <p:animEffect filter="fade" transition="in">
                                      <p:cBhvr additive="repl">
                                        <p:cTn id="134" dur="500"/>
                                        <p:tgtEl>
                                          <p:spTgt spid="447"/>
                                        </p:tgtEl>
                                      </p:cBhvr>
                                    </p:animEffect>
                                  </p:childTnLst>
                                </p:cTn>
                              </p:par>
                              <p:par>
                                <p:cTn id="135" nodeType="withEffect" fill="hold" presetClass="entr" presetID="10">
                                  <p:stCondLst>
                                    <p:cond delay="0"/>
                                  </p:stCondLst>
                                  <p:childTnLst>
                                    <p:set>
                                      <p:cBhvr>
                                        <p:cTn id="136" dur="1" fill="hold">
                                          <p:stCondLst>
                                            <p:cond delay="0"/>
                                          </p:stCondLst>
                                        </p:cTn>
                                        <p:tgtEl>
                                          <p:spTgt spid="448"/>
                                        </p:tgtEl>
                                        <p:attrNameLst>
                                          <p:attrName>style.visibility</p:attrName>
                                        </p:attrNameLst>
                                      </p:cBhvr>
                                      <p:to>
                                        <p:strVal val="visible"/>
                                      </p:to>
                                    </p:set>
                                    <p:animEffect filter="fade" transition="in">
                                      <p:cBhvr additive="repl">
                                        <p:cTn id="137" dur="500"/>
                                        <p:tgtEl>
                                          <p:spTgt spid="448"/>
                                        </p:tgtEl>
                                      </p:cBhvr>
                                    </p:animEffect>
                                  </p:childTnLst>
                                </p:cTn>
                              </p:par>
                              <p:par>
                                <p:cTn id="138" nodeType="withEffect" fill="hold" presetClass="entr" presetID="10">
                                  <p:stCondLst>
                                    <p:cond delay="0"/>
                                  </p:stCondLst>
                                  <p:childTnLst>
                                    <p:set>
                                      <p:cBhvr>
                                        <p:cTn id="139" dur="1" fill="hold">
                                          <p:stCondLst>
                                            <p:cond delay="0"/>
                                          </p:stCondLst>
                                        </p:cTn>
                                        <p:tgtEl>
                                          <p:spTgt spid="449"/>
                                        </p:tgtEl>
                                        <p:attrNameLst>
                                          <p:attrName>style.visibility</p:attrName>
                                        </p:attrNameLst>
                                      </p:cBhvr>
                                      <p:to>
                                        <p:strVal val="visible"/>
                                      </p:to>
                                    </p:set>
                                    <p:animEffect filter="fade" transition="in">
                                      <p:cBhvr additive="repl">
                                        <p:cTn id="140" dur="500"/>
                                        <p:tgtEl>
                                          <p:spTgt spid="44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1" name="PlaceHolder 1"/>
          <p:cNvSpPr>
            <a:spLocks noGrp="1"/>
          </p:cNvSpPr>
          <p:nvPr>
            <p:ph type="title"/>
          </p:nvPr>
        </p:nvSpPr>
        <p:spPr>
          <a:xfrm>
            <a:off x="996840" y="3033000"/>
            <a:ext cx="10524240" cy="395280"/>
          </a:xfrm>
          <a:prstGeom prst="rect">
            <a:avLst/>
          </a:prstGeom>
          <a:noFill/>
          <a:ln w="0">
            <a:noFill/>
          </a:ln>
        </p:spPr>
        <p:txBody>
          <a:bodyPr lIns="0" rIns="91440" tIns="45720" bIns="45720" anchor="t">
            <a:noAutofit/>
          </a:bodyPr>
          <a:p>
            <a:pPr indent="0" defTabSz="914400">
              <a:lnSpc>
                <a:spcPct val="100000"/>
              </a:lnSpc>
              <a:buNone/>
              <a:tabLst>
                <a:tab algn="l" pos="0"/>
              </a:tabLst>
            </a:pPr>
            <a:r>
              <a:rPr b="0" lang="en-US" sz="2400" spc="35" strike="noStrike">
                <a:solidFill>
                  <a:schemeClr val="dk1"/>
                </a:solidFill>
                <a:latin typeface="Avenir Next LT Pro"/>
                <a:ea typeface="Avenir Next"/>
              </a:rPr>
              <a:t>Descripción de la solución</a:t>
            </a:r>
            <a:endParaRPr b="0" lang="es-AR" sz="2400" spc="-1" strike="noStrike">
              <a:solidFill>
                <a:srgbClr val="000000"/>
              </a:solidFill>
              <a:latin typeface="Arial"/>
            </a:endParaRPr>
          </a:p>
        </p:txBody>
      </p:sp>
      <p:sp>
        <p:nvSpPr>
          <p:cNvPr id="452" name="PlaceHolder 2"/>
          <p:cNvSpPr>
            <a:spLocks noGrp="1"/>
          </p:cNvSpPr>
          <p:nvPr>
            <p:ph/>
          </p:nvPr>
        </p:nvSpPr>
        <p:spPr>
          <a:xfrm>
            <a:off x="996840" y="3584520"/>
            <a:ext cx="10514880" cy="43884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1200" spc="55" strike="noStrike">
                <a:solidFill>
                  <a:schemeClr val="dk1"/>
                </a:solidFill>
                <a:latin typeface="Avenir Next LT Pro"/>
                <a:ea typeface="Avenir Next"/>
              </a:rPr>
              <a:t>Primero entendimos cómo vuelve, y cómo </a:t>
            </a:r>
            <a:r>
              <a:rPr b="0" lang="en-US" sz="1200" spc="55" strike="noStrike">
                <a:solidFill>
                  <a:schemeClr val="dk1"/>
                </a:solidFill>
                <a:latin typeface="Avenir Next LT Pro"/>
                <a:ea typeface="Avenir Next"/>
              </a:rPr>
              <a:t>se va, un cliente</a:t>
            </a:r>
            <a:endParaRPr b="0" lang="es-AR" sz="1200" spc="-1" strike="noStrike">
              <a:solidFill>
                <a:srgbClr val="000000"/>
              </a:solidFill>
              <a:latin typeface="Arial"/>
            </a:endParaRPr>
          </a:p>
        </p:txBody>
      </p:sp>
      <p:sp>
        <p:nvSpPr>
          <p:cNvPr id="453" name="PlaceHolder 3"/>
          <p:cNvSpPr>
            <a:spLocks noGrp="1"/>
          </p:cNvSpPr>
          <p:nvPr>
            <p:ph/>
          </p:nvPr>
        </p:nvSpPr>
        <p:spPr>
          <a:xfrm>
            <a:off x="996840" y="1550520"/>
            <a:ext cx="1470960" cy="1102680"/>
          </a:xfrm>
          <a:prstGeom prst="rect">
            <a:avLst/>
          </a:prstGeom>
          <a:noFill/>
          <a:ln w="0">
            <a:noFill/>
          </a:ln>
        </p:spPr>
        <p:txBody>
          <a:bodyPr lIns="0" rIns="91440" tIns="45720" bIns="0" anchor="b">
            <a:noAutofit/>
          </a:bodyPr>
          <a:p>
            <a:pPr indent="0" defTabSz="914400">
              <a:lnSpc>
                <a:spcPct val="90000"/>
              </a:lnSpc>
              <a:spcBef>
                <a:spcPts val="1001"/>
              </a:spcBef>
              <a:buNone/>
              <a:tabLst>
                <a:tab algn="l" pos="0"/>
              </a:tabLst>
            </a:pPr>
            <a:r>
              <a:rPr b="0" lang="en-US" sz="3200" spc="46" strike="noStrike">
                <a:solidFill>
                  <a:schemeClr val="accent1"/>
                </a:solidFill>
                <a:latin typeface="Avenir Next LT Pro"/>
                <a:ea typeface="Avenir Next"/>
              </a:rPr>
              <a:t>02</a:t>
            </a:r>
            <a:endParaRPr b="0" lang="es-AR" sz="3200" spc="-1" strike="noStrike">
              <a:solidFill>
                <a:srgbClr val="000000"/>
              </a:solidFill>
              <a:latin typeface="Arial"/>
            </a:endParaRPr>
          </a:p>
        </p:txBody>
      </p:sp>
      <p:sp>
        <p:nvSpPr>
          <p:cNvPr id="454"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
        <p:nvSpPr>
          <p:cNvPr id="5" name="PlaceHolder 4"/>
          <p:cNvSpPr>
            <a:spLocks noGrp="1"/>
          </p:cNvSpPr>
          <p:nvPr>
            <p:ph type="sldNum" idx="12"/>
          </p:nvPr>
        </p:nvSpPr>
        <p:spPr/>
        <p:txBody>
          <a:bodyPr/>
          <a:p>
            <a:fld id="{78FBE27A-6F93-418B-93BA-267719EF3E02}" type="slidenum">
              <a:t>7</a:t>
            </a:fld>
          </a:p>
        </p:txBody>
      </p:sp>
    </p:spTree>
  </p:cSld>
  <mc:AlternateContent>
    <mc:Choice Requires="p14">
      <p:transition spd="med" p14:dur="6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type="title"/>
          </p:nvPr>
        </p:nvSpPr>
        <p:spPr>
          <a:xfrm>
            <a:off x="374760" y="502920"/>
            <a:ext cx="7701480" cy="102636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6" strike="noStrike">
                <a:solidFill>
                  <a:schemeClr val="dk1"/>
                </a:solidFill>
                <a:latin typeface="Avenir Next LT Pro"/>
                <a:ea typeface="Avenir Next"/>
              </a:rPr>
              <a:t>Los datos ya avisan quién se va</a:t>
            </a:r>
            <a:endParaRPr b="0" lang="es-AR" sz="2400" spc="-1" strike="noStrike">
              <a:solidFill>
                <a:srgbClr val="000000"/>
              </a:solidFill>
              <a:latin typeface="Arial"/>
            </a:endParaRPr>
          </a:p>
        </p:txBody>
      </p:sp>
      <p:sp>
        <p:nvSpPr>
          <p:cNvPr id="456" name="PlaceHolder 2"/>
          <p:cNvSpPr>
            <a:spLocks noGrp="1"/>
          </p:cNvSpPr>
          <p:nvPr>
            <p:ph/>
          </p:nvPr>
        </p:nvSpPr>
        <p:spPr>
          <a:xfrm>
            <a:off x="394920" y="286920"/>
            <a:ext cx="5638680" cy="19800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6" strike="noStrike" cap="all">
                <a:solidFill>
                  <a:schemeClr val="accent1"/>
                </a:solidFill>
                <a:latin typeface="Avenir Next LT Pro"/>
                <a:ea typeface="Avenir Next"/>
              </a:rPr>
              <a:t>02 · Descripción de la solución</a:t>
            </a:r>
            <a:endParaRPr b="0" lang="es-AR" sz="900" spc="-1" strike="noStrike">
              <a:solidFill>
                <a:srgbClr val="000000"/>
              </a:solidFill>
              <a:latin typeface="Arial"/>
            </a:endParaRPr>
          </a:p>
        </p:txBody>
      </p:sp>
      <p:sp>
        <p:nvSpPr>
          <p:cNvPr id="457" name="PlaceHolder 3"/>
          <p:cNvSpPr>
            <a:spLocks noGrp="1"/>
          </p:cNvSpPr>
          <p:nvPr>
            <p:ph type="sldNum" idx="60"/>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6F26EC24-0F17-437A-98F3-E824D7DE98A1}"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458" name="dato1_num"/>
          <p:cNvSpPr/>
          <p:nvPr/>
        </p:nvSpPr>
        <p:spPr>
          <a:xfrm>
            <a:off x="374760" y="1691640"/>
            <a:ext cx="3016800" cy="609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6 a 8 meses</a:t>
            </a:r>
            <a:endParaRPr b="0" lang="es-AR" sz="4000" spc="-1" strike="noStrike">
              <a:solidFill>
                <a:srgbClr val="000000"/>
              </a:solidFill>
              <a:latin typeface="Arial"/>
            </a:endParaRPr>
          </a:p>
        </p:txBody>
      </p:sp>
      <p:sp>
        <p:nvSpPr>
          <p:cNvPr id="459" name="dato1_cab"/>
          <p:cNvSpPr/>
          <p:nvPr/>
        </p:nvSpPr>
        <p:spPr>
          <a:xfrm>
            <a:off x="374760" y="2606040"/>
            <a:ext cx="2971080" cy="777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700" spc="-1" strike="noStrike">
                <a:solidFill>
                  <a:srgbClr val="00095b"/>
                </a:solidFill>
                <a:latin typeface="Avenir Next LT Pro"/>
              </a:rPr>
              <a:t>El service va por kilómetros, no por calendario</a:t>
            </a:r>
            <a:endParaRPr b="0" lang="es-AR" sz="1700" spc="-1" strike="noStrike">
              <a:solidFill>
                <a:srgbClr val="000000"/>
              </a:solidFill>
              <a:latin typeface="Arial"/>
            </a:endParaRPr>
          </a:p>
        </p:txBody>
      </p:sp>
      <p:sp>
        <p:nvSpPr>
          <p:cNvPr id="460" name="dato1_cuerpo"/>
          <p:cNvSpPr/>
          <p:nvPr/>
        </p:nvSpPr>
        <p:spPr>
          <a:xfrm>
            <a:off x="374760" y="3611880"/>
            <a:ext cx="2833920" cy="793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7f7f7f"/>
                </a:solidFill>
                <a:latin typeface="Avenir Next LT Pro"/>
              </a:rPr>
              <a:t>Una Ranger hace unos 22.000 km por año. Si se espera “al año”, se llega tarde: el 86 % ya lo había hecho.</a:t>
            </a:r>
            <a:endParaRPr b="0" lang="es-AR" sz="1300" spc="-1" strike="noStrike">
              <a:solidFill>
                <a:srgbClr val="000000"/>
              </a:solidFill>
              <a:latin typeface="Arial"/>
            </a:endParaRPr>
          </a:p>
        </p:txBody>
      </p:sp>
      <p:sp>
        <p:nvSpPr>
          <p:cNvPr id="461" name="dato2_num"/>
          <p:cNvSpPr/>
          <p:nvPr/>
        </p:nvSpPr>
        <p:spPr>
          <a:xfrm>
            <a:off x="4581000" y="1691640"/>
            <a:ext cx="3016800" cy="609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1 de cada 3</a:t>
            </a:r>
            <a:endParaRPr b="0" lang="es-AR" sz="4000" spc="-1" strike="noStrike">
              <a:solidFill>
                <a:srgbClr val="000000"/>
              </a:solidFill>
              <a:latin typeface="Arial"/>
            </a:endParaRPr>
          </a:p>
        </p:txBody>
      </p:sp>
      <p:sp>
        <p:nvSpPr>
          <p:cNvPr id="462" name="dato2_cab"/>
          <p:cNvSpPr/>
          <p:nvPr/>
        </p:nvSpPr>
        <p:spPr>
          <a:xfrm>
            <a:off x="4581000" y="2606040"/>
            <a:ext cx="2971080" cy="5184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700" spc="-1" strike="noStrike">
                <a:solidFill>
                  <a:srgbClr val="00095b"/>
                </a:solidFill>
                <a:latin typeface="Avenir Next LT Pro"/>
              </a:rPr>
              <a:t>El primer service es el momento crítico</a:t>
            </a:r>
            <a:endParaRPr b="0" lang="es-AR" sz="1700" spc="-1" strike="noStrike">
              <a:solidFill>
                <a:srgbClr val="000000"/>
              </a:solidFill>
              <a:latin typeface="Arial"/>
            </a:endParaRPr>
          </a:p>
        </p:txBody>
      </p:sp>
      <p:sp>
        <p:nvSpPr>
          <p:cNvPr id="463" name="dato2_cuerpo"/>
          <p:cNvSpPr/>
          <p:nvPr/>
        </p:nvSpPr>
        <p:spPr>
          <a:xfrm>
            <a:off x="4581000" y="3611880"/>
            <a:ext cx="2833920" cy="793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7f7f7f"/>
                </a:solidFill>
                <a:latin typeface="Avenir Next LT Pro"/>
              </a:rPr>
              <a:t>Más de un tercio no hace el primero en un concesionario oficial. En el segundo, baja a 1 de cada 4: el que vuelve una vez, se queda.</a:t>
            </a:r>
            <a:endParaRPr b="0" lang="es-AR" sz="1300" spc="-1" strike="noStrike">
              <a:solidFill>
                <a:srgbClr val="000000"/>
              </a:solidFill>
              <a:latin typeface="Arial"/>
            </a:endParaRPr>
          </a:p>
        </p:txBody>
      </p:sp>
      <p:sp>
        <p:nvSpPr>
          <p:cNvPr id="464" name="dato3_num"/>
          <p:cNvSpPr/>
          <p:nvPr/>
        </p:nvSpPr>
        <p:spPr>
          <a:xfrm>
            <a:off x="8732520" y="1691640"/>
            <a:ext cx="3016800" cy="609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Se ve venir</a:t>
            </a:r>
            <a:endParaRPr b="0" lang="es-AR" sz="4000" spc="-1" strike="noStrike">
              <a:solidFill>
                <a:srgbClr val="000000"/>
              </a:solidFill>
              <a:latin typeface="Arial"/>
            </a:endParaRPr>
          </a:p>
        </p:txBody>
      </p:sp>
      <p:sp>
        <p:nvSpPr>
          <p:cNvPr id="465" name="dato3_cab"/>
          <p:cNvSpPr/>
          <p:nvPr/>
        </p:nvSpPr>
        <p:spPr>
          <a:xfrm>
            <a:off x="8732520" y="2606040"/>
            <a:ext cx="2971080" cy="259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700" spc="-1" strike="noStrike">
                <a:solidFill>
                  <a:srgbClr val="00095b"/>
                </a:solidFill>
                <a:latin typeface="Avenir Next LT Pro"/>
              </a:rPr>
              <a:t>El que se va deja señales</a:t>
            </a:r>
            <a:endParaRPr b="0" lang="es-AR" sz="1700" spc="-1" strike="noStrike">
              <a:solidFill>
                <a:srgbClr val="000000"/>
              </a:solidFill>
              <a:latin typeface="Arial"/>
            </a:endParaRPr>
          </a:p>
        </p:txBody>
      </p:sp>
      <p:sp>
        <p:nvSpPr>
          <p:cNvPr id="466" name="dato3_cuerpo"/>
          <p:cNvSpPr/>
          <p:nvPr/>
        </p:nvSpPr>
        <p:spPr>
          <a:xfrm>
            <a:off x="8732520" y="3611880"/>
            <a:ext cx="2833920" cy="793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7f7f7f"/>
                </a:solidFill>
                <a:latin typeface="Avenir Next LT Pro"/>
              </a:rPr>
              <a:t>Llega tarde respecto del plan, viene poco, es una flota, depende del concesionario. La encuesta de satisfacción no anticipa nada.</a:t>
            </a:r>
            <a:endParaRPr b="0" lang="es-AR" sz="1300" spc="-1" strike="noStrike">
              <a:solidFill>
                <a:srgbClr val="000000"/>
              </a:solidFill>
              <a:latin typeface="Arial"/>
            </a:endParaRPr>
          </a:p>
        </p:txBody>
      </p:sp>
      <p:sp>
        <p:nvSpPr>
          <p:cNvPr id="467"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141" dur="indefinite" restart="never" nodeType="tmRoot">
          <p:childTnLst>
            <p:seq>
              <p:cTn id="142" dur="indefinite" nodeType="mainSeq">
                <p:childTnLst>
                  <p:par>
                    <p:cTn id="143" fill="hold">
                      <p:stCondLst>
                        <p:cond delay="indefinite"/>
                      </p:stCondLst>
                      <p:childTnLst>
                        <p:par>
                          <p:cTn id="144" fill="hold">
                            <p:stCondLst>
                              <p:cond delay="0"/>
                            </p:stCondLst>
                            <p:childTnLst>
                              <p:par>
                                <p:cTn id="145" nodeType="clickEffect" fill="hold" presetClass="entr" presetID="10">
                                  <p:stCondLst>
                                    <p:cond delay="0"/>
                                  </p:stCondLst>
                                  <p:childTnLst>
                                    <p:set>
                                      <p:cBhvr>
                                        <p:cTn id="146" dur="1" fill="hold">
                                          <p:stCondLst>
                                            <p:cond delay="0"/>
                                          </p:stCondLst>
                                        </p:cTn>
                                        <p:tgtEl>
                                          <p:spTgt spid="458"/>
                                        </p:tgtEl>
                                        <p:attrNameLst>
                                          <p:attrName>style.visibility</p:attrName>
                                        </p:attrNameLst>
                                      </p:cBhvr>
                                      <p:to>
                                        <p:strVal val="visible"/>
                                      </p:to>
                                    </p:set>
                                    <p:animEffect filter="fade" transition="in">
                                      <p:cBhvr additive="repl">
                                        <p:cTn id="147" dur="500"/>
                                        <p:tgtEl>
                                          <p:spTgt spid="458"/>
                                        </p:tgtEl>
                                      </p:cBhvr>
                                    </p:animEffect>
                                  </p:childTnLst>
                                </p:cTn>
                              </p:par>
                              <p:par>
                                <p:cTn id="148" nodeType="withEffect" fill="hold" presetClass="entr" presetID="10">
                                  <p:stCondLst>
                                    <p:cond delay="0"/>
                                  </p:stCondLst>
                                  <p:childTnLst>
                                    <p:set>
                                      <p:cBhvr>
                                        <p:cTn id="149" dur="1" fill="hold">
                                          <p:stCondLst>
                                            <p:cond delay="0"/>
                                          </p:stCondLst>
                                        </p:cTn>
                                        <p:tgtEl>
                                          <p:spTgt spid="459"/>
                                        </p:tgtEl>
                                        <p:attrNameLst>
                                          <p:attrName>style.visibility</p:attrName>
                                        </p:attrNameLst>
                                      </p:cBhvr>
                                      <p:to>
                                        <p:strVal val="visible"/>
                                      </p:to>
                                    </p:set>
                                    <p:animEffect filter="fade" transition="in">
                                      <p:cBhvr additive="repl">
                                        <p:cTn id="150" dur="500"/>
                                        <p:tgtEl>
                                          <p:spTgt spid="459"/>
                                        </p:tgtEl>
                                      </p:cBhvr>
                                    </p:animEffect>
                                  </p:childTnLst>
                                </p:cTn>
                              </p:par>
                              <p:par>
                                <p:cTn id="151" nodeType="withEffect" fill="hold" presetClass="entr" presetID="10">
                                  <p:stCondLst>
                                    <p:cond delay="0"/>
                                  </p:stCondLst>
                                  <p:childTnLst>
                                    <p:set>
                                      <p:cBhvr>
                                        <p:cTn id="152" dur="1" fill="hold">
                                          <p:stCondLst>
                                            <p:cond delay="0"/>
                                          </p:stCondLst>
                                        </p:cTn>
                                        <p:tgtEl>
                                          <p:spTgt spid="460"/>
                                        </p:tgtEl>
                                        <p:attrNameLst>
                                          <p:attrName>style.visibility</p:attrName>
                                        </p:attrNameLst>
                                      </p:cBhvr>
                                      <p:to>
                                        <p:strVal val="visible"/>
                                      </p:to>
                                    </p:set>
                                    <p:animEffect filter="fade" transition="in">
                                      <p:cBhvr additive="repl">
                                        <p:cTn id="153" dur="500"/>
                                        <p:tgtEl>
                                          <p:spTgt spid="460"/>
                                        </p:tgtEl>
                                      </p:cBhvr>
                                    </p:animEffect>
                                  </p:childTnLst>
                                </p:cTn>
                              </p:par>
                            </p:childTnLst>
                          </p:cTn>
                        </p:par>
                      </p:childTnLst>
                    </p:cTn>
                  </p:par>
                  <p:par>
                    <p:cTn id="154" fill="hold">
                      <p:stCondLst>
                        <p:cond delay="indefinite"/>
                      </p:stCondLst>
                      <p:childTnLst>
                        <p:par>
                          <p:cTn id="155" fill="hold">
                            <p:stCondLst>
                              <p:cond delay="0"/>
                            </p:stCondLst>
                            <p:childTnLst>
                              <p:par>
                                <p:cTn id="156" nodeType="clickEffect" fill="hold" presetClass="entr" presetID="10">
                                  <p:stCondLst>
                                    <p:cond delay="0"/>
                                  </p:stCondLst>
                                  <p:childTnLst>
                                    <p:set>
                                      <p:cBhvr>
                                        <p:cTn id="157" dur="1" fill="hold">
                                          <p:stCondLst>
                                            <p:cond delay="0"/>
                                          </p:stCondLst>
                                        </p:cTn>
                                        <p:tgtEl>
                                          <p:spTgt spid="461"/>
                                        </p:tgtEl>
                                        <p:attrNameLst>
                                          <p:attrName>style.visibility</p:attrName>
                                        </p:attrNameLst>
                                      </p:cBhvr>
                                      <p:to>
                                        <p:strVal val="visible"/>
                                      </p:to>
                                    </p:set>
                                    <p:animEffect filter="fade" transition="in">
                                      <p:cBhvr additive="repl">
                                        <p:cTn id="158" dur="500"/>
                                        <p:tgtEl>
                                          <p:spTgt spid="461"/>
                                        </p:tgtEl>
                                      </p:cBhvr>
                                    </p:animEffect>
                                  </p:childTnLst>
                                </p:cTn>
                              </p:par>
                              <p:par>
                                <p:cTn id="159" nodeType="withEffect" fill="hold" presetClass="entr" presetID="10">
                                  <p:stCondLst>
                                    <p:cond delay="0"/>
                                  </p:stCondLst>
                                  <p:childTnLst>
                                    <p:set>
                                      <p:cBhvr>
                                        <p:cTn id="160" dur="1" fill="hold">
                                          <p:stCondLst>
                                            <p:cond delay="0"/>
                                          </p:stCondLst>
                                        </p:cTn>
                                        <p:tgtEl>
                                          <p:spTgt spid="462"/>
                                        </p:tgtEl>
                                        <p:attrNameLst>
                                          <p:attrName>style.visibility</p:attrName>
                                        </p:attrNameLst>
                                      </p:cBhvr>
                                      <p:to>
                                        <p:strVal val="visible"/>
                                      </p:to>
                                    </p:set>
                                    <p:animEffect filter="fade" transition="in">
                                      <p:cBhvr additive="repl">
                                        <p:cTn id="161" dur="500"/>
                                        <p:tgtEl>
                                          <p:spTgt spid="462"/>
                                        </p:tgtEl>
                                      </p:cBhvr>
                                    </p:animEffect>
                                  </p:childTnLst>
                                </p:cTn>
                              </p:par>
                              <p:par>
                                <p:cTn id="162" nodeType="withEffect" fill="hold" presetClass="entr" presetID="10">
                                  <p:stCondLst>
                                    <p:cond delay="0"/>
                                  </p:stCondLst>
                                  <p:childTnLst>
                                    <p:set>
                                      <p:cBhvr>
                                        <p:cTn id="163" dur="1" fill="hold">
                                          <p:stCondLst>
                                            <p:cond delay="0"/>
                                          </p:stCondLst>
                                        </p:cTn>
                                        <p:tgtEl>
                                          <p:spTgt spid="463"/>
                                        </p:tgtEl>
                                        <p:attrNameLst>
                                          <p:attrName>style.visibility</p:attrName>
                                        </p:attrNameLst>
                                      </p:cBhvr>
                                      <p:to>
                                        <p:strVal val="visible"/>
                                      </p:to>
                                    </p:set>
                                    <p:animEffect filter="fade" transition="in">
                                      <p:cBhvr additive="repl">
                                        <p:cTn id="164" dur="500"/>
                                        <p:tgtEl>
                                          <p:spTgt spid="463"/>
                                        </p:tgtEl>
                                      </p:cBhvr>
                                    </p:animEffect>
                                  </p:childTnLst>
                                </p:cTn>
                              </p:par>
                            </p:childTnLst>
                          </p:cTn>
                        </p:par>
                      </p:childTnLst>
                    </p:cTn>
                  </p:par>
                  <p:par>
                    <p:cTn id="165" fill="hold">
                      <p:stCondLst>
                        <p:cond delay="indefinite"/>
                      </p:stCondLst>
                      <p:childTnLst>
                        <p:par>
                          <p:cTn id="166" fill="hold">
                            <p:stCondLst>
                              <p:cond delay="0"/>
                            </p:stCondLst>
                            <p:childTnLst>
                              <p:par>
                                <p:cTn id="167" nodeType="clickEffect" fill="hold" presetClass="entr" presetID="10">
                                  <p:stCondLst>
                                    <p:cond delay="0"/>
                                  </p:stCondLst>
                                  <p:childTnLst>
                                    <p:set>
                                      <p:cBhvr>
                                        <p:cTn id="168" dur="1" fill="hold">
                                          <p:stCondLst>
                                            <p:cond delay="0"/>
                                          </p:stCondLst>
                                        </p:cTn>
                                        <p:tgtEl>
                                          <p:spTgt spid="464"/>
                                        </p:tgtEl>
                                        <p:attrNameLst>
                                          <p:attrName>style.visibility</p:attrName>
                                        </p:attrNameLst>
                                      </p:cBhvr>
                                      <p:to>
                                        <p:strVal val="visible"/>
                                      </p:to>
                                    </p:set>
                                    <p:animEffect filter="fade" transition="in">
                                      <p:cBhvr additive="repl">
                                        <p:cTn id="169" dur="500"/>
                                        <p:tgtEl>
                                          <p:spTgt spid="464"/>
                                        </p:tgtEl>
                                      </p:cBhvr>
                                    </p:animEffect>
                                  </p:childTnLst>
                                </p:cTn>
                              </p:par>
                              <p:par>
                                <p:cTn id="170" nodeType="withEffect" fill="hold" presetClass="entr" presetID="10">
                                  <p:stCondLst>
                                    <p:cond delay="0"/>
                                  </p:stCondLst>
                                  <p:childTnLst>
                                    <p:set>
                                      <p:cBhvr>
                                        <p:cTn id="171" dur="1" fill="hold">
                                          <p:stCondLst>
                                            <p:cond delay="0"/>
                                          </p:stCondLst>
                                        </p:cTn>
                                        <p:tgtEl>
                                          <p:spTgt spid="465"/>
                                        </p:tgtEl>
                                        <p:attrNameLst>
                                          <p:attrName>style.visibility</p:attrName>
                                        </p:attrNameLst>
                                      </p:cBhvr>
                                      <p:to>
                                        <p:strVal val="visible"/>
                                      </p:to>
                                    </p:set>
                                    <p:animEffect filter="fade" transition="in">
                                      <p:cBhvr additive="repl">
                                        <p:cTn id="172" dur="500"/>
                                        <p:tgtEl>
                                          <p:spTgt spid="465"/>
                                        </p:tgtEl>
                                      </p:cBhvr>
                                    </p:animEffect>
                                  </p:childTnLst>
                                </p:cTn>
                              </p:par>
                              <p:par>
                                <p:cTn id="173" nodeType="withEffect" fill="hold" presetClass="entr" presetID="10">
                                  <p:stCondLst>
                                    <p:cond delay="0"/>
                                  </p:stCondLst>
                                  <p:childTnLst>
                                    <p:set>
                                      <p:cBhvr>
                                        <p:cTn id="174" dur="1" fill="hold">
                                          <p:stCondLst>
                                            <p:cond delay="0"/>
                                          </p:stCondLst>
                                        </p:cTn>
                                        <p:tgtEl>
                                          <p:spTgt spid="466"/>
                                        </p:tgtEl>
                                        <p:attrNameLst>
                                          <p:attrName>style.visibility</p:attrName>
                                        </p:attrNameLst>
                                      </p:cBhvr>
                                      <p:to>
                                        <p:strVal val="visible"/>
                                      </p:to>
                                    </p:set>
                                    <p:animEffect filter="fade" transition="in">
                                      <p:cBhvr additive="repl">
                                        <p:cTn id="175" dur="500"/>
                                        <p:tgtEl>
                                          <p:spTgt spid="46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8" name="PlaceHolder 1"/>
          <p:cNvSpPr>
            <a:spLocks noGrp="1"/>
          </p:cNvSpPr>
          <p:nvPr>
            <p:ph type="title"/>
          </p:nvPr>
        </p:nvSpPr>
        <p:spPr>
          <a:xfrm>
            <a:off x="374760" y="502920"/>
            <a:ext cx="10514880" cy="102636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6" strike="noStrike">
                <a:solidFill>
                  <a:schemeClr val="dk1"/>
                </a:solidFill>
                <a:latin typeface="Avenir Next LT Pro"/>
                <a:ea typeface="Avenir Next"/>
              </a:rPr>
              <a:t>Una sola pieza nueva, en el proceso de siempre</a:t>
            </a:r>
            <a:endParaRPr b="0" lang="es-AR" sz="2400" spc="-1" strike="noStrike">
              <a:solidFill>
                <a:srgbClr val="000000"/>
              </a:solidFill>
              <a:latin typeface="Arial"/>
            </a:endParaRPr>
          </a:p>
        </p:txBody>
      </p:sp>
      <p:sp>
        <p:nvSpPr>
          <p:cNvPr id="469" name="PlaceHolder 2"/>
          <p:cNvSpPr>
            <a:spLocks noGrp="1"/>
          </p:cNvSpPr>
          <p:nvPr>
            <p:ph/>
          </p:nvPr>
        </p:nvSpPr>
        <p:spPr>
          <a:xfrm>
            <a:off x="394920" y="286920"/>
            <a:ext cx="3901680" cy="21528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6" strike="noStrike" cap="all">
                <a:solidFill>
                  <a:schemeClr val="accent1"/>
                </a:solidFill>
                <a:latin typeface="Avenir Next LT Pro"/>
                <a:ea typeface="Avenir Next"/>
              </a:rPr>
              <a:t>02 · Descripción de la solución</a:t>
            </a:r>
            <a:endParaRPr b="0" lang="es-AR" sz="900" spc="-1" strike="noStrike">
              <a:solidFill>
                <a:srgbClr val="000000"/>
              </a:solidFill>
              <a:latin typeface="Arial"/>
            </a:endParaRPr>
          </a:p>
        </p:txBody>
      </p:sp>
      <p:sp>
        <p:nvSpPr>
          <p:cNvPr id="470" name="PlaceHolder 3"/>
          <p:cNvSpPr>
            <a:spLocks noGrp="1"/>
          </p:cNvSpPr>
          <p:nvPr>
            <p:ph type="sldNum" idx="61"/>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28301E42-5207-4FAC-B726-5F88F2B86C96}"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471" name="paso1_caja"/>
          <p:cNvSpPr/>
          <p:nvPr/>
        </p:nvSpPr>
        <p:spPr>
          <a:xfrm>
            <a:off x="545400" y="2011680"/>
            <a:ext cx="2486520" cy="283392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pic>
        <p:nvPicPr>
          <p:cNvPr id="472" name="paso1_icono" descr="image19.png"/>
          <p:cNvPicPr/>
          <p:nvPr/>
        </p:nvPicPr>
        <p:blipFill>
          <a:blip r:embed="rId1"/>
          <a:stretch/>
        </p:blipFill>
        <p:spPr>
          <a:xfrm>
            <a:off x="1286280" y="2286000"/>
            <a:ext cx="1005120" cy="1005120"/>
          </a:xfrm>
          <a:prstGeom prst="rect">
            <a:avLst/>
          </a:prstGeom>
          <a:ln w="0">
            <a:noFill/>
          </a:ln>
        </p:spPr>
      </p:pic>
      <p:sp>
        <p:nvSpPr>
          <p:cNvPr id="473" name="paso1_cab"/>
          <p:cNvSpPr/>
          <p:nvPr/>
        </p:nvSpPr>
        <p:spPr>
          <a:xfrm>
            <a:off x="728280" y="3429000"/>
            <a:ext cx="2120760" cy="7311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600" spc="-1" strike="noStrike">
                <a:solidFill>
                  <a:srgbClr val="00095b"/>
                </a:solidFill>
                <a:latin typeface="Avenir Next LT Pro"/>
              </a:rPr>
              <a:t>La Ranger entra en su ventana de service</a:t>
            </a:r>
            <a:endParaRPr b="0" lang="es-AR" sz="1600" spc="-1" strike="noStrike">
              <a:solidFill>
                <a:srgbClr val="000000"/>
              </a:solidFill>
              <a:latin typeface="Arial"/>
            </a:endParaRPr>
          </a:p>
        </p:txBody>
      </p:sp>
      <p:sp>
        <p:nvSpPr>
          <p:cNvPr id="474" name="paso1_sub"/>
          <p:cNvSpPr/>
          <p:nvPr/>
        </p:nvSpPr>
        <p:spPr>
          <a:xfrm>
            <a:off x="728280" y="4389120"/>
            <a:ext cx="2120760" cy="1526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000" spc="197" strike="noStrike">
                <a:solidFill>
                  <a:srgbClr val="1700f3"/>
                </a:solidFill>
                <a:latin typeface="Avenir Next LT Pro"/>
              </a:rPr>
              <a:t>COMO HOY</a:t>
            </a:r>
            <a:endParaRPr b="0" lang="es-AR" sz="1000" spc="-1" strike="noStrike">
              <a:solidFill>
                <a:srgbClr val="000000"/>
              </a:solidFill>
              <a:latin typeface="Arial"/>
            </a:endParaRPr>
          </a:p>
        </p:txBody>
      </p:sp>
      <p:sp>
        <p:nvSpPr>
          <p:cNvPr id="475" name="flecha1"/>
          <p:cNvSpPr/>
          <p:nvPr/>
        </p:nvSpPr>
        <p:spPr>
          <a:xfrm>
            <a:off x="3124080" y="3246120"/>
            <a:ext cx="200520" cy="31032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76" name="paso2_caja"/>
          <p:cNvSpPr/>
          <p:nvPr/>
        </p:nvSpPr>
        <p:spPr>
          <a:xfrm>
            <a:off x="3416760" y="2011680"/>
            <a:ext cx="2486520" cy="2833920"/>
          </a:xfrm>
          <a:prstGeom prst="rect">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pic>
        <p:nvPicPr>
          <p:cNvPr id="477" name="paso2_icono" descr="image17_blanco.png"/>
          <p:cNvPicPr/>
          <p:nvPr/>
        </p:nvPicPr>
        <p:blipFill>
          <a:blip r:embed="rId2"/>
          <a:stretch/>
        </p:blipFill>
        <p:spPr>
          <a:xfrm>
            <a:off x="4157280" y="2286000"/>
            <a:ext cx="1005120" cy="1005120"/>
          </a:xfrm>
          <a:prstGeom prst="rect">
            <a:avLst/>
          </a:prstGeom>
          <a:ln w="0">
            <a:noFill/>
          </a:ln>
        </p:spPr>
      </p:pic>
      <p:sp>
        <p:nvSpPr>
          <p:cNvPr id="478" name="paso2_cab"/>
          <p:cNvSpPr/>
          <p:nvPr/>
        </p:nvSpPr>
        <p:spPr>
          <a:xfrm>
            <a:off x="3599640" y="3429000"/>
            <a:ext cx="2120760" cy="7311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600" spc="-1" strike="noStrike">
                <a:solidFill>
                  <a:srgbClr val="ffffff"/>
                </a:solidFill>
                <a:latin typeface="Avenir Next LT Pro"/>
              </a:rPr>
              <a:t>Nuestra solución la ordena por riesgo y explica por qué</a:t>
            </a:r>
            <a:endParaRPr b="0" lang="es-AR" sz="1600" spc="-1" strike="noStrike">
              <a:solidFill>
                <a:srgbClr val="000000"/>
              </a:solidFill>
              <a:latin typeface="Arial"/>
            </a:endParaRPr>
          </a:p>
        </p:txBody>
      </p:sp>
      <p:sp>
        <p:nvSpPr>
          <p:cNvPr id="479" name="paso2_sub"/>
          <p:cNvSpPr/>
          <p:nvPr/>
        </p:nvSpPr>
        <p:spPr>
          <a:xfrm>
            <a:off x="3599640" y="4389120"/>
            <a:ext cx="2120760" cy="1526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000" spc="197" strike="noStrike">
                <a:solidFill>
                  <a:srgbClr val="ffffff"/>
                </a:solidFill>
                <a:latin typeface="Avenir Next LT Pro"/>
              </a:rPr>
              <a:t>LO NUEVO</a:t>
            </a:r>
            <a:endParaRPr b="0" lang="es-AR" sz="1000" spc="-1" strike="noStrike">
              <a:solidFill>
                <a:srgbClr val="000000"/>
              </a:solidFill>
              <a:latin typeface="Arial"/>
            </a:endParaRPr>
          </a:p>
        </p:txBody>
      </p:sp>
      <p:sp>
        <p:nvSpPr>
          <p:cNvPr id="480" name="flecha2"/>
          <p:cNvSpPr/>
          <p:nvPr/>
        </p:nvSpPr>
        <p:spPr>
          <a:xfrm>
            <a:off x="5995440" y="3246120"/>
            <a:ext cx="200520" cy="31032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81" name="paso3_caja"/>
          <p:cNvSpPr/>
          <p:nvPr/>
        </p:nvSpPr>
        <p:spPr>
          <a:xfrm>
            <a:off x="6287760" y="2011680"/>
            <a:ext cx="2486520" cy="283392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pic>
        <p:nvPicPr>
          <p:cNvPr id="482" name="paso3_icono" descr="image14.png"/>
          <p:cNvPicPr/>
          <p:nvPr/>
        </p:nvPicPr>
        <p:blipFill>
          <a:blip r:embed="rId3"/>
          <a:stretch/>
        </p:blipFill>
        <p:spPr>
          <a:xfrm>
            <a:off x="7028640" y="2286000"/>
            <a:ext cx="1005120" cy="1005120"/>
          </a:xfrm>
          <a:prstGeom prst="rect">
            <a:avLst/>
          </a:prstGeom>
          <a:ln w="0">
            <a:noFill/>
          </a:ln>
        </p:spPr>
      </p:pic>
      <p:sp>
        <p:nvSpPr>
          <p:cNvPr id="483" name="paso3_cab"/>
          <p:cNvSpPr/>
          <p:nvPr/>
        </p:nvSpPr>
        <p:spPr>
          <a:xfrm>
            <a:off x="6470640" y="3429000"/>
            <a:ext cx="2120760" cy="7311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600" spc="-1" strike="noStrike">
                <a:solidFill>
                  <a:srgbClr val="00095b"/>
                </a:solidFill>
                <a:latin typeface="Avenir Next LT Pro"/>
              </a:rPr>
              <a:t>El concesionario la contacta, o FordPass le recuerda</a:t>
            </a:r>
            <a:endParaRPr b="0" lang="es-AR" sz="1600" spc="-1" strike="noStrike">
              <a:solidFill>
                <a:srgbClr val="000000"/>
              </a:solidFill>
              <a:latin typeface="Arial"/>
            </a:endParaRPr>
          </a:p>
        </p:txBody>
      </p:sp>
      <p:sp>
        <p:nvSpPr>
          <p:cNvPr id="484" name="paso3_sub"/>
          <p:cNvSpPr/>
          <p:nvPr/>
        </p:nvSpPr>
        <p:spPr>
          <a:xfrm>
            <a:off x="6470640" y="4389120"/>
            <a:ext cx="2120760" cy="1526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000" spc="197" strike="noStrike">
                <a:solidFill>
                  <a:srgbClr val="1700f3"/>
                </a:solidFill>
                <a:latin typeface="Avenir Next LT Pro"/>
              </a:rPr>
              <a:t>SEGÚN EL RIESGO</a:t>
            </a:r>
            <a:endParaRPr b="0" lang="es-AR" sz="1000" spc="-1" strike="noStrike">
              <a:solidFill>
                <a:srgbClr val="000000"/>
              </a:solidFill>
              <a:latin typeface="Arial"/>
            </a:endParaRPr>
          </a:p>
        </p:txBody>
      </p:sp>
      <p:sp>
        <p:nvSpPr>
          <p:cNvPr id="485" name="flecha3"/>
          <p:cNvSpPr/>
          <p:nvPr/>
        </p:nvSpPr>
        <p:spPr>
          <a:xfrm>
            <a:off x="8866440" y="3246120"/>
            <a:ext cx="200520" cy="31032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86" name="paso4_caja"/>
          <p:cNvSpPr/>
          <p:nvPr/>
        </p:nvSpPr>
        <p:spPr>
          <a:xfrm>
            <a:off x="9159120" y="2011680"/>
            <a:ext cx="2486520" cy="283392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pic>
        <p:nvPicPr>
          <p:cNvPr id="487" name="paso4_icono" descr="image18.png"/>
          <p:cNvPicPr/>
          <p:nvPr/>
        </p:nvPicPr>
        <p:blipFill>
          <a:blip r:embed="rId4"/>
          <a:stretch/>
        </p:blipFill>
        <p:spPr>
          <a:xfrm>
            <a:off x="9899640" y="2286000"/>
            <a:ext cx="1005120" cy="1005120"/>
          </a:xfrm>
          <a:prstGeom prst="rect">
            <a:avLst/>
          </a:prstGeom>
          <a:ln w="0">
            <a:noFill/>
          </a:ln>
        </p:spPr>
      </p:pic>
      <p:sp>
        <p:nvSpPr>
          <p:cNvPr id="488" name="paso4_cab"/>
          <p:cNvSpPr/>
          <p:nvPr/>
        </p:nvSpPr>
        <p:spPr>
          <a:xfrm>
            <a:off x="9342000" y="3429000"/>
            <a:ext cx="2120760" cy="4874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600" spc="-1" strike="noStrike">
                <a:solidFill>
                  <a:srgbClr val="00095b"/>
                </a:solidFill>
                <a:latin typeface="Avenir Next LT Pro"/>
              </a:rPr>
              <a:t>Turno y service en el concesionario</a:t>
            </a:r>
            <a:endParaRPr b="0" lang="es-AR" sz="1600" spc="-1" strike="noStrike">
              <a:solidFill>
                <a:srgbClr val="000000"/>
              </a:solidFill>
              <a:latin typeface="Arial"/>
            </a:endParaRPr>
          </a:p>
        </p:txBody>
      </p:sp>
      <p:sp>
        <p:nvSpPr>
          <p:cNvPr id="489" name="paso4_sub"/>
          <p:cNvSpPr/>
          <p:nvPr/>
        </p:nvSpPr>
        <p:spPr>
          <a:xfrm>
            <a:off x="9342000" y="4389120"/>
            <a:ext cx="2120760" cy="1526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000" spc="197" strike="noStrike">
                <a:solidFill>
                  <a:srgbClr val="1700f3"/>
                </a:solidFill>
                <a:latin typeface="Avenir Next LT Pro"/>
              </a:rPr>
              <a:t>EL CLIENTE VUELVE</a:t>
            </a:r>
            <a:endParaRPr b="0" lang="es-AR" sz="1000" spc="-1" strike="noStrike">
              <a:solidFill>
                <a:srgbClr val="000000"/>
              </a:solidFill>
              <a:latin typeface="Arial"/>
            </a:endParaRPr>
          </a:p>
        </p:txBody>
      </p:sp>
      <p:sp>
        <p:nvSpPr>
          <p:cNvPr id="490" name="remate"/>
          <p:cNvSpPr/>
          <p:nvPr/>
        </p:nvSpPr>
        <p:spPr>
          <a:xfrm>
            <a:off x="374760" y="5212080"/>
            <a:ext cx="11429280" cy="4572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3000" spc="-1" strike="noStrike">
                <a:solidFill>
                  <a:srgbClr val="00095b"/>
                </a:solidFill>
                <a:latin typeface="Avenir Next LT Pro"/>
              </a:rPr>
              <a:t>Mismo proceso. Otro orden. </a:t>
            </a:r>
            <a:r>
              <a:rPr b="1" lang="en-US" sz="3000" spc="-1" strike="noStrike">
                <a:solidFill>
                  <a:srgbClr val="1700f3"/>
                </a:solidFill>
                <a:latin typeface="Avenir Next LT Pro"/>
              </a:rPr>
              <a:t>Más clientes que vuelven.</a:t>
            </a:r>
            <a:endParaRPr b="0" lang="es-AR" sz="3000" spc="-1" strike="noStrike">
              <a:solidFill>
                <a:srgbClr val="000000"/>
              </a:solidFill>
              <a:latin typeface="Arial"/>
            </a:endParaRPr>
          </a:p>
        </p:txBody>
      </p:sp>
      <p:sp>
        <p:nvSpPr>
          <p:cNvPr id="491"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Franco Tomás Malfetano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176" dur="indefinite" restart="never" nodeType="tmRoot">
          <p:childTnLst>
            <p:seq>
              <p:cTn id="177" dur="indefinite" nodeType="mainSeq">
                <p:childTnLst>
                  <p:par>
                    <p:cTn id="178" fill="hold">
                      <p:stCondLst>
                        <p:cond delay="indefinite"/>
                      </p:stCondLst>
                      <p:childTnLst>
                        <p:par>
                          <p:cTn id="179" fill="hold">
                            <p:stCondLst>
                              <p:cond delay="0"/>
                            </p:stCondLst>
                            <p:childTnLst>
                              <p:par>
                                <p:cTn id="180" nodeType="clickEffect" fill="hold" presetClass="entr" presetID="22" presetSubtype="8">
                                  <p:stCondLst>
                                    <p:cond delay="0"/>
                                  </p:stCondLst>
                                  <p:childTnLst>
                                    <p:set>
                                      <p:cBhvr>
                                        <p:cTn id="181" dur="1" fill="hold">
                                          <p:stCondLst>
                                            <p:cond delay="0"/>
                                          </p:stCondLst>
                                        </p:cTn>
                                        <p:tgtEl>
                                          <p:spTgt spid="471"/>
                                        </p:tgtEl>
                                        <p:attrNameLst>
                                          <p:attrName>style.visibility</p:attrName>
                                        </p:attrNameLst>
                                      </p:cBhvr>
                                      <p:to>
                                        <p:strVal val="visible"/>
                                      </p:to>
                                    </p:set>
                                    <p:animEffect filter="wipe(left)" transition="in">
                                      <p:cBhvr additive="repl">
                                        <p:cTn id="182" dur="700"/>
                                        <p:tgtEl>
                                          <p:spTgt spid="471"/>
                                        </p:tgtEl>
                                      </p:cBhvr>
                                    </p:animEffect>
                                  </p:childTnLst>
                                </p:cTn>
                              </p:par>
                              <p:par>
                                <p:cTn id="183" nodeType="withEffect" fill="hold" presetClass="entr" presetID="10">
                                  <p:stCondLst>
                                    <p:cond delay="0"/>
                                  </p:stCondLst>
                                  <p:childTnLst>
                                    <p:set>
                                      <p:cBhvr>
                                        <p:cTn id="184" dur="1" fill="hold">
                                          <p:stCondLst>
                                            <p:cond delay="0"/>
                                          </p:stCondLst>
                                        </p:cTn>
                                        <p:tgtEl>
                                          <p:spTgt spid="472"/>
                                        </p:tgtEl>
                                        <p:attrNameLst>
                                          <p:attrName>style.visibility</p:attrName>
                                        </p:attrNameLst>
                                      </p:cBhvr>
                                      <p:to>
                                        <p:strVal val="visible"/>
                                      </p:to>
                                    </p:set>
                                    <p:animEffect filter="fade" transition="in">
                                      <p:cBhvr additive="repl">
                                        <p:cTn id="185" dur="500"/>
                                        <p:tgtEl>
                                          <p:spTgt spid="472"/>
                                        </p:tgtEl>
                                      </p:cBhvr>
                                    </p:animEffect>
                                  </p:childTnLst>
                                </p:cTn>
                              </p:par>
                              <p:par>
                                <p:cTn id="186" nodeType="withEffect" fill="hold" presetClass="entr" presetID="10">
                                  <p:stCondLst>
                                    <p:cond delay="0"/>
                                  </p:stCondLst>
                                  <p:childTnLst>
                                    <p:set>
                                      <p:cBhvr>
                                        <p:cTn id="187" dur="1" fill="hold">
                                          <p:stCondLst>
                                            <p:cond delay="0"/>
                                          </p:stCondLst>
                                        </p:cTn>
                                        <p:tgtEl>
                                          <p:spTgt spid="473"/>
                                        </p:tgtEl>
                                        <p:attrNameLst>
                                          <p:attrName>style.visibility</p:attrName>
                                        </p:attrNameLst>
                                      </p:cBhvr>
                                      <p:to>
                                        <p:strVal val="visible"/>
                                      </p:to>
                                    </p:set>
                                    <p:animEffect filter="fade" transition="in">
                                      <p:cBhvr additive="repl">
                                        <p:cTn id="188" dur="500"/>
                                        <p:tgtEl>
                                          <p:spTgt spid="473"/>
                                        </p:tgtEl>
                                      </p:cBhvr>
                                    </p:animEffect>
                                  </p:childTnLst>
                                </p:cTn>
                              </p:par>
                              <p:par>
                                <p:cTn id="189" nodeType="withEffect" fill="hold" presetClass="entr" presetID="10">
                                  <p:stCondLst>
                                    <p:cond delay="0"/>
                                  </p:stCondLst>
                                  <p:childTnLst>
                                    <p:set>
                                      <p:cBhvr>
                                        <p:cTn id="190" dur="1" fill="hold">
                                          <p:stCondLst>
                                            <p:cond delay="0"/>
                                          </p:stCondLst>
                                        </p:cTn>
                                        <p:tgtEl>
                                          <p:spTgt spid="474"/>
                                        </p:tgtEl>
                                        <p:attrNameLst>
                                          <p:attrName>style.visibility</p:attrName>
                                        </p:attrNameLst>
                                      </p:cBhvr>
                                      <p:to>
                                        <p:strVal val="visible"/>
                                      </p:to>
                                    </p:set>
                                    <p:animEffect filter="fade" transition="in">
                                      <p:cBhvr additive="repl">
                                        <p:cTn id="191" dur="500"/>
                                        <p:tgtEl>
                                          <p:spTgt spid="474"/>
                                        </p:tgtEl>
                                      </p:cBhvr>
                                    </p:animEffect>
                                  </p:childTnLst>
                                </p:cTn>
                              </p:par>
                            </p:childTnLst>
                          </p:cTn>
                        </p:par>
                      </p:childTnLst>
                    </p:cTn>
                  </p:par>
                  <p:par>
                    <p:cTn id="192" fill="hold">
                      <p:stCondLst>
                        <p:cond delay="indefinite"/>
                      </p:stCondLst>
                      <p:childTnLst>
                        <p:par>
                          <p:cTn id="193" fill="hold">
                            <p:stCondLst>
                              <p:cond delay="0"/>
                            </p:stCondLst>
                            <p:childTnLst>
                              <p:par>
                                <p:cTn id="194" nodeType="clickEffect" fill="hold" presetClass="entr" presetID="10">
                                  <p:stCondLst>
                                    <p:cond delay="0"/>
                                  </p:stCondLst>
                                  <p:childTnLst>
                                    <p:set>
                                      <p:cBhvr>
                                        <p:cTn id="195" dur="1" fill="hold">
                                          <p:stCondLst>
                                            <p:cond delay="0"/>
                                          </p:stCondLst>
                                        </p:cTn>
                                        <p:tgtEl>
                                          <p:spTgt spid="475"/>
                                        </p:tgtEl>
                                        <p:attrNameLst>
                                          <p:attrName>style.visibility</p:attrName>
                                        </p:attrNameLst>
                                      </p:cBhvr>
                                      <p:to>
                                        <p:strVal val="visible"/>
                                      </p:to>
                                    </p:set>
                                    <p:animEffect filter="fade" transition="in">
                                      <p:cBhvr additive="repl">
                                        <p:cTn id="196" dur="500"/>
                                        <p:tgtEl>
                                          <p:spTgt spid="475"/>
                                        </p:tgtEl>
                                      </p:cBhvr>
                                    </p:animEffect>
                                  </p:childTnLst>
                                </p:cTn>
                              </p:par>
                              <p:par>
                                <p:cTn id="197" nodeType="withEffect" fill="hold" presetClass="entr" presetID="22" presetSubtype="8">
                                  <p:stCondLst>
                                    <p:cond delay="0"/>
                                  </p:stCondLst>
                                  <p:childTnLst>
                                    <p:set>
                                      <p:cBhvr>
                                        <p:cTn id="198" dur="1" fill="hold">
                                          <p:stCondLst>
                                            <p:cond delay="0"/>
                                          </p:stCondLst>
                                        </p:cTn>
                                        <p:tgtEl>
                                          <p:spTgt spid="476"/>
                                        </p:tgtEl>
                                        <p:attrNameLst>
                                          <p:attrName>style.visibility</p:attrName>
                                        </p:attrNameLst>
                                      </p:cBhvr>
                                      <p:to>
                                        <p:strVal val="visible"/>
                                      </p:to>
                                    </p:set>
                                    <p:animEffect filter="wipe(left)" transition="in">
                                      <p:cBhvr additive="repl">
                                        <p:cTn id="199" dur="700"/>
                                        <p:tgtEl>
                                          <p:spTgt spid="476"/>
                                        </p:tgtEl>
                                      </p:cBhvr>
                                    </p:animEffect>
                                  </p:childTnLst>
                                </p:cTn>
                              </p:par>
                              <p:par>
                                <p:cTn id="200" nodeType="withEffect" fill="hold" presetClass="entr" presetID="10">
                                  <p:stCondLst>
                                    <p:cond delay="0"/>
                                  </p:stCondLst>
                                  <p:childTnLst>
                                    <p:set>
                                      <p:cBhvr>
                                        <p:cTn id="201" dur="1" fill="hold">
                                          <p:stCondLst>
                                            <p:cond delay="0"/>
                                          </p:stCondLst>
                                        </p:cTn>
                                        <p:tgtEl>
                                          <p:spTgt spid="477"/>
                                        </p:tgtEl>
                                        <p:attrNameLst>
                                          <p:attrName>style.visibility</p:attrName>
                                        </p:attrNameLst>
                                      </p:cBhvr>
                                      <p:to>
                                        <p:strVal val="visible"/>
                                      </p:to>
                                    </p:set>
                                    <p:animEffect filter="fade" transition="in">
                                      <p:cBhvr additive="repl">
                                        <p:cTn id="202" dur="500"/>
                                        <p:tgtEl>
                                          <p:spTgt spid="477"/>
                                        </p:tgtEl>
                                      </p:cBhvr>
                                    </p:animEffect>
                                  </p:childTnLst>
                                </p:cTn>
                              </p:par>
                              <p:par>
                                <p:cTn id="203" nodeType="withEffect" fill="hold" presetClass="entr" presetID="10">
                                  <p:stCondLst>
                                    <p:cond delay="0"/>
                                  </p:stCondLst>
                                  <p:childTnLst>
                                    <p:set>
                                      <p:cBhvr>
                                        <p:cTn id="204" dur="1" fill="hold">
                                          <p:stCondLst>
                                            <p:cond delay="0"/>
                                          </p:stCondLst>
                                        </p:cTn>
                                        <p:tgtEl>
                                          <p:spTgt spid="478"/>
                                        </p:tgtEl>
                                        <p:attrNameLst>
                                          <p:attrName>style.visibility</p:attrName>
                                        </p:attrNameLst>
                                      </p:cBhvr>
                                      <p:to>
                                        <p:strVal val="visible"/>
                                      </p:to>
                                    </p:set>
                                    <p:animEffect filter="fade" transition="in">
                                      <p:cBhvr additive="repl">
                                        <p:cTn id="205" dur="500"/>
                                        <p:tgtEl>
                                          <p:spTgt spid="478"/>
                                        </p:tgtEl>
                                      </p:cBhvr>
                                    </p:animEffect>
                                  </p:childTnLst>
                                </p:cTn>
                              </p:par>
                              <p:par>
                                <p:cTn id="206" nodeType="withEffect" fill="hold" presetClass="entr" presetID="10">
                                  <p:stCondLst>
                                    <p:cond delay="0"/>
                                  </p:stCondLst>
                                  <p:childTnLst>
                                    <p:set>
                                      <p:cBhvr>
                                        <p:cTn id="207" dur="1" fill="hold">
                                          <p:stCondLst>
                                            <p:cond delay="0"/>
                                          </p:stCondLst>
                                        </p:cTn>
                                        <p:tgtEl>
                                          <p:spTgt spid="479"/>
                                        </p:tgtEl>
                                        <p:attrNameLst>
                                          <p:attrName>style.visibility</p:attrName>
                                        </p:attrNameLst>
                                      </p:cBhvr>
                                      <p:to>
                                        <p:strVal val="visible"/>
                                      </p:to>
                                    </p:set>
                                    <p:animEffect filter="fade" transition="in">
                                      <p:cBhvr additive="repl">
                                        <p:cTn id="208" dur="500"/>
                                        <p:tgtEl>
                                          <p:spTgt spid="479"/>
                                        </p:tgtEl>
                                      </p:cBhvr>
                                    </p:animEffect>
                                  </p:childTnLst>
                                </p:cTn>
                              </p:par>
                            </p:childTnLst>
                          </p:cTn>
                        </p:par>
                      </p:childTnLst>
                    </p:cTn>
                  </p:par>
                  <p:par>
                    <p:cTn id="209" fill="hold">
                      <p:stCondLst>
                        <p:cond delay="indefinite"/>
                      </p:stCondLst>
                      <p:childTnLst>
                        <p:par>
                          <p:cTn id="210" fill="hold">
                            <p:stCondLst>
                              <p:cond delay="0"/>
                            </p:stCondLst>
                            <p:childTnLst>
                              <p:par>
                                <p:cTn id="211" nodeType="clickEffect" fill="hold" presetClass="entr" presetID="10">
                                  <p:stCondLst>
                                    <p:cond delay="0"/>
                                  </p:stCondLst>
                                  <p:childTnLst>
                                    <p:set>
                                      <p:cBhvr>
                                        <p:cTn id="212" dur="1" fill="hold">
                                          <p:stCondLst>
                                            <p:cond delay="0"/>
                                          </p:stCondLst>
                                        </p:cTn>
                                        <p:tgtEl>
                                          <p:spTgt spid="480"/>
                                        </p:tgtEl>
                                        <p:attrNameLst>
                                          <p:attrName>style.visibility</p:attrName>
                                        </p:attrNameLst>
                                      </p:cBhvr>
                                      <p:to>
                                        <p:strVal val="visible"/>
                                      </p:to>
                                    </p:set>
                                    <p:animEffect filter="fade" transition="in">
                                      <p:cBhvr additive="repl">
                                        <p:cTn id="213" dur="500"/>
                                        <p:tgtEl>
                                          <p:spTgt spid="480"/>
                                        </p:tgtEl>
                                      </p:cBhvr>
                                    </p:animEffect>
                                  </p:childTnLst>
                                </p:cTn>
                              </p:par>
                              <p:par>
                                <p:cTn id="214" nodeType="withEffect" fill="hold" presetClass="entr" presetID="22" presetSubtype="8">
                                  <p:stCondLst>
                                    <p:cond delay="0"/>
                                  </p:stCondLst>
                                  <p:childTnLst>
                                    <p:set>
                                      <p:cBhvr>
                                        <p:cTn id="215" dur="1" fill="hold">
                                          <p:stCondLst>
                                            <p:cond delay="0"/>
                                          </p:stCondLst>
                                        </p:cTn>
                                        <p:tgtEl>
                                          <p:spTgt spid="481"/>
                                        </p:tgtEl>
                                        <p:attrNameLst>
                                          <p:attrName>style.visibility</p:attrName>
                                        </p:attrNameLst>
                                      </p:cBhvr>
                                      <p:to>
                                        <p:strVal val="visible"/>
                                      </p:to>
                                    </p:set>
                                    <p:animEffect filter="wipe(left)" transition="in">
                                      <p:cBhvr additive="repl">
                                        <p:cTn id="216" dur="700"/>
                                        <p:tgtEl>
                                          <p:spTgt spid="481"/>
                                        </p:tgtEl>
                                      </p:cBhvr>
                                    </p:animEffect>
                                  </p:childTnLst>
                                </p:cTn>
                              </p:par>
                              <p:par>
                                <p:cTn id="217" nodeType="withEffect" fill="hold" presetClass="entr" presetID="10">
                                  <p:stCondLst>
                                    <p:cond delay="0"/>
                                  </p:stCondLst>
                                  <p:childTnLst>
                                    <p:set>
                                      <p:cBhvr>
                                        <p:cTn id="218" dur="1" fill="hold">
                                          <p:stCondLst>
                                            <p:cond delay="0"/>
                                          </p:stCondLst>
                                        </p:cTn>
                                        <p:tgtEl>
                                          <p:spTgt spid="482"/>
                                        </p:tgtEl>
                                        <p:attrNameLst>
                                          <p:attrName>style.visibility</p:attrName>
                                        </p:attrNameLst>
                                      </p:cBhvr>
                                      <p:to>
                                        <p:strVal val="visible"/>
                                      </p:to>
                                    </p:set>
                                    <p:animEffect filter="fade" transition="in">
                                      <p:cBhvr additive="repl">
                                        <p:cTn id="219" dur="500"/>
                                        <p:tgtEl>
                                          <p:spTgt spid="482"/>
                                        </p:tgtEl>
                                      </p:cBhvr>
                                    </p:animEffect>
                                  </p:childTnLst>
                                </p:cTn>
                              </p:par>
                              <p:par>
                                <p:cTn id="220" nodeType="withEffect" fill="hold" presetClass="entr" presetID="10">
                                  <p:stCondLst>
                                    <p:cond delay="0"/>
                                  </p:stCondLst>
                                  <p:childTnLst>
                                    <p:set>
                                      <p:cBhvr>
                                        <p:cTn id="221" dur="1" fill="hold">
                                          <p:stCondLst>
                                            <p:cond delay="0"/>
                                          </p:stCondLst>
                                        </p:cTn>
                                        <p:tgtEl>
                                          <p:spTgt spid="483"/>
                                        </p:tgtEl>
                                        <p:attrNameLst>
                                          <p:attrName>style.visibility</p:attrName>
                                        </p:attrNameLst>
                                      </p:cBhvr>
                                      <p:to>
                                        <p:strVal val="visible"/>
                                      </p:to>
                                    </p:set>
                                    <p:animEffect filter="fade" transition="in">
                                      <p:cBhvr additive="repl">
                                        <p:cTn id="222" dur="500"/>
                                        <p:tgtEl>
                                          <p:spTgt spid="483"/>
                                        </p:tgtEl>
                                      </p:cBhvr>
                                    </p:animEffect>
                                  </p:childTnLst>
                                </p:cTn>
                              </p:par>
                              <p:par>
                                <p:cTn id="223" nodeType="withEffect" fill="hold" presetClass="entr" presetID="10">
                                  <p:stCondLst>
                                    <p:cond delay="0"/>
                                  </p:stCondLst>
                                  <p:childTnLst>
                                    <p:set>
                                      <p:cBhvr>
                                        <p:cTn id="224" dur="1" fill="hold">
                                          <p:stCondLst>
                                            <p:cond delay="0"/>
                                          </p:stCondLst>
                                        </p:cTn>
                                        <p:tgtEl>
                                          <p:spTgt spid="484"/>
                                        </p:tgtEl>
                                        <p:attrNameLst>
                                          <p:attrName>style.visibility</p:attrName>
                                        </p:attrNameLst>
                                      </p:cBhvr>
                                      <p:to>
                                        <p:strVal val="visible"/>
                                      </p:to>
                                    </p:set>
                                    <p:animEffect filter="fade" transition="in">
                                      <p:cBhvr additive="repl">
                                        <p:cTn id="225" dur="500"/>
                                        <p:tgtEl>
                                          <p:spTgt spid="484"/>
                                        </p:tgtEl>
                                      </p:cBhvr>
                                    </p:animEffect>
                                  </p:childTnLst>
                                </p:cTn>
                              </p:par>
                            </p:childTnLst>
                          </p:cTn>
                        </p:par>
                      </p:childTnLst>
                    </p:cTn>
                  </p:par>
                  <p:par>
                    <p:cTn id="226" fill="hold">
                      <p:stCondLst>
                        <p:cond delay="indefinite"/>
                      </p:stCondLst>
                      <p:childTnLst>
                        <p:par>
                          <p:cTn id="227" fill="hold">
                            <p:stCondLst>
                              <p:cond delay="0"/>
                            </p:stCondLst>
                            <p:childTnLst>
                              <p:par>
                                <p:cTn id="228" nodeType="clickEffect" fill="hold" presetClass="entr" presetID="10">
                                  <p:stCondLst>
                                    <p:cond delay="0"/>
                                  </p:stCondLst>
                                  <p:childTnLst>
                                    <p:set>
                                      <p:cBhvr>
                                        <p:cTn id="229" dur="1" fill="hold">
                                          <p:stCondLst>
                                            <p:cond delay="0"/>
                                          </p:stCondLst>
                                        </p:cTn>
                                        <p:tgtEl>
                                          <p:spTgt spid="485"/>
                                        </p:tgtEl>
                                        <p:attrNameLst>
                                          <p:attrName>style.visibility</p:attrName>
                                        </p:attrNameLst>
                                      </p:cBhvr>
                                      <p:to>
                                        <p:strVal val="visible"/>
                                      </p:to>
                                    </p:set>
                                    <p:animEffect filter="fade" transition="in">
                                      <p:cBhvr additive="repl">
                                        <p:cTn id="230" dur="500"/>
                                        <p:tgtEl>
                                          <p:spTgt spid="485"/>
                                        </p:tgtEl>
                                      </p:cBhvr>
                                    </p:animEffect>
                                  </p:childTnLst>
                                </p:cTn>
                              </p:par>
                              <p:par>
                                <p:cTn id="231" nodeType="withEffect" fill="hold" presetClass="entr" presetID="22" presetSubtype="8">
                                  <p:stCondLst>
                                    <p:cond delay="0"/>
                                  </p:stCondLst>
                                  <p:childTnLst>
                                    <p:set>
                                      <p:cBhvr>
                                        <p:cTn id="232" dur="1" fill="hold">
                                          <p:stCondLst>
                                            <p:cond delay="0"/>
                                          </p:stCondLst>
                                        </p:cTn>
                                        <p:tgtEl>
                                          <p:spTgt spid="486"/>
                                        </p:tgtEl>
                                        <p:attrNameLst>
                                          <p:attrName>style.visibility</p:attrName>
                                        </p:attrNameLst>
                                      </p:cBhvr>
                                      <p:to>
                                        <p:strVal val="visible"/>
                                      </p:to>
                                    </p:set>
                                    <p:animEffect filter="wipe(left)" transition="in">
                                      <p:cBhvr additive="repl">
                                        <p:cTn id="233" dur="700"/>
                                        <p:tgtEl>
                                          <p:spTgt spid="486"/>
                                        </p:tgtEl>
                                      </p:cBhvr>
                                    </p:animEffect>
                                  </p:childTnLst>
                                </p:cTn>
                              </p:par>
                              <p:par>
                                <p:cTn id="234" nodeType="withEffect" fill="hold" presetClass="entr" presetID="10">
                                  <p:stCondLst>
                                    <p:cond delay="0"/>
                                  </p:stCondLst>
                                  <p:childTnLst>
                                    <p:set>
                                      <p:cBhvr>
                                        <p:cTn id="235" dur="1" fill="hold">
                                          <p:stCondLst>
                                            <p:cond delay="0"/>
                                          </p:stCondLst>
                                        </p:cTn>
                                        <p:tgtEl>
                                          <p:spTgt spid="487"/>
                                        </p:tgtEl>
                                        <p:attrNameLst>
                                          <p:attrName>style.visibility</p:attrName>
                                        </p:attrNameLst>
                                      </p:cBhvr>
                                      <p:to>
                                        <p:strVal val="visible"/>
                                      </p:to>
                                    </p:set>
                                    <p:animEffect filter="fade" transition="in">
                                      <p:cBhvr additive="repl">
                                        <p:cTn id="236" dur="500"/>
                                        <p:tgtEl>
                                          <p:spTgt spid="487"/>
                                        </p:tgtEl>
                                      </p:cBhvr>
                                    </p:animEffect>
                                  </p:childTnLst>
                                </p:cTn>
                              </p:par>
                              <p:par>
                                <p:cTn id="237" nodeType="withEffect" fill="hold" presetClass="entr" presetID="10">
                                  <p:stCondLst>
                                    <p:cond delay="0"/>
                                  </p:stCondLst>
                                  <p:childTnLst>
                                    <p:set>
                                      <p:cBhvr>
                                        <p:cTn id="238" dur="1" fill="hold">
                                          <p:stCondLst>
                                            <p:cond delay="0"/>
                                          </p:stCondLst>
                                        </p:cTn>
                                        <p:tgtEl>
                                          <p:spTgt spid="488"/>
                                        </p:tgtEl>
                                        <p:attrNameLst>
                                          <p:attrName>style.visibility</p:attrName>
                                        </p:attrNameLst>
                                      </p:cBhvr>
                                      <p:to>
                                        <p:strVal val="visible"/>
                                      </p:to>
                                    </p:set>
                                    <p:animEffect filter="fade" transition="in">
                                      <p:cBhvr additive="repl">
                                        <p:cTn id="239" dur="500"/>
                                        <p:tgtEl>
                                          <p:spTgt spid="488"/>
                                        </p:tgtEl>
                                      </p:cBhvr>
                                    </p:animEffect>
                                  </p:childTnLst>
                                </p:cTn>
                              </p:par>
                              <p:par>
                                <p:cTn id="240" nodeType="withEffect" fill="hold" presetClass="entr" presetID="10">
                                  <p:stCondLst>
                                    <p:cond delay="0"/>
                                  </p:stCondLst>
                                  <p:childTnLst>
                                    <p:set>
                                      <p:cBhvr>
                                        <p:cTn id="241" dur="1" fill="hold">
                                          <p:stCondLst>
                                            <p:cond delay="0"/>
                                          </p:stCondLst>
                                        </p:cTn>
                                        <p:tgtEl>
                                          <p:spTgt spid="489"/>
                                        </p:tgtEl>
                                        <p:attrNameLst>
                                          <p:attrName>style.visibility</p:attrName>
                                        </p:attrNameLst>
                                      </p:cBhvr>
                                      <p:to>
                                        <p:strVal val="visible"/>
                                      </p:to>
                                    </p:set>
                                    <p:animEffect filter="fade" transition="in">
                                      <p:cBhvr additive="repl">
                                        <p:cTn id="242" dur="500"/>
                                        <p:tgtEl>
                                          <p:spTgt spid="489"/>
                                        </p:tgtEl>
                                      </p:cBhvr>
                                    </p:animEffect>
                                  </p:childTnLst>
                                </p:cTn>
                              </p:par>
                            </p:childTnLst>
                          </p:cTn>
                        </p:par>
                      </p:childTnLst>
                    </p:cTn>
                  </p:par>
                  <p:par>
                    <p:cTn id="243" fill="hold">
                      <p:stCondLst>
                        <p:cond delay="indefinite"/>
                      </p:stCondLst>
                      <p:childTnLst>
                        <p:par>
                          <p:cTn id="244" fill="hold">
                            <p:stCondLst>
                              <p:cond delay="0"/>
                            </p:stCondLst>
                            <p:childTnLst>
                              <p:par>
                                <p:cTn id="245" nodeType="clickEffect" fill="hold" presetClass="entr" presetID="10">
                                  <p:stCondLst>
                                    <p:cond delay="0"/>
                                  </p:stCondLst>
                                  <p:childTnLst>
                                    <p:set>
                                      <p:cBhvr>
                                        <p:cTn id="246" dur="1" fill="hold">
                                          <p:stCondLst>
                                            <p:cond delay="0"/>
                                          </p:stCondLst>
                                        </p:cTn>
                                        <p:tgtEl>
                                          <p:spTgt spid="490"/>
                                        </p:tgtEl>
                                        <p:attrNameLst>
                                          <p:attrName>style.visibility</p:attrName>
                                        </p:attrNameLst>
                                      </p:cBhvr>
                                      <p:to>
                                        <p:strVal val="visible"/>
                                      </p:to>
                                    </p:set>
                                    <p:animEffect filter="fade" transition="in">
                                      <p:cBhvr additive="repl">
                                        <p:cTn id="247" dur="500"/>
                                        <p:tgtEl>
                                          <p:spTgt spid="49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2" name="PlaceHolder 1"/>
          <p:cNvSpPr>
            <a:spLocks noGrp="1"/>
          </p:cNvSpPr>
          <p:nvPr>
            <p:ph type="title"/>
          </p:nvPr>
        </p:nvSpPr>
        <p:spPr>
          <a:xfrm>
            <a:off x="374760" y="502920"/>
            <a:ext cx="10514880" cy="102636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6" strike="noStrike">
                <a:solidFill>
                  <a:schemeClr val="dk1"/>
                </a:solidFill>
                <a:latin typeface="Avenir Next LT Pro"/>
                <a:ea typeface="Avenir Next"/>
              </a:rPr>
              <a:t>El mismo esfuerzo, el doble de resultado</a:t>
            </a:r>
            <a:endParaRPr b="0" lang="es-AR" sz="2400" spc="-1" strike="noStrike">
              <a:solidFill>
                <a:srgbClr val="000000"/>
              </a:solidFill>
              <a:latin typeface="Arial"/>
            </a:endParaRPr>
          </a:p>
        </p:txBody>
      </p:sp>
      <p:sp>
        <p:nvSpPr>
          <p:cNvPr id="493" name="PlaceHolder 2"/>
          <p:cNvSpPr>
            <a:spLocks noGrp="1"/>
          </p:cNvSpPr>
          <p:nvPr>
            <p:ph/>
          </p:nvPr>
        </p:nvSpPr>
        <p:spPr>
          <a:xfrm>
            <a:off x="394920" y="286920"/>
            <a:ext cx="3901680" cy="21528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6" strike="noStrike" cap="all">
                <a:solidFill>
                  <a:schemeClr val="accent1"/>
                </a:solidFill>
                <a:latin typeface="Avenir Next LT Pro"/>
                <a:ea typeface="Avenir Next"/>
              </a:rPr>
              <a:t>02 · Descripción de la solución</a:t>
            </a:r>
            <a:endParaRPr b="0" lang="es-AR" sz="900" spc="-1" strike="noStrike">
              <a:solidFill>
                <a:srgbClr val="000000"/>
              </a:solidFill>
              <a:latin typeface="Arial"/>
            </a:endParaRPr>
          </a:p>
        </p:txBody>
      </p:sp>
      <p:sp>
        <p:nvSpPr>
          <p:cNvPr id="494" name="PlaceHolder 3"/>
          <p:cNvSpPr>
            <a:spLocks noGrp="1"/>
          </p:cNvSpPr>
          <p:nvPr>
            <p:ph type="sldNum" idx="62"/>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7CBA3BDF-C74D-4BE7-8294-F9180C22750D}"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495" name="pregunta_grafico"/>
          <p:cNvSpPr/>
          <p:nvPr/>
        </p:nvSpPr>
        <p:spPr>
          <a:xfrm>
            <a:off x="374760" y="1417320"/>
            <a:ext cx="6400080" cy="213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7f7f7f"/>
                </a:solidFill>
                <a:latin typeface="Avenir Next LT Pro"/>
              </a:rPr>
              <a:t>De cada 10 contactos, cuántos llegan a un cliente que estaba dejando Ford</a:t>
            </a:r>
            <a:endParaRPr b="0" lang="es-AR" sz="1400" spc="-1" strike="noStrike">
              <a:solidFill>
                <a:srgbClr val="000000"/>
              </a:solidFill>
              <a:latin typeface="Arial"/>
            </a:endParaRPr>
          </a:p>
        </p:txBody>
      </p:sp>
      <p:cxnSp>
        <p:nvCxnSpPr>
          <p:cNvPr id="496" name="eje"/>
          <p:cNvCxnSpPr/>
          <p:nvPr/>
        </p:nvCxnSpPr>
        <p:spPr>
          <a:xfrm>
            <a:off x="548640" y="5532120"/>
            <a:ext cx="5487120" cy="720"/>
          </a:xfrm>
          <a:prstGeom prst="straightConnector1">
            <a:avLst/>
          </a:prstGeom>
          <a:ln w="0">
            <a:solidFill>
              <a:srgbClr val="b9bcbd"/>
            </a:solidFill>
          </a:ln>
        </p:spPr>
      </p:cxnSp>
      <p:sp>
        <p:nvSpPr>
          <p:cNvPr id="497" name="barra1"/>
          <p:cNvSpPr/>
          <p:nvPr/>
        </p:nvSpPr>
        <p:spPr>
          <a:xfrm>
            <a:off x="822960" y="4129920"/>
            <a:ext cx="1919520" cy="1401480"/>
          </a:xfrm>
          <a:prstGeom prst="rect">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498" name="barra1_valor"/>
          <p:cNvSpPr/>
          <p:nvPr/>
        </p:nvSpPr>
        <p:spPr>
          <a:xfrm>
            <a:off x="548640" y="3352680"/>
            <a:ext cx="2468160" cy="5486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3600" spc="-1" strike="noStrike">
                <a:solidFill>
                  <a:srgbClr val="00095b"/>
                </a:solidFill>
                <a:latin typeface="Avenir Next LT Pro"/>
              </a:rPr>
              <a:t>4 de 10</a:t>
            </a:r>
            <a:endParaRPr b="0" lang="es-AR" sz="3600" spc="-1" strike="noStrike">
              <a:solidFill>
                <a:srgbClr val="000000"/>
              </a:solidFill>
              <a:latin typeface="Arial"/>
            </a:endParaRPr>
          </a:p>
        </p:txBody>
      </p:sp>
      <p:sp>
        <p:nvSpPr>
          <p:cNvPr id="499" name="barra1_pie"/>
          <p:cNvSpPr/>
          <p:nvPr/>
        </p:nvSpPr>
        <p:spPr>
          <a:xfrm>
            <a:off x="548640" y="5623560"/>
            <a:ext cx="2468160" cy="3967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00095b"/>
                </a:solidFill>
                <a:latin typeface="Avenir Next LT Pro"/>
              </a:rPr>
              <a:t>Hoy</a:t>
            </a:r>
            <a:endParaRPr b="0" lang="es-AR" sz="1300" spc="-1" strike="noStrike">
              <a:solidFill>
                <a:srgbClr val="000000"/>
              </a:solidFill>
              <a:latin typeface="Arial"/>
            </a:endParaRPr>
          </a:p>
          <a:p>
            <a:pPr algn="ctr" defTabSz="914400">
              <a:lnSpc>
                <a:spcPct val="100000"/>
              </a:lnSpc>
            </a:pPr>
            <a:r>
              <a:rPr b="0" lang="en-US" sz="1300" spc="-1" strike="noStrike">
                <a:solidFill>
                  <a:srgbClr val="00095b"/>
                </a:solidFill>
                <a:latin typeface="Avenir Next LT Pro"/>
              </a:rPr>
              <a:t>(a todos igual)</a:t>
            </a:r>
            <a:endParaRPr b="0" lang="es-AR" sz="1300" spc="-1" strike="noStrike">
              <a:solidFill>
                <a:srgbClr val="000000"/>
              </a:solidFill>
              <a:latin typeface="Arial"/>
            </a:endParaRPr>
          </a:p>
        </p:txBody>
      </p:sp>
      <p:sp>
        <p:nvSpPr>
          <p:cNvPr id="500" name="barra2"/>
          <p:cNvSpPr/>
          <p:nvPr/>
        </p:nvSpPr>
        <p:spPr>
          <a:xfrm>
            <a:off x="3566160" y="2980800"/>
            <a:ext cx="1919520" cy="255060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01" name="barra2_valor"/>
          <p:cNvSpPr/>
          <p:nvPr/>
        </p:nvSpPr>
        <p:spPr>
          <a:xfrm>
            <a:off x="3291840" y="2203560"/>
            <a:ext cx="2468160" cy="5486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3600" spc="-1" strike="noStrike">
                <a:solidFill>
                  <a:srgbClr val="1700f3"/>
                </a:solidFill>
                <a:latin typeface="Avenir Next LT Pro"/>
              </a:rPr>
              <a:t>8 de 10</a:t>
            </a:r>
            <a:endParaRPr b="0" lang="es-AR" sz="3600" spc="-1" strike="noStrike">
              <a:solidFill>
                <a:srgbClr val="000000"/>
              </a:solidFill>
              <a:latin typeface="Arial"/>
            </a:endParaRPr>
          </a:p>
        </p:txBody>
      </p:sp>
      <p:sp>
        <p:nvSpPr>
          <p:cNvPr id="502" name="barra2_pie"/>
          <p:cNvSpPr/>
          <p:nvPr/>
        </p:nvSpPr>
        <p:spPr>
          <a:xfrm>
            <a:off x="3291840" y="5623560"/>
            <a:ext cx="2468160" cy="3967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300" spc="-1" strike="noStrike">
                <a:solidFill>
                  <a:srgbClr val="00095b"/>
                </a:solidFill>
                <a:latin typeface="Avenir Next LT Pro"/>
              </a:rPr>
              <a:t>Con nuestra solución</a:t>
            </a:r>
            <a:endParaRPr b="0" lang="es-AR" sz="1300" spc="-1" strike="noStrike">
              <a:solidFill>
                <a:srgbClr val="000000"/>
              </a:solidFill>
              <a:latin typeface="Arial"/>
            </a:endParaRPr>
          </a:p>
          <a:p>
            <a:pPr algn="ctr" defTabSz="914400">
              <a:lnSpc>
                <a:spcPct val="100000"/>
              </a:lnSpc>
            </a:pPr>
            <a:r>
              <a:rPr b="0" lang="en-US" sz="1300" spc="-1" strike="noStrike">
                <a:solidFill>
                  <a:srgbClr val="00095b"/>
                </a:solidFill>
                <a:latin typeface="Avenir Next LT Pro"/>
              </a:rPr>
              <a:t>(el primer 20 %)</a:t>
            </a:r>
            <a:endParaRPr b="0" lang="es-AR" sz="1300" spc="-1" strike="noStrike">
              <a:solidFill>
                <a:srgbClr val="000000"/>
              </a:solidFill>
              <a:latin typeface="Arial"/>
            </a:endParaRPr>
          </a:p>
        </p:txBody>
      </p:sp>
      <p:sp>
        <p:nvSpPr>
          <p:cNvPr id="503" name="divisor"/>
          <p:cNvSpPr/>
          <p:nvPr/>
        </p:nvSpPr>
        <p:spPr>
          <a:xfrm>
            <a:off x="6949440" y="1417320"/>
            <a:ext cx="26640" cy="4205520"/>
          </a:xfrm>
          <a:prstGeom prst="rect">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04" name="dato_top"/>
          <p:cNvSpPr/>
          <p:nvPr/>
        </p:nvSpPr>
        <p:spPr>
          <a:xfrm>
            <a:off x="7315200" y="1600200"/>
            <a:ext cx="4479840" cy="609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9 de cada 10</a:t>
            </a:r>
            <a:endParaRPr b="0" lang="es-AR" sz="4000" spc="-1" strike="noStrike">
              <a:solidFill>
                <a:srgbClr val="000000"/>
              </a:solidFill>
              <a:latin typeface="Arial"/>
            </a:endParaRPr>
          </a:p>
        </p:txBody>
      </p:sp>
      <p:sp>
        <p:nvSpPr>
          <p:cNvPr id="505" name="dato_top_txt"/>
          <p:cNvSpPr/>
          <p:nvPr/>
        </p:nvSpPr>
        <p:spPr>
          <a:xfrm>
            <a:off x="7315200" y="2468880"/>
            <a:ext cx="4388400" cy="487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s-AR" sz="1600" spc="-1" strike="noStrike">
                <a:solidFill>
                  <a:srgbClr val="00095b"/>
                </a:solidFill>
                <a:latin typeface="Avenir Next LT Pro"/>
              </a:rPr>
              <a:t>D</a:t>
            </a:r>
            <a:r>
              <a:rPr b="0" lang="en-US" sz="1600" spc="-1" strike="noStrike">
                <a:solidFill>
                  <a:srgbClr val="00095b"/>
                </a:solidFill>
                <a:latin typeface="Avenir Next LT Pro"/>
              </a:rPr>
              <a:t>e los clientes que nuestra solución pone primeros estaban dejando Ford.</a:t>
            </a:r>
            <a:endParaRPr b="0" lang="es-AR" sz="1600" spc="-1" strike="noStrike">
              <a:solidFill>
                <a:srgbClr val="000000"/>
              </a:solidFill>
              <a:latin typeface="Arial"/>
            </a:endParaRPr>
          </a:p>
        </p:txBody>
      </p:sp>
      <p:sp>
        <p:nvSpPr>
          <p:cNvPr id="506" name="dato_cap"/>
          <p:cNvSpPr/>
          <p:nvPr/>
        </p:nvSpPr>
        <p:spPr>
          <a:xfrm>
            <a:off x="7315200" y="3520440"/>
            <a:ext cx="4479840" cy="609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2 de cada 3</a:t>
            </a:r>
            <a:endParaRPr b="0" lang="es-AR" sz="4000" spc="-1" strike="noStrike">
              <a:solidFill>
                <a:srgbClr val="000000"/>
              </a:solidFill>
              <a:latin typeface="Arial"/>
            </a:endParaRPr>
          </a:p>
        </p:txBody>
      </p:sp>
      <p:sp>
        <p:nvSpPr>
          <p:cNvPr id="507" name="dato_cap_txt"/>
          <p:cNvSpPr/>
          <p:nvPr/>
        </p:nvSpPr>
        <p:spPr>
          <a:xfrm>
            <a:off x="7315200" y="4389120"/>
            <a:ext cx="4388400" cy="731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s-AR" sz="1600" spc="-1" strike="noStrike">
                <a:solidFill>
                  <a:srgbClr val="00095b"/>
                </a:solidFill>
                <a:latin typeface="Avenir Next LT Pro"/>
              </a:rPr>
              <a:t>C</a:t>
            </a:r>
            <a:r>
              <a:rPr b="0" lang="en-US" sz="1600" spc="-1" strike="noStrike">
                <a:solidFill>
                  <a:srgbClr val="00095b"/>
                </a:solidFill>
                <a:latin typeface="Avenir Next LT Pro"/>
              </a:rPr>
              <a:t>lientes que están por dejar Ford reciben un contacto a tiempo, con 3.000 contactos por mes entre todos los concesionarios.</a:t>
            </a:r>
            <a:endParaRPr b="0" lang="es-AR" sz="1600" spc="-1" strike="noStrike">
              <a:solidFill>
                <a:srgbClr val="000000"/>
              </a:solidFill>
              <a:latin typeface="Arial"/>
            </a:endParaRPr>
          </a:p>
        </p:txBody>
      </p:sp>
      <p:sp>
        <p:nvSpPr>
          <p:cNvPr id="508" name="fuente"/>
          <p:cNvSpPr/>
          <p:nvPr/>
        </p:nvSpPr>
        <p:spPr>
          <a:xfrm>
            <a:off x="374760" y="6144840"/>
            <a:ext cx="11337840" cy="1375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1" strike="noStrike">
                <a:solidFill>
                  <a:srgbClr val="7f7f7f"/>
                </a:solidFill>
                <a:latin typeface="Avenir Next LT Pro"/>
              </a:rPr>
              <a:t>Probado en ventanas de enero a marzo de 2026, meses que el modelo nunca vio (19.709 casos). Hoy 42,6 %; primer 20 % 77,5 %; primer 10 % 88 %; 3.000 contactos/mes: 65 % de los que se van.</a:t>
            </a:r>
            <a:endParaRPr b="0" lang="es-AR" sz="900" spc="-1" strike="noStrike">
              <a:solidFill>
                <a:srgbClr val="000000"/>
              </a:solidFill>
              <a:latin typeface="Arial"/>
            </a:endParaRPr>
          </a:p>
        </p:txBody>
      </p:sp>
      <p:sp>
        <p:nvSpPr>
          <p:cNvPr id="509"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Franco Tomás Malfetano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248" dur="indefinite" restart="never" nodeType="tmRoot">
          <p:childTnLst>
            <p:seq>
              <p:cTn id="249" dur="indefinite" nodeType="mainSeq">
                <p:childTnLst>
                  <p:par>
                    <p:cTn id="250" fill="hold">
                      <p:stCondLst>
                        <p:cond delay="indefinite"/>
                      </p:stCondLst>
                      <p:childTnLst>
                        <p:par>
                          <p:cTn id="251" fill="hold">
                            <p:stCondLst>
                              <p:cond delay="0"/>
                            </p:stCondLst>
                            <p:childTnLst>
                              <p:par>
                                <p:cTn id="252" nodeType="clickEffect" fill="hold" presetClass="entr" presetID="22" presetSubtype="4">
                                  <p:stCondLst>
                                    <p:cond delay="0"/>
                                  </p:stCondLst>
                                  <p:childTnLst>
                                    <p:set>
                                      <p:cBhvr>
                                        <p:cTn id="253" dur="1" fill="hold">
                                          <p:stCondLst>
                                            <p:cond delay="0"/>
                                          </p:stCondLst>
                                        </p:cTn>
                                        <p:tgtEl>
                                          <p:spTgt spid="497"/>
                                        </p:tgtEl>
                                        <p:attrNameLst>
                                          <p:attrName>style.visibility</p:attrName>
                                        </p:attrNameLst>
                                      </p:cBhvr>
                                      <p:to>
                                        <p:strVal val="visible"/>
                                      </p:to>
                                    </p:set>
                                    <p:animEffect filter="wipe(down)" transition="in">
                                      <p:cBhvr additive="repl">
                                        <p:cTn id="254" dur="700"/>
                                        <p:tgtEl>
                                          <p:spTgt spid="497"/>
                                        </p:tgtEl>
                                      </p:cBhvr>
                                    </p:animEffect>
                                  </p:childTnLst>
                                </p:cTn>
                              </p:par>
                              <p:par>
                                <p:cTn id="255" nodeType="withEffect" fill="hold" presetClass="entr" presetID="10">
                                  <p:stCondLst>
                                    <p:cond delay="0"/>
                                  </p:stCondLst>
                                  <p:childTnLst>
                                    <p:set>
                                      <p:cBhvr>
                                        <p:cTn id="256" dur="1" fill="hold">
                                          <p:stCondLst>
                                            <p:cond delay="0"/>
                                          </p:stCondLst>
                                        </p:cTn>
                                        <p:tgtEl>
                                          <p:spTgt spid="498"/>
                                        </p:tgtEl>
                                        <p:attrNameLst>
                                          <p:attrName>style.visibility</p:attrName>
                                        </p:attrNameLst>
                                      </p:cBhvr>
                                      <p:to>
                                        <p:strVal val="visible"/>
                                      </p:to>
                                    </p:set>
                                    <p:animEffect filter="fade" transition="in">
                                      <p:cBhvr additive="repl">
                                        <p:cTn id="257" dur="500"/>
                                        <p:tgtEl>
                                          <p:spTgt spid="498"/>
                                        </p:tgtEl>
                                      </p:cBhvr>
                                    </p:animEffect>
                                  </p:childTnLst>
                                </p:cTn>
                              </p:par>
                              <p:par>
                                <p:cTn id="258" nodeType="withEffect" fill="hold" presetClass="entr" presetID="10">
                                  <p:stCondLst>
                                    <p:cond delay="0"/>
                                  </p:stCondLst>
                                  <p:childTnLst>
                                    <p:set>
                                      <p:cBhvr>
                                        <p:cTn id="259" dur="1" fill="hold">
                                          <p:stCondLst>
                                            <p:cond delay="0"/>
                                          </p:stCondLst>
                                        </p:cTn>
                                        <p:tgtEl>
                                          <p:spTgt spid="499"/>
                                        </p:tgtEl>
                                        <p:attrNameLst>
                                          <p:attrName>style.visibility</p:attrName>
                                        </p:attrNameLst>
                                      </p:cBhvr>
                                      <p:to>
                                        <p:strVal val="visible"/>
                                      </p:to>
                                    </p:set>
                                    <p:animEffect filter="fade" transition="in">
                                      <p:cBhvr additive="repl">
                                        <p:cTn id="260" dur="500"/>
                                        <p:tgtEl>
                                          <p:spTgt spid="499"/>
                                        </p:tgtEl>
                                      </p:cBhvr>
                                    </p:animEffect>
                                  </p:childTnLst>
                                </p:cTn>
                              </p:par>
                              <p:par>
                                <p:cTn id="261" nodeType="withEffect" fill="hold" presetClass="entr" presetID="10">
                                  <p:stCondLst>
                                    <p:cond delay="0"/>
                                  </p:stCondLst>
                                  <p:childTnLst>
                                    <p:set>
                                      <p:cBhvr>
                                        <p:cTn id="262" dur="1" fill="hold">
                                          <p:stCondLst>
                                            <p:cond delay="0"/>
                                          </p:stCondLst>
                                        </p:cTn>
                                        <p:tgtEl>
                                          <p:spTgt spid="508"/>
                                        </p:tgtEl>
                                        <p:attrNameLst>
                                          <p:attrName>style.visibility</p:attrName>
                                        </p:attrNameLst>
                                      </p:cBhvr>
                                      <p:to>
                                        <p:strVal val="visible"/>
                                      </p:to>
                                    </p:set>
                                    <p:animEffect filter="fade" transition="in">
                                      <p:cBhvr additive="repl">
                                        <p:cTn id="263" dur="500"/>
                                        <p:tgtEl>
                                          <p:spTgt spid="508"/>
                                        </p:tgtEl>
                                      </p:cBhvr>
                                    </p:animEffect>
                                  </p:childTnLst>
                                </p:cTn>
                              </p:par>
                            </p:childTnLst>
                          </p:cTn>
                        </p:par>
                      </p:childTnLst>
                    </p:cTn>
                  </p:par>
                  <p:par>
                    <p:cTn id="264" fill="hold">
                      <p:stCondLst>
                        <p:cond delay="indefinite"/>
                      </p:stCondLst>
                      <p:childTnLst>
                        <p:par>
                          <p:cTn id="265" fill="hold">
                            <p:stCondLst>
                              <p:cond delay="0"/>
                            </p:stCondLst>
                            <p:childTnLst>
                              <p:par>
                                <p:cTn id="266" nodeType="clickEffect" fill="hold" presetClass="entr" presetID="22" presetSubtype="4">
                                  <p:stCondLst>
                                    <p:cond delay="0"/>
                                  </p:stCondLst>
                                  <p:childTnLst>
                                    <p:set>
                                      <p:cBhvr>
                                        <p:cTn id="267" dur="1" fill="hold">
                                          <p:stCondLst>
                                            <p:cond delay="0"/>
                                          </p:stCondLst>
                                        </p:cTn>
                                        <p:tgtEl>
                                          <p:spTgt spid="500"/>
                                        </p:tgtEl>
                                        <p:attrNameLst>
                                          <p:attrName>style.visibility</p:attrName>
                                        </p:attrNameLst>
                                      </p:cBhvr>
                                      <p:to>
                                        <p:strVal val="visible"/>
                                      </p:to>
                                    </p:set>
                                    <p:animEffect filter="wipe(down)" transition="in">
                                      <p:cBhvr additive="repl">
                                        <p:cTn id="268" dur="700"/>
                                        <p:tgtEl>
                                          <p:spTgt spid="500"/>
                                        </p:tgtEl>
                                      </p:cBhvr>
                                    </p:animEffect>
                                  </p:childTnLst>
                                </p:cTn>
                              </p:par>
                              <p:par>
                                <p:cTn id="269" nodeType="withEffect" fill="hold" presetClass="entr" presetID="10">
                                  <p:stCondLst>
                                    <p:cond delay="0"/>
                                  </p:stCondLst>
                                  <p:childTnLst>
                                    <p:set>
                                      <p:cBhvr>
                                        <p:cTn id="270" dur="1" fill="hold">
                                          <p:stCondLst>
                                            <p:cond delay="0"/>
                                          </p:stCondLst>
                                        </p:cTn>
                                        <p:tgtEl>
                                          <p:spTgt spid="501"/>
                                        </p:tgtEl>
                                        <p:attrNameLst>
                                          <p:attrName>style.visibility</p:attrName>
                                        </p:attrNameLst>
                                      </p:cBhvr>
                                      <p:to>
                                        <p:strVal val="visible"/>
                                      </p:to>
                                    </p:set>
                                    <p:animEffect filter="fade" transition="in">
                                      <p:cBhvr additive="repl">
                                        <p:cTn id="271" dur="500"/>
                                        <p:tgtEl>
                                          <p:spTgt spid="501"/>
                                        </p:tgtEl>
                                      </p:cBhvr>
                                    </p:animEffect>
                                  </p:childTnLst>
                                </p:cTn>
                              </p:par>
                              <p:par>
                                <p:cTn id="272" nodeType="withEffect" fill="hold" presetClass="entr" presetID="10">
                                  <p:stCondLst>
                                    <p:cond delay="0"/>
                                  </p:stCondLst>
                                  <p:childTnLst>
                                    <p:set>
                                      <p:cBhvr>
                                        <p:cTn id="273" dur="1" fill="hold">
                                          <p:stCondLst>
                                            <p:cond delay="0"/>
                                          </p:stCondLst>
                                        </p:cTn>
                                        <p:tgtEl>
                                          <p:spTgt spid="502"/>
                                        </p:tgtEl>
                                        <p:attrNameLst>
                                          <p:attrName>style.visibility</p:attrName>
                                        </p:attrNameLst>
                                      </p:cBhvr>
                                      <p:to>
                                        <p:strVal val="visible"/>
                                      </p:to>
                                    </p:set>
                                    <p:animEffect filter="fade" transition="in">
                                      <p:cBhvr additive="repl">
                                        <p:cTn id="274" dur="500"/>
                                        <p:tgtEl>
                                          <p:spTgt spid="502"/>
                                        </p:tgtEl>
                                      </p:cBhvr>
                                    </p:animEffect>
                                  </p:childTnLst>
                                </p:cTn>
                              </p:par>
                            </p:childTnLst>
                          </p:cTn>
                        </p:par>
                      </p:childTnLst>
                    </p:cTn>
                  </p:par>
                  <p:par>
                    <p:cTn id="275" fill="hold">
                      <p:stCondLst>
                        <p:cond delay="indefinite"/>
                      </p:stCondLst>
                      <p:childTnLst>
                        <p:par>
                          <p:cTn id="276" fill="hold">
                            <p:stCondLst>
                              <p:cond delay="0"/>
                            </p:stCondLst>
                            <p:childTnLst>
                              <p:par>
                                <p:cTn id="277" nodeType="clickEffect" fill="hold" presetClass="entr" presetID="10">
                                  <p:stCondLst>
                                    <p:cond delay="0"/>
                                  </p:stCondLst>
                                  <p:childTnLst>
                                    <p:set>
                                      <p:cBhvr>
                                        <p:cTn id="278" dur="1" fill="hold">
                                          <p:stCondLst>
                                            <p:cond delay="0"/>
                                          </p:stCondLst>
                                        </p:cTn>
                                        <p:tgtEl>
                                          <p:spTgt spid="504"/>
                                        </p:tgtEl>
                                        <p:attrNameLst>
                                          <p:attrName>style.visibility</p:attrName>
                                        </p:attrNameLst>
                                      </p:cBhvr>
                                      <p:to>
                                        <p:strVal val="visible"/>
                                      </p:to>
                                    </p:set>
                                    <p:animEffect filter="fade" transition="in">
                                      <p:cBhvr additive="repl">
                                        <p:cTn id="279" dur="500"/>
                                        <p:tgtEl>
                                          <p:spTgt spid="504"/>
                                        </p:tgtEl>
                                      </p:cBhvr>
                                    </p:animEffect>
                                  </p:childTnLst>
                                </p:cTn>
                              </p:par>
                              <p:par>
                                <p:cTn id="280" nodeType="withEffect" fill="hold" presetClass="entr" presetID="10">
                                  <p:stCondLst>
                                    <p:cond delay="0"/>
                                  </p:stCondLst>
                                  <p:childTnLst>
                                    <p:set>
                                      <p:cBhvr>
                                        <p:cTn id="281" dur="1" fill="hold">
                                          <p:stCondLst>
                                            <p:cond delay="0"/>
                                          </p:stCondLst>
                                        </p:cTn>
                                        <p:tgtEl>
                                          <p:spTgt spid="505"/>
                                        </p:tgtEl>
                                        <p:attrNameLst>
                                          <p:attrName>style.visibility</p:attrName>
                                        </p:attrNameLst>
                                      </p:cBhvr>
                                      <p:to>
                                        <p:strVal val="visible"/>
                                      </p:to>
                                    </p:set>
                                    <p:animEffect filter="fade" transition="in">
                                      <p:cBhvr additive="repl">
                                        <p:cTn id="282" dur="500"/>
                                        <p:tgtEl>
                                          <p:spTgt spid="505"/>
                                        </p:tgtEl>
                                      </p:cBhvr>
                                    </p:animEffect>
                                  </p:childTnLst>
                                </p:cTn>
                              </p:par>
                            </p:childTnLst>
                          </p:cTn>
                        </p:par>
                      </p:childTnLst>
                    </p:cTn>
                  </p:par>
                  <p:par>
                    <p:cTn id="283" fill="hold">
                      <p:stCondLst>
                        <p:cond delay="indefinite"/>
                      </p:stCondLst>
                      <p:childTnLst>
                        <p:par>
                          <p:cTn id="284" fill="hold">
                            <p:stCondLst>
                              <p:cond delay="0"/>
                            </p:stCondLst>
                            <p:childTnLst>
                              <p:par>
                                <p:cTn id="285" nodeType="clickEffect" fill="hold" presetClass="entr" presetID="10">
                                  <p:stCondLst>
                                    <p:cond delay="0"/>
                                  </p:stCondLst>
                                  <p:childTnLst>
                                    <p:set>
                                      <p:cBhvr>
                                        <p:cTn id="286" dur="1" fill="hold">
                                          <p:stCondLst>
                                            <p:cond delay="0"/>
                                          </p:stCondLst>
                                        </p:cTn>
                                        <p:tgtEl>
                                          <p:spTgt spid="506"/>
                                        </p:tgtEl>
                                        <p:attrNameLst>
                                          <p:attrName>style.visibility</p:attrName>
                                        </p:attrNameLst>
                                      </p:cBhvr>
                                      <p:to>
                                        <p:strVal val="visible"/>
                                      </p:to>
                                    </p:set>
                                    <p:animEffect filter="fade" transition="in">
                                      <p:cBhvr additive="repl">
                                        <p:cTn id="287" dur="500"/>
                                        <p:tgtEl>
                                          <p:spTgt spid="506"/>
                                        </p:tgtEl>
                                      </p:cBhvr>
                                    </p:animEffect>
                                  </p:childTnLst>
                                </p:cTn>
                              </p:par>
                              <p:par>
                                <p:cTn id="288" nodeType="withEffect" fill="hold" presetClass="entr" presetID="10">
                                  <p:stCondLst>
                                    <p:cond delay="0"/>
                                  </p:stCondLst>
                                  <p:childTnLst>
                                    <p:set>
                                      <p:cBhvr>
                                        <p:cTn id="289" dur="1" fill="hold">
                                          <p:stCondLst>
                                            <p:cond delay="0"/>
                                          </p:stCondLst>
                                        </p:cTn>
                                        <p:tgtEl>
                                          <p:spTgt spid="507"/>
                                        </p:tgtEl>
                                        <p:attrNameLst>
                                          <p:attrName>style.visibility</p:attrName>
                                        </p:attrNameLst>
                                      </p:cBhvr>
                                      <p:to>
                                        <p:strVal val="visible"/>
                                      </p:to>
                                    </p:set>
                                    <p:animEffect filter="fade" transition="in">
                                      <p:cBhvr additive="repl">
                                        <p:cTn id="290" dur="500"/>
                                        <p:tgtEl>
                                          <p:spTgt spid="50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0" name="PlaceHolder 1"/>
          <p:cNvSpPr>
            <a:spLocks noGrp="1"/>
          </p:cNvSpPr>
          <p:nvPr>
            <p:ph type="title"/>
          </p:nvPr>
        </p:nvSpPr>
        <p:spPr>
          <a:xfrm>
            <a:off x="374760" y="502920"/>
            <a:ext cx="10514880" cy="102636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6" strike="noStrike">
                <a:solidFill>
                  <a:schemeClr val="dk1"/>
                </a:solidFill>
                <a:latin typeface="Avenir Next LT Pro"/>
                <a:ea typeface="Avenir Next"/>
              </a:rPr>
              <a:t>La evidencia: probado en meses que nunca vio</a:t>
            </a:r>
            <a:endParaRPr b="0" lang="es-AR" sz="2400" spc="-1" strike="noStrike">
              <a:solidFill>
                <a:srgbClr val="000000"/>
              </a:solidFill>
              <a:latin typeface="Arial"/>
            </a:endParaRPr>
          </a:p>
        </p:txBody>
      </p:sp>
      <p:sp>
        <p:nvSpPr>
          <p:cNvPr id="511" name="PlaceHolder 2"/>
          <p:cNvSpPr>
            <a:spLocks noGrp="1"/>
          </p:cNvSpPr>
          <p:nvPr>
            <p:ph/>
          </p:nvPr>
        </p:nvSpPr>
        <p:spPr>
          <a:xfrm>
            <a:off x="394920" y="286920"/>
            <a:ext cx="3901680" cy="21528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6" strike="noStrike" cap="all">
                <a:solidFill>
                  <a:schemeClr val="accent1"/>
                </a:solidFill>
                <a:latin typeface="Avenir Next LT Pro"/>
                <a:ea typeface="Avenir Next"/>
              </a:rPr>
              <a:t>02 · Descripción de la solución</a:t>
            </a:r>
            <a:endParaRPr b="0" lang="es-AR" sz="900" spc="-1" strike="noStrike">
              <a:solidFill>
                <a:srgbClr val="000000"/>
              </a:solidFill>
              <a:latin typeface="Arial"/>
            </a:endParaRPr>
          </a:p>
        </p:txBody>
      </p:sp>
      <p:sp>
        <p:nvSpPr>
          <p:cNvPr id="512" name="PlaceHolder 3"/>
          <p:cNvSpPr>
            <a:spLocks noGrp="1"/>
          </p:cNvSpPr>
          <p:nvPr>
            <p:ph type="sldNum" idx="63"/>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05FC4CF2-CB3A-4E4D-A774-D84D68D54478}"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513" name="ganancia_titulo"/>
          <p:cNvSpPr/>
          <p:nvPr/>
        </p:nvSpPr>
        <p:spPr>
          <a:xfrm>
            <a:off x="374760" y="1371600"/>
            <a:ext cx="5485680" cy="456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500" spc="-1" strike="noStrike">
                <a:solidFill>
                  <a:srgbClr val="00095b"/>
                </a:solidFill>
                <a:latin typeface="Avenir Next LT Pro"/>
              </a:rPr>
              <a:t>¿A cuántos de los que se van llegamos, según cuántos contactamos?</a:t>
            </a:r>
            <a:endParaRPr b="0" lang="es-AR" sz="1500" spc="-1" strike="noStrike">
              <a:solidFill>
                <a:srgbClr val="000000"/>
              </a:solidFill>
              <a:latin typeface="Arial"/>
            </a:endParaRPr>
          </a:p>
        </p:txBody>
      </p:sp>
      <p:pic>
        <p:nvPicPr>
          <p:cNvPr id="514" name="ganancia" descr="ganancia.png"/>
          <p:cNvPicPr/>
          <p:nvPr/>
        </p:nvPicPr>
        <p:blipFill>
          <a:blip r:embed="rId1"/>
          <a:stretch/>
        </p:blipFill>
        <p:spPr>
          <a:xfrm>
            <a:off x="374760" y="1828800"/>
            <a:ext cx="5634720" cy="3839760"/>
          </a:xfrm>
          <a:prstGeom prst="rect">
            <a:avLst/>
          </a:prstGeom>
          <a:ln w="0">
            <a:noFill/>
          </a:ln>
        </p:spPr>
      </p:pic>
      <p:sp>
        <p:nvSpPr>
          <p:cNvPr id="515" name="calibracion_titulo"/>
          <p:cNvSpPr/>
          <p:nvPr/>
        </p:nvSpPr>
        <p:spPr>
          <a:xfrm>
            <a:off x="6400800" y="1371600"/>
            <a:ext cx="5394240" cy="228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500" spc="-1" strike="noStrike">
                <a:solidFill>
                  <a:srgbClr val="00095b"/>
                </a:solidFill>
                <a:latin typeface="Avenir Next LT Pro"/>
              </a:rPr>
              <a:t>Cuando dice 70 %, ¿se van 7 de cada 10?</a:t>
            </a:r>
            <a:endParaRPr b="0" lang="es-AR" sz="1500" spc="-1" strike="noStrike">
              <a:solidFill>
                <a:srgbClr val="000000"/>
              </a:solidFill>
              <a:latin typeface="Arial"/>
            </a:endParaRPr>
          </a:p>
        </p:txBody>
      </p:sp>
      <p:pic>
        <p:nvPicPr>
          <p:cNvPr id="516" name="calibracion" descr="calibracion.png"/>
          <p:cNvPicPr/>
          <p:nvPr/>
        </p:nvPicPr>
        <p:blipFill>
          <a:blip r:embed="rId2"/>
          <a:stretch/>
        </p:blipFill>
        <p:spPr>
          <a:xfrm>
            <a:off x="7040880" y="1828800"/>
            <a:ext cx="3835800" cy="3839760"/>
          </a:xfrm>
          <a:prstGeom prst="rect">
            <a:avLst/>
          </a:prstGeom>
          <a:ln w="0">
            <a:noFill/>
          </a:ln>
        </p:spPr>
      </p:pic>
      <p:sp>
        <p:nvSpPr>
          <p:cNvPr id="517" name="pie"/>
          <p:cNvSpPr/>
          <p:nvPr/>
        </p:nvSpPr>
        <p:spPr>
          <a:xfrm>
            <a:off x="374760" y="5897880"/>
            <a:ext cx="11337840" cy="1677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100" spc="-1" strike="noStrike">
                <a:solidFill>
                  <a:srgbClr val="7f7f7f"/>
                </a:solidFill>
                <a:latin typeface="Avenir Next LT Pro"/>
              </a:rPr>
              <a:t>Entrenado con datos hasta septiembre de 2025 y evaluado en enero a marzo de 2026 (19.709 casos). Línea gris: contactar sin orden, como hoy.</a:t>
            </a:r>
            <a:endParaRPr b="0" lang="es-AR" sz="1100" spc="-1" strike="noStrike">
              <a:solidFill>
                <a:srgbClr val="000000"/>
              </a:solidFill>
              <a:latin typeface="Arial"/>
            </a:endParaRPr>
          </a:p>
        </p:txBody>
      </p:sp>
      <p:sp>
        <p:nvSpPr>
          <p:cNvPr id="518"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Teodoro Samaan Piroli</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291" dur="indefinite" restart="never" nodeType="tmRoot">
          <p:childTnLst>
            <p:seq>
              <p:cTn id="292" dur="indefinite" nodeType="mainSeq">
                <p:childTnLst>
                  <p:par>
                    <p:cTn id="293" fill="hold">
                      <p:stCondLst>
                        <p:cond delay="indefinite"/>
                      </p:stCondLst>
                      <p:childTnLst>
                        <p:par>
                          <p:cTn id="294" fill="hold">
                            <p:stCondLst>
                              <p:cond delay="0"/>
                            </p:stCondLst>
                            <p:childTnLst>
                              <p:par>
                                <p:cTn id="295" nodeType="clickEffect" fill="hold" presetClass="entr" presetID="10">
                                  <p:stCondLst>
                                    <p:cond delay="0"/>
                                  </p:stCondLst>
                                  <p:childTnLst>
                                    <p:set>
                                      <p:cBhvr>
                                        <p:cTn id="296" dur="1" fill="hold">
                                          <p:stCondLst>
                                            <p:cond delay="0"/>
                                          </p:stCondLst>
                                        </p:cTn>
                                        <p:tgtEl>
                                          <p:spTgt spid="513"/>
                                        </p:tgtEl>
                                        <p:attrNameLst>
                                          <p:attrName>style.visibility</p:attrName>
                                        </p:attrNameLst>
                                      </p:cBhvr>
                                      <p:to>
                                        <p:strVal val="visible"/>
                                      </p:to>
                                    </p:set>
                                    <p:animEffect filter="fade" transition="in">
                                      <p:cBhvr additive="repl">
                                        <p:cTn id="297" dur="500"/>
                                        <p:tgtEl>
                                          <p:spTgt spid="513"/>
                                        </p:tgtEl>
                                      </p:cBhvr>
                                    </p:animEffect>
                                  </p:childTnLst>
                                </p:cTn>
                              </p:par>
                              <p:par>
                                <p:cTn id="298" nodeType="withEffect" fill="hold" presetClass="entr" presetID="10">
                                  <p:stCondLst>
                                    <p:cond delay="0"/>
                                  </p:stCondLst>
                                  <p:childTnLst>
                                    <p:set>
                                      <p:cBhvr>
                                        <p:cTn id="299" dur="1" fill="hold">
                                          <p:stCondLst>
                                            <p:cond delay="0"/>
                                          </p:stCondLst>
                                        </p:cTn>
                                        <p:tgtEl>
                                          <p:spTgt spid="514"/>
                                        </p:tgtEl>
                                        <p:attrNameLst>
                                          <p:attrName>style.visibility</p:attrName>
                                        </p:attrNameLst>
                                      </p:cBhvr>
                                      <p:to>
                                        <p:strVal val="visible"/>
                                      </p:to>
                                    </p:set>
                                    <p:animEffect filter="fade" transition="in">
                                      <p:cBhvr additive="repl">
                                        <p:cTn id="300" dur="500"/>
                                        <p:tgtEl>
                                          <p:spTgt spid="514"/>
                                        </p:tgtEl>
                                      </p:cBhvr>
                                    </p:animEffect>
                                  </p:childTnLst>
                                </p:cTn>
                              </p:par>
                              <p:par>
                                <p:cTn id="301" nodeType="withEffect" fill="hold" presetClass="entr" presetID="10">
                                  <p:stCondLst>
                                    <p:cond delay="0"/>
                                  </p:stCondLst>
                                  <p:childTnLst>
                                    <p:set>
                                      <p:cBhvr>
                                        <p:cTn id="302" dur="1" fill="hold">
                                          <p:stCondLst>
                                            <p:cond delay="0"/>
                                          </p:stCondLst>
                                        </p:cTn>
                                        <p:tgtEl>
                                          <p:spTgt spid="517"/>
                                        </p:tgtEl>
                                        <p:attrNameLst>
                                          <p:attrName>style.visibility</p:attrName>
                                        </p:attrNameLst>
                                      </p:cBhvr>
                                      <p:to>
                                        <p:strVal val="visible"/>
                                      </p:to>
                                    </p:set>
                                    <p:animEffect filter="fade" transition="in">
                                      <p:cBhvr additive="repl">
                                        <p:cTn id="303" dur="500"/>
                                        <p:tgtEl>
                                          <p:spTgt spid="517"/>
                                        </p:tgtEl>
                                      </p:cBhvr>
                                    </p:animEffect>
                                  </p:childTnLst>
                                </p:cTn>
                              </p:par>
                            </p:childTnLst>
                          </p:cTn>
                        </p:par>
                      </p:childTnLst>
                    </p:cTn>
                  </p:par>
                  <p:par>
                    <p:cTn id="304" fill="hold">
                      <p:stCondLst>
                        <p:cond delay="indefinite"/>
                      </p:stCondLst>
                      <p:childTnLst>
                        <p:par>
                          <p:cTn id="305" fill="hold">
                            <p:stCondLst>
                              <p:cond delay="0"/>
                            </p:stCondLst>
                            <p:childTnLst>
                              <p:par>
                                <p:cTn id="306" nodeType="clickEffect" fill="hold" presetClass="entr" presetID="10">
                                  <p:stCondLst>
                                    <p:cond delay="0"/>
                                  </p:stCondLst>
                                  <p:childTnLst>
                                    <p:set>
                                      <p:cBhvr>
                                        <p:cTn id="307" dur="1" fill="hold">
                                          <p:stCondLst>
                                            <p:cond delay="0"/>
                                          </p:stCondLst>
                                        </p:cTn>
                                        <p:tgtEl>
                                          <p:spTgt spid="515"/>
                                        </p:tgtEl>
                                        <p:attrNameLst>
                                          <p:attrName>style.visibility</p:attrName>
                                        </p:attrNameLst>
                                      </p:cBhvr>
                                      <p:to>
                                        <p:strVal val="visible"/>
                                      </p:to>
                                    </p:set>
                                    <p:animEffect filter="fade" transition="in">
                                      <p:cBhvr additive="repl">
                                        <p:cTn id="308" dur="500"/>
                                        <p:tgtEl>
                                          <p:spTgt spid="515"/>
                                        </p:tgtEl>
                                      </p:cBhvr>
                                    </p:animEffect>
                                  </p:childTnLst>
                                </p:cTn>
                              </p:par>
                              <p:par>
                                <p:cTn id="309" nodeType="withEffect" fill="hold" presetClass="entr" presetID="10">
                                  <p:stCondLst>
                                    <p:cond delay="0"/>
                                  </p:stCondLst>
                                  <p:childTnLst>
                                    <p:set>
                                      <p:cBhvr>
                                        <p:cTn id="310" dur="1" fill="hold">
                                          <p:stCondLst>
                                            <p:cond delay="0"/>
                                          </p:stCondLst>
                                        </p:cTn>
                                        <p:tgtEl>
                                          <p:spTgt spid="516"/>
                                        </p:tgtEl>
                                        <p:attrNameLst>
                                          <p:attrName>style.visibility</p:attrName>
                                        </p:attrNameLst>
                                      </p:cBhvr>
                                      <p:to>
                                        <p:strVal val="visible"/>
                                      </p:to>
                                    </p:set>
                                    <p:animEffect filter="fade" transition="in">
                                      <p:cBhvr additive="repl">
                                        <p:cTn id="311" dur="500"/>
                                        <p:tgtEl>
                                          <p:spTgt spid="51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9" name="PlaceHolder 1"/>
          <p:cNvSpPr>
            <a:spLocks noGrp="1"/>
          </p:cNvSpPr>
          <p:nvPr>
            <p:ph type="title"/>
          </p:nvPr>
        </p:nvSpPr>
        <p:spPr>
          <a:xfrm>
            <a:off x="374760" y="502920"/>
            <a:ext cx="10514880" cy="102636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6" strike="noStrike">
                <a:solidFill>
                  <a:schemeClr val="dk1"/>
                </a:solidFill>
                <a:latin typeface="Avenir Next LT Pro"/>
                <a:ea typeface="Avenir Next"/>
              </a:rPr>
              <a:t>Un resultado que se puede sostener</a:t>
            </a:r>
            <a:endParaRPr b="0" lang="es-AR" sz="2400" spc="-1" strike="noStrike">
              <a:solidFill>
                <a:srgbClr val="000000"/>
              </a:solidFill>
              <a:latin typeface="Arial"/>
            </a:endParaRPr>
          </a:p>
        </p:txBody>
      </p:sp>
      <p:sp>
        <p:nvSpPr>
          <p:cNvPr id="520" name="PlaceHolder 2"/>
          <p:cNvSpPr>
            <a:spLocks noGrp="1"/>
          </p:cNvSpPr>
          <p:nvPr>
            <p:ph/>
          </p:nvPr>
        </p:nvSpPr>
        <p:spPr>
          <a:xfrm>
            <a:off x="394920" y="286920"/>
            <a:ext cx="3901680" cy="21528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6" strike="noStrike" cap="all">
                <a:solidFill>
                  <a:schemeClr val="accent1"/>
                </a:solidFill>
                <a:latin typeface="Avenir Next LT Pro"/>
                <a:ea typeface="Avenir Next"/>
              </a:rPr>
              <a:t>02 · Descripción de la solución</a:t>
            </a:r>
            <a:endParaRPr b="0" lang="es-AR" sz="900" spc="-1" strike="noStrike">
              <a:solidFill>
                <a:srgbClr val="000000"/>
              </a:solidFill>
              <a:latin typeface="Arial"/>
            </a:endParaRPr>
          </a:p>
        </p:txBody>
      </p:sp>
      <p:sp>
        <p:nvSpPr>
          <p:cNvPr id="521" name="PlaceHolder 3"/>
          <p:cNvSpPr>
            <a:spLocks noGrp="1"/>
          </p:cNvSpPr>
          <p:nvPr>
            <p:ph type="sldNum" idx="64"/>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D70A37AD-888B-4B35-BB40-6D195B16C563}"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522" name="escala"/>
          <p:cNvSpPr/>
          <p:nvPr/>
        </p:nvSpPr>
        <p:spPr>
          <a:xfrm>
            <a:off x="374760" y="1371600"/>
            <a:ext cx="6217200" cy="1983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7f7f7f"/>
                </a:solidFill>
                <a:latin typeface="Avenir Next LT Pro"/>
              </a:rPr>
              <a:t>Calidad del orden (0,5 = al azar · 1 = perfecto)</a:t>
            </a:r>
            <a:endParaRPr b="0" lang="es-AR" sz="1300" spc="-1" strike="noStrike">
              <a:solidFill>
                <a:srgbClr val="000000"/>
              </a:solidFill>
              <a:latin typeface="Arial"/>
            </a:endParaRPr>
          </a:p>
        </p:txBody>
      </p:sp>
      <p:sp>
        <p:nvSpPr>
          <p:cNvPr id="523" name="barra1"/>
          <p:cNvSpPr/>
          <p:nvPr/>
        </p:nvSpPr>
        <p:spPr>
          <a:xfrm>
            <a:off x="1097280" y="2706120"/>
            <a:ext cx="2010960" cy="2779560"/>
          </a:xfrm>
          <a:prstGeom prst="rect">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24" name="v1"/>
          <p:cNvSpPr/>
          <p:nvPr/>
        </p:nvSpPr>
        <p:spPr>
          <a:xfrm>
            <a:off x="822960" y="1974600"/>
            <a:ext cx="2559600" cy="4878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3200" spc="-1" strike="noStrike">
                <a:solidFill>
                  <a:srgbClr val="00095b"/>
                </a:solidFill>
                <a:latin typeface="Avenir Next LT Pro"/>
              </a:rPr>
              <a:t>0,81</a:t>
            </a:r>
            <a:endParaRPr b="0" lang="es-AR" sz="3200" spc="-1" strike="noStrike">
              <a:solidFill>
                <a:srgbClr val="000000"/>
              </a:solidFill>
              <a:latin typeface="Arial"/>
            </a:endParaRPr>
          </a:p>
        </p:txBody>
      </p:sp>
      <p:sp>
        <p:nvSpPr>
          <p:cNvPr id="525" name="p1"/>
          <p:cNvSpPr/>
          <p:nvPr/>
        </p:nvSpPr>
        <p:spPr>
          <a:xfrm>
            <a:off x="640080" y="5577840"/>
            <a:ext cx="2925360" cy="3657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200" spc="-1" strike="noStrike">
                <a:solidFill>
                  <a:srgbClr val="00095b"/>
                </a:solidFill>
                <a:latin typeface="Avenir Next LT Pro"/>
              </a:rPr>
              <a:t>Con dos datos que</a:t>
            </a:r>
            <a:endParaRPr b="0" lang="es-AR" sz="1200" spc="-1" strike="noStrike">
              <a:solidFill>
                <a:srgbClr val="000000"/>
              </a:solidFill>
              <a:latin typeface="Arial"/>
            </a:endParaRPr>
          </a:p>
          <a:p>
            <a:pPr algn="ctr" defTabSz="914400">
              <a:lnSpc>
                <a:spcPct val="100000"/>
              </a:lnSpc>
            </a:pPr>
            <a:r>
              <a:rPr b="0" lang="en-US" sz="1200" spc="-1" strike="noStrike">
                <a:solidFill>
                  <a:srgbClr val="00095b"/>
                </a:solidFill>
                <a:latin typeface="Avenir Next LT Pro"/>
              </a:rPr>
              <a:t>“</a:t>
            </a:r>
            <a:r>
              <a:rPr b="0" lang="en-US" sz="1200" spc="-1" strike="noStrike">
                <a:solidFill>
                  <a:srgbClr val="00095b"/>
                </a:solidFill>
                <a:latin typeface="Avenir Next LT Pro"/>
              </a:rPr>
              <a:t>miraban el futuro”</a:t>
            </a:r>
            <a:endParaRPr b="0" lang="es-AR" sz="1200" spc="-1" strike="noStrike">
              <a:solidFill>
                <a:srgbClr val="000000"/>
              </a:solidFill>
              <a:latin typeface="Arial"/>
            </a:endParaRPr>
          </a:p>
        </p:txBody>
      </p:sp>
      <p:sp>
        <p:nvSpPr>
          <p:cNvPr id="526" name="barra2"/>
          <p:cNvSpPr/>
          <p:nvPr/>
        </p:nvSpPr>
        <p:spPr>
          <a:xfrm>
            <a:off x="4023360" y="3354480"/>
            <a:ext cx="2010960" cy="213120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27" name="v2"/>
          <p:cNvSpPr/>
          <p:nvPr/>
        </p:nvSpPr>
        <p:spPr>
          <a:xfrm>
            <a:off x="3749040" y="2622960"/>
            <a:ext cx="2559600" cy="4878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3200" spc="-1" strike="noStrike">
                <a:solidFill>
                  <a:srgbClr val="1700f3"/>
                </a:solidFill>
                <a:latin typeface="Avenir Next LT Pro"/>
              </a:rPr>
              <a:t>0,74</a:t>
            </a:r>
            <a:endParaRPr b="0" lang="es-AR" sz="3200" spc="-1" strike="noStrike">
              <a:solidFill>
                <a:srgbClr val="000000"/>
              </a:solidFill>
              <a:latin typeface="Arial"/>
            </a:endParaRPr>
          </a:p>
        </p:txBody>
      </p:sp>
      <p:sp>
        <p:nvSpPr>
          <p:cNvPr id="528" name="p2"/>
          <p:cNvSpPr/>
          <p:nvPr/>
        </p:nvSpPr>
        <p:spPr>
          <a:xfrm>
            <a:off x="3566160" y="5577840"/>
            <a:ext cx="2925360" cy="3657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200" spc="-1" strike="noStrike">
                <a:solidFill>
                  <a:srgbClr val="00095b"/>
                </a:solidFill>
                <a:latin typeface="Avenir Next LT Pro"/>
              </a:rPr>
              <a:t>Sin ellos: lo que se sostiene</a:t>
            </a:r>
            <a:endParaRPr b="0" lang="es-AR" sz="1200" spc="-1" strike="noStrike">
              <a:solidFill>
                <a:srgbClr val="000000"/>
              </a:solidFill>
              <a:latin typeface="Arial"/>
            </a:endParaRPr>
          </a:p>
          <a:p>
            <a:pPr algn="ctr" defTabSz="914400">
              <a:lnSpc>
                <a:spcPct val="100000"/>
              </a:lnSpc>
            </a:pPr>
            <a:r>
              <a:rPr b="0" lang="en-US" sz="1200" spc="-1" strike="noStrike">
                <a:solidFill>
                  <a:srgbClr val="00095b"/>
                </a:solidFill>
                <a:latin typeface="Avenir Next LT Pro"/>
              </a:rPr>
              <a:t>al momento de decidir</a:t>
            </a:r>
            <a:endParaRPr b="0" lang="es-AR" sz="1200" spc="-1" strike="noStrike">
              <a:solidFill>
                <a:srgbClr val="000000"/>
              </a:solidFill>
              <a:latin typeface="Arial"/>
            </a:endParaRPr>
          </a:p>
        </p:txBody>
      </p:sp>
      <p:sp>
        <p:nvSpPr>
          <p:cNvPr id="529" name="explicacion"/>
          <p:cNvSpPr/>
          <p:nvPr/>
        </p:nvSpPr>
        <p:spPr>
          <a:xfrm>
            <a:off x="6949440" y="1828800"/>
            <a:ext cx="4754160" cy="2254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00095b"/>
                </a:solidFill>
                <a:latin typeface="Avenir Next LT Pro"/>
              </a:rPr>
              <a:t>Dos columnas del dataset son valores del día en que se extrajeron los datos, no de cada fecha: son fotos de hoy mezcladas con el pasado.</a:t>
            </a:r>
            <a:endParaRPr b="0" lang="es-AR" sz="1600" spc="-1" strike="noStrike">
              <a:solidFill>
                <a:srgbClr val="000000"/>
              </a:solidFill>
              <a:latin typeface="Arial"/>
            </a:endParaRPr>
          </a:p>
          <a:p>
            <a:pPr defTabSz="914400">
              <a:lnSpc>
                <a:spcPct val="100000"/>
              </a:lnSpc>
              <a:spcBef>
                <a:spcPts val="1199"/>
              </a:spcBef>
            </a:pPr>
            <a:r>
              <a:rPr b="0" lang="en-US" sz="1600" spc="-1" strike="noStrike">
                <a:solidFill>
                  <a:srgbClr val="00095b"/>
                </a:solidFill>
                <a:latin typeface="Avenir Next LT Pro"/>
              </a:rPr>
              <a:t>Con ellas el modelo parecía mejor, pero esa información no existe cuando hay que decidir a quién contactar.</a:t>
            </a:r>
            <a:endParaRPr b="0" lang="es-AR" sz="1600" spc="-1" strike="noStrike">
              <a:solidFill>
                <a:srgbClr val="000000"/>
              </a:solidFill>
              <a:latin typeface="Arial"/>
            </a:endParaRPr>
          </a:p>
          <a:p>
            <a:pPr defTabSz="914400">
              <a:lnSpc>
                <a:spcPct val="100000"/>
              </a:lnSpc>
              <a:spcBef>
                <a:spcPts val="1199"/>
              </a:spcBef>
            </a:pPr>
            <a:r>
              <a:rPr b="1" lang="en-US" sz="1600" spc="-1" strike="noStrike">
                <a:solidFill>
                  <a:srgbClr val="00095b"/>
                </a:solidFill>
                <a:latin typeface="Avenir Next LT Pro"/>
              </a:rPr>
              <a:t>Las sacamos. 0,74 es lo que se puede prometer y cumplir.</a:t>
            </a:r>
            <a:endParaRPr b="0" lang="es-AR" sz="1600" spc="-1" strike="noStrike">
              <a:solidFill>
                <a:srgbClr val="000000"/>
              </a:solidFill>
              <a:latin typeface="Arial"/>
            </a:endParaRPr>
          </a:p>
        </p:txBody>
      </p:sp>
      <p:sp>
        <p:nvSpPr>
          <p:cNvPr id="530"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Teodoro Samaan Piroli</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312" dur="indefinite" restart="never" nodeType="tmRoot">
          <p:childTnLst>
            <p:seq>
              <p:cTn id="313" dur="indefinite" nodeType="mainSeq">
                <p:childTnLst>
                  <p:par>
                    <p:cTn id="314" fill="hold">
                      <p:stCondLst>
                        <p:cond delay="indefinite"/>
                      </p:stCondLst>
                      <p:childTnLst>
                        <p:par>
                          <p:cTn id="315" fill="hold">
                            <p:stCondLst>
                              <p:cond delay="0"/>
                            </p:stCondLst>
                            <p:childTnLst>
                              <p:par>
                                <p:cTn id="316" nodeType="clickEffect" fill="hold" presetClass="entr" presetID="22" presetSubtype="4">
                                  <p:stCondLst>
                                    <p:cond delay="0"/>
                                  </p:stCondLst>
                                  <p:childTnLst>
                                    <p:set>
                                      <p:cBhvr>
                                        <p:cTn id="317" dur="1" fill="hold">
                                          <p:stCondLst>
                                            <p:cond delay="0"/>
                                          </p:stCondLst>
                                        </p:cTn>
                                        <p:tgtEl>
                                          <p:spTgt spid="523"/>
                                        </p:tgtEl>
                                        <p:attrNameLst>
                                          <p:attrName>style.visibility</p:attrName>
                                        </p:attrNameLst>
                                      </p:cBhvr>
                                      <p:to>
                                        <p:strVal val="visible"/>
                                      </p:to>
                                    </p:set>
                                    <p:animEffect filter="wipe(down)" transition="in">
                                      <p:cBhvr additive="repl">
                                        <p:cTn id="318" dur="700"/>
                                        <p:tgtEl>
                                          <p:spTgt spid="523"/>
                                        </p:tgtEl>
                                      </p:cBhvr>
                                    </p:animEffect>
                                  </p:childTnLst>
                                </p:cTn>
                              </p:par>
                              <p:par>
                                <p:cTn id="319" nodeType="withEffect" fill="hold" presetClass="entr" presetID="10">
                                  <p:stCondLst>
                                    <p:cond delay="0"/>
                                  </p:stCondLst>
                                  <p:childTnLst>
                                    <p:set>
                                      <p:cBhvr>
                                        <p:cTn id="320" dur="1" fill="hold">
                                          <p:stCondLst>
                                            <p:cond delay="0"/>
                                          </p:stCondLst>
                                        </p:cTn>
                                        <p:tgtEl>
                                          <p:spTgt spid="524"/>
                                        </p:tgtEl>
                                        <p:attrNameLst>
                                          <p:attrName>style.visibility</p:attrName>
                                        </p:attrNameLst>
                                      </p:cBhvr>
                                      <p:to>
                                        <p:strVal val="visible"/>
                                      </p:to>
                                    </p:set>
                                    <p:animEffect filter="fade" transition="in">
                                      <p:cBhvr additive="repl">
                                        <p:cTn id="321" dur="500"/>
                                        <p:tgtEl>
                                          <p:spTgt spid="524"/>
                                        </p:tgtEl>
                                      </p:cBhvr>
                                    </p:animEffect>
                                  </p:childTnLst>
                                </p:cTn>
                              </p:par>
                              <p:par>
                                <p:cTn id="322" nodeType="withEffect" fill="hold" presetClass="entr" presetID="10">
                                  <p:stCondLst>
                                    <p:cond delay="0"/>
                                  </p:stCondLst>
                                  <p:childTnLst>
                                    <p:set>
                                      <p:cBhvr>
                                        <p:cTn id="323" dur="1" fill="hold">
                                          <p:stCondLst>
                                            <p:cond delay="0"/>
                                          </p:stCondLst>
                                        </p:cTn>
                                        <p:tgtEl>
                                          <p:spTgt spid="525"/>
                                        </p:tgtEl>
                                        <p:attrNameLst>
                                          <p:attrName>style.visibility</p:attrName>
                                        </p:attrNameLst>
                                      </p:cBhvr>
                                      <p:to>
                                        <p:strVal val="visible"/>
                                      </p:to>
                                    </p:set>
                                    <p:animEffect filter="fade" transition="in">
                                      <p:cBhvr additive="repl">
                                        <p:cTn id="324" dur="500"/>
                                        <p:tgtEl>
                                          <p:spTgt spid="525"/>
                                        </p:tgtEl>
                                      </p:cBhvr>
                                    </p:animEffect>
                                  </p:childTnLst>
                                </p:cTn>
                              </p:par>
                            </p:childTnLst>
                          </p:cTn>
                        </p:par>
                      </p:childTnLst>
                    </p:cTn>
                  </p:par>
                  <p:par>
                    <p:cTn id="325" fill="hold">
                      <p:stCondLst>
                        <p:cond delay="indefinite"/>
                      </p:stCondLst>
                      <p:childTnLst>
                        <p:par>
                          <p:cTn id="326" fill="hold">
                            <p:stCondLst>
                              <p:cond delay="0"/>
                            </p:stCondLst>
                            <p:childTnLst>
                              <p:par>
                                <p:cTn id="327" nodeType="clickEffect" fill="hold" presetClass="entr" presetID="22" presetSubtype="4">
                                  <p:stCondLst>
                                    <p:cond delay="0"/>
                                  </p:stCondLst>
                                  <p:childTnLst>
                                    <p:set>
                                      <p:cBhvr>
                                        <p:cTn id="328" dur="1" fill="hold">
                                          <p:stCondLst>
                                            <p:cond delay="0"/>
                                          </p:stCondLst>
                                        </p:cTn>
                                        <p:tgtEl>
                                          <p:spTgt spid="526"/>
                                        </p:tgtEl>
                                        <p:attrNameLst>
                                          <p:attrName>style.visibility</p:attrName>
                                        </p:attrNameLst>
                                      </p:cBhvr>
                                      <p:to>
                                        <p:strVal val="visible"/>
                                      </p:to>
                                    </p:set>
                                    <p:animEffect filter="wipe(down)" transition="in">
                                      <p:cBhvr additive="repl">
                                        <p:cTn id="329" dur="700"/>
                                        <p:tgtEl>
                                          <p:spTgt spid="526"/>
                                        </p:tgtEl>
                                      </p:cBhvr>
                                    </p:animEffect>
                                  </p:childTnLst>
                                </p:cTn>
                              </p:par>
                              <p:par>
                                <p:cTn id="330" nodeType="withEffect" fill="hold" presetClass="entr" presetID="10">
                                  <p:stCondLst>
                                    <p:cond delay="0"/>
                                  </p:stCondLst>
                                  <p:childTnLst>
                                    <p:set>
                                      <p:cBhvr>
                                        <p:cTn id="331" dur="1" fill="hold">
                                          <p:stCondLst>
                                            <p:cond delay="0"/>
                                          </p:stCondLst>
                                        </p:cTn>
                                        <p:tgtEl>
                                          <p:spTgt spid="527"/>
                                        </p:tgtEl>
                                        <p:attrNameLst>
                                          <p:attrName>style.visibility</p:attrName>
                                        </p:attrNameLst>
                                      </p:cBhvr>
                                      <p:to>
                                        <p:strVal val="visible"/>
                                      </p:to>
                                    </p:set>
                                    <p:animEffect filter="fade" transition="in">
                                      <p:cBhvr additive="repl">
                                        <p:cTn id="332" dur="500"/>
                                        <p:tgtEl>
                                          <p:spTgt spid="527"/>
                                        </p:tgtEl>
                                      </p:cBhvr>
                                    </p:animEffect>
                                  </p:childTnLst>
                                </p:cTn>
                              </p:par>
                              <p:par>
                                <p:cTn id="333" nodeType="withEffect" fill="hold" presetClass="entr" presetID="10">
                                  <p:stCondLst>
                                    <p:cond delay="0"/>
                                  </p:stCondLst>
                                  <p:childTnLst>
                                    <p:set>
                                      <p:cBhvr>
                                        <p:cTn id="334" dur="1" fill="hold">
                                          <p:stCondLst>
                                            <p:cond delay="0"/>
                                          </p:stCondLst>
                                        </p:cTn>
                                        <p:tgtEl>
                                          <p:spTgt spid="528"/>
                                        </p:tgtEl>
                                        <p:attrNameLst>
                                          <p:attrName>style.visibility</p:attrName>
                                        </p:attrNameLst>
                                      </p:cBhvr>
                                      <p:to>
                                        <p:strVal val="visible"/>
                                      </p:to>
                                    </p:set>
                                    <p:animEffect filter="fade" transition="in">
                                      <p:cBhvr additive="repl">
                                        <p:cTn id="335" dur="500"/>
                                        <p:tgtEl>
                                          <p:spTgt spid="528"/>
                                        </p:tgtEl>
                                      </p:cBhvr>
                                    </p:animEffect>
                                  </p:childTnLst>
                                </p:cTn>
                              </p:par>
                            </p:childTnLst>
                          </p:cTn>
                        </p:par>
                      </p:childTnLst>
                    </p:cTn>
                  </p:par>
                  <p:par>
                    <p:cTn id="336" fill="hold">
                      <p:stCondLst>
                        <p:cond delay="indefinite"/>
                      </p:stCondLst>
                      <p:childTnLst>
                        <p:par>
                          <p:cTn id="337" fill="hold">
                            <p:stCondLst>
                              <p:cond delay="0"/>
                            </p:stCondLst>
                            <p:childTnLst>
                              <p:par>
                                <p:cTn id="338" nodeType="clickEffect" fill="hold" presetClass="entr" presetID="10">
                                  <p:stCondLst>
                                    <p:cond delay="0"/>
                                  </p:stCondLst>
                                  <p:childTnLst>
                                    <p:set>
                                      <p:cBhvr>
                                        <p:cTn id="339" dur="1" fill="hold">
                                          <p:stCondLst>
                                            <p:cond delay="0"/>
                                          </p:stCondLst>
                                        </p:cTn>
                                        <p:tgtEl>
                                          <p:spTgt spid="529"/>
                                        </p:tgtEl>
                                        <p:attrNameLst>
                                          <p:attrName>style.visibility</p:attrName>
                                        </p:attrNameLst>
                                      </p:cBhvr>
                                      <p:to>
                                        <p:strVal val="visible"/>
                                      </p:to>
                                    </p:set>
                                    <p:animEffect filter="fade" transition="in">
                                      <p:cBhvr additive="repl">
                                        <p:cTn id="340" dur="500"/>
                                        <p:tgtEl>
                                          <p:spTgt spid="52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1" name="PlaceHolder 1"/>
          <p:cNvSpPr>
            <a:spLocks noGrp="1"/>
          </p:cNvSpPr>
          <p:nvPr>
            <p:ph type="title"/>
          </p:nvPr>
        </p:nvSpPr>
        <p:spPr>
          <a:xfrm>
            <a:off x="374760" y="502920"/>
            <a:ext cx="10514880" cy="102636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6" strike="noStrike">
                <a:solidFill>
                  <a:schemeClr val="dk1"/>
                </a:solidFill>
                <a:latin typeface="Avenir Next LT Pro"/>
                <a:ea typeface="Avenir Next"/>
              </a:rPr>
              <a:t>Detrás de cada caso, una historia</a:t>
            </a:r>
            <a:endParaRPr b="0" lang="es-AR" sz="2400" spc="-1" strike="noStrike">
              <a:solidFill>
                <a:srgbClr val="000000"/>
              </a:solidFill>
              <a:latin typeface="Arial"/>
            </a:endParaRPr>
          </a:p>
        </p:txBody>
      </p:sp>
      <p:sp>
        <p:nvSpPr>
          <p:cNvPr id="532" name="PlaceHolder 2"/>
          <p:cNvSpPr>
            <a:spLocks noGrp="1"/>
          </p:cNvSpPr>
          <p:nvPr>
            <p:ph/>
          </p:nvPr>
        </p:nvSpPr>
        <p:spPr>
          <a:xfrm>
            <a:off x="394920" y="286920"/>
            <a:ext cx="3901680" cy="21528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6" strike="noStrike" cap="all">
                <a:solidFill>
                  <a:schemeClr val="accent1"/>
                </a:solidFill>
                <a:latin typeface="Avenir Next LT Pro"/>
                <a:ea typeface="Avenir Next"/>
              </a:rPr>
              <a:t>02 · Descripción de la solución</a:t>
            </a:r>
            <a:endParaRPr b="0" lang="es-AR" sz="900" spc="-1" strike="noStrike">
              <a:solidFill>
                <a:srgbClr val="000000"/>
              </a:solidFill>
              <a:latin typeface="Arial"/>
            </a:endParaRPr>
          </a:p>
        </p:txBody>
      </p:sp>
      <p:sp>
        <p:nvSpPr>
          <p:cNvPr id="533" name="PlaceHolder 3"/>
          <p:cNvSpPr>
            <a:spLocks noGrp="1"/>
          </p:cNvSpPr>
          <p:nvPr>
            <p:ph type="sldNum" idx="65"/>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CA770CE3-AD44-4D98-BC94-08A965DAAC2D}"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534" name="b1_fondo"/>
          <p:cNvSpPr/>
          <p:nvPr/>
        </p:nvSpPr>
        <p:spPr>
          <a:xfrm>
            <a:off x="374760" y="1463040"/>
            <a:ext cx="3565440" cy="374832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35" name="b1_label"/>
          <p:cNvSpPr/>
          <p:nvPr/>
        </p:nvSpPr>
        <p:spPr>
          <a:xfrm>
            <a:off x="649080" y="1737360"/>
            <a:ext cx="3016800" cy="1526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00" spc="197" strike="noStrike">
                <a:solidFill>
                  <a:srgbClr val="1700f3"/>
                </a:solidFill>
                <a:latin typeface="Avenir Next LT Pro"/>
              </a:rPr>
              <a:t>ESTE ES EL CLIENTE</a:t>
            </a:r>
            <a:endParaRPr b="0" lang="es-AR" sz="1000" spc="-1" strike="noStrike">
              <a:solidFill>
                <a:srgbClr val="000000"/>
              </a:solidFill>
              <a:latin typeface="Arial"/>
            </a:endParaRPr>
          </a:p>
        </p:txBody>
      </p:sp>
      <p:sp>
        <p:nvSpPr>
          <p:cNvPr id="536" name="b1_auto"/>
          <p:cNvSpPr/>
          <p:nvPr/>
        </p:nvSpPr>
        <p:spPr>
          <a:xfrm>
            <a:off x="649080" y="2148840"/>
            <a:ext cx="3016800" cy="487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3200" spc="-1" strike="noStrike">
                <a:solidFill>
                  <a:srgbClr val="00095b"/>
                </a:solidFill>
                <a:latin typeface="Avenir Next LT Pro"/>
              </a:rPr>
              <a:t>Ranger 2019</a:t>
            </a:r>
            <a:endParaRPr b="0" lang="es-AR" sz="3200" spc="-1" strike="noStrike">
              <a:solidFill>
                <a:srgbClr val="000000"/>
              </a:solidFill>
              <a:latin typeface="Arial"/>
            </a:endParaRPr>
          </a:p>
        </p:txBody>
      </p:sp>
      <p:sp>
        <p:nvSpPr>
          <p:cNvPr id="537" name="b1_datos"/>
          <p:cNvSpPr/>
          <p:nvPr/>
        </p:nvSpPr>
        <p:spPr>
          <a:xfrm>
            <a:off x="649080" y="2971800"/>
            <a:ext cx="3016800" cy="13460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00095b"/>
                </a:solidFill>
                <a:latin typeface="Avenir Next LT Pro"/>
              </a:rPr>
              <a:t>7 años de uso</a:t>
            </a:r>
            <a:endParaRPr b="0" lang="es-AR" sz="1500" spc="-1" strike="noStrike">
              <a:solidFill>
                <a:srgbClr val="000000"/>
              </a:solidFill>
              <a:latin typeface="Arial"/>
            </a:endParaRPr>
          </a:p>
          <a:p>
            <a:pPr defTabSz="914400">
              <a:lnSpc>
                <a:spcPct val="100000"/>
              </a:lnSpc>
              <a:spcBef>
                <a:spcPts val="799"/>
              </a:spcBef>
            </a:pPr>
            <a:r>
              <a:rPr b="0" lang="en-US" sz="1500" spc="-1" strike="noStrike">
                <a:solidFill>
                  <a:srgbClr val="00095b"/>
                </a:solidFill>
                <a:latin typeface="Avenir Next LT Pro"/>
              </a:rPr>
              <a:t>~27.000 km por año: la usa para trabajar</a:t>
            </a:r>
            <a:endParaRPr b="0" lang="es-AR" sz="1500" spc="-1" strike="noStrike">
              <a:solidFill>
                <a:srgbClr val="000000"/>
              </a:solidFill>
              <a:latin typeface="Arial"/>
            </a:endParaRPr>
          </a:p>
          <a:p>
            <a:pPr defTabSz="914400">
              <a:lnSpc>
                <a:spcPct val="100000"/>
              </a:lnSpc>
              <a:spcBef>
                <a:spcPts val="799"/>
              </a:spcBef>
            </a:pPr>
            <a:r>
              <a:rPr b="0" lang="en-US" sz="1500" spc="-1" strike="noStrike">
                <a:solidFill>
                  <a:srgbClr val="00095b"/>
                </a:solidFill>
                <a:latin typeface="Avenir Next LT Pro"/>
              </a:rPr>
              <a:t>2 services en un concesionario oficial</a:t>
            </a:r>
            <a:endParaRPr b="0" lang="es-AR" sz="1500" spc="-1" strike="noStrike">
              <a:solidFill>
                <a:srgbClr val="000000"/>
              </a:solidFill>
              <a:latin typeface="Arial"/>
            </a:endParaRPr>
          </a:p>
        </p:txBody>
      </p:sp>
      <p:sp>
        <p:nvSpPr>
          <p:cNvPr id="538" name="b2_fondo"/>
          <p:cNvSpPr/>
          <p:nvPr/>
        </p:nvSpPr>
        <p:spPr>
          <a:xfrm>
            <a:off x="4306680" y="1463040"/>
            <a:ext cx="3565440" cy="3748320"/>
          </a:xfrm>
          <a:prstGeom prst="rect">
            <a:avLst/>
          </a:prstGeom>
          <a:noFill/>
          <a:ln w="12700">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39" name="b2_label"/>
          <p:cNvSpPr/>
          <p:nvPr/>
        </p:nvSpPr>
        <p:spPr>
          <a:xfrm>
            <a:off x="4581000" y="1737360"/>
            <a:ext cx="3016800" cy="1526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00" spc="197" strike="noStrike">
                <a:solidFill>
                  <a:srgbClr val="1700f3"/>
                </a:solidFill>
                <a:latin typeface="Avenir Next LT Pro"/>
              </a:rPr>
              <a:t>LO QUE CUENTAN SUS DATOS</a:t>
            </a:r>
            <a:endParaRPr b="0" lang="es-AR" sz="1000" spc="-1" strike="noStrike">
              <a:solidFill>
                <a:srgbClr val="000000"/>
              </a:solidFill>
              <a:latin typeface="Arial"/>
            </a:endParaRPr>
          </a:p>
        </p:txBody>
      </p:sp>
      <p:sp>
        <p:nvSpPr>
          <p:cNvPr id="540" name="senal1_n"/>
          <p:cNvSpPr/>
          <p:nvPr/>
        </p:nvSpPr>
        <p:spPr>
          <a:xfrm>
            <a:off x="4581000" y="2212920"/>
            <a:ext cx="328320" cy="328320"/>
          </a:xfrm>
          <a:prstGeom prst="ellipse">
            <a:avLst/>
          </a:prstGeom>
          <a:solidFill>
            <a:srgbClr val="1700f3"/>
          </a:solidFill>
          <a:ln>
            <a:noFill/>
          </a:ln>
        </p:spPr>
        <p:style>
          <a:lnRef idx="1">
            <a:schemeClr val="accent1"/>
          </a:lnRef>
          <a:fillRef idx="3">
            <a:schemeClr val="accent1"/>
          </a:fillRef>
          <a:effectRef idx="2">
            <a:schemeClr val="accent1"/>
          </a:effectRef>
          <a:fontRef idx="minor"/>
        </p:style>
        <p:txBody>
          <a:bodyPr lIns="73080" rIns="73080" tIns="27360" bIns="27360" anchor="ctr">
            <a:noAutofit/>
          </a:bodyPr>
          <a:p>
            <a:pPr algn="ctr" defTabSz="914400">
              <a:lnSpc>
                <a:spcPct val="100000"/>
              </a:lnSpc>
            </a:pPr>
            <a:r>
              <a:rPr b="1" lang="en-US" sz="1100" spc="-1" strike="noStrike">
                <a:solidFill>
                  <a:srgbClr val="ffffff"/>
                </a:solidFill>
                <a:latin typeface="Avenir Next LT Pro"/>
              </a:rPr>
              <a:t>1</a:t>
            </a:r>
            <a:endParaRPr b="0" lang="es-AR" sz="1100" spc="-1" strike="noStrike">
              <a:solidFill>
                <a:srgbClr val="ffffff"/>
              </a:solidFill>
              <a:latin typeface="Arial"/>
            </a:endParaRPr>
          </a:p>
        </p:txBody>
      </p:sp>
      <p:sp>
        <p:nvSpPr>
          <p:cNvPr id="541" name="senal1"/>
          <p:cNvSpPr/>
          <p:nvPr/>
        </p:nvSpPr>
        <p:spPr>
          <a:xfrm>
            <a:off x="5038200" y="2194560"/>
            <a:ext cx="2605320" cy="396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00095b"/>
                </a:solidFill>
                <a:latin typeface="Avenir Next LT Pro"/>
              </a:rPr>
              <a:t>7 años: la etapa en la que más clientes dejan Ford.</a:t>
            </a:r>
            <a:endParaRPr b="0" lang="es-AR" sz="1300" spc="-1" strike="noStrike">
              <a:solidFill>
                <a:srgbClr val="000000"/>
              </a:solidFill>
              <a:latin typeface="Arial"/>
            </a:endParaRPr>
          </a:p>
        </p:txBody>
      </p:sp>
      <p:sp>
        <p:nvSpPr>
          <p:cNvPr id="542" name="senal2_n"/>
          <p:cNvSpPr/>
          <p:nvPr/>
        </p:nvSpPr>
        <p:spPr>
          <a:xfrm>
            <a:off x="4581000" y="3264480"/>
            <a:ext cx="328320" cy="328320"/>
          </a:xfrm>
          <a:prstGeom prst="ellipse">
            <a:avLst/>
          </a:prstGeom>
          <a:solidFill>
            <a:srgbClr val="1700f3"/>
          </a:solidFill>
          <a:ln>
            <a:noFill/>
          </a:ln>
        </p:spPr>
        <p:style>
          <a:lnRef idx="1">
            <a:schemeClr val="accent1"/>
          </a:lnRef>
          <a:fillRef idx="3">
            <a:schemeClr val="accent1"/>
          </a:fillRef>
          <a:effectRef idx="2">
            <a:schemeClr val="accent1"/>
          </a:effectRef>
          <a:fontRef idx="minor"/>
        </p:style>
        <p:txBody>
          <a:bodyPr lIns="73080" rIns="73080" tIns="27360" bIns="27360" anchor="ctr">
            <a:noAutofit/>
          </a:bodyPr>
          <a:p>
            <a:pPr algn="ctr" defTabSz="914400">
              <a:lnSpc>
                <a:spcPct val="100000"/>
              </a:lnSpc>
            </a:pPr>
            <a:r>
              <a:rPr b="1" lang="en-US" sz="1100" spc="-1" strike="noStrike">
                <a:solidFill>
                  <a:srgbClr val="ffffff"/>
                </a:solidFill>
                <a:latin typeface="Avenir Next LT Pro"/>
              </a:rPr>
              <a:t>2</a:t>
            </a:r>
            <a:endParaRPr b="0" lang="es-AR" sz="1100" spc="-1" strike="noStrike">
              <a:solidFill>
                <a:srgbClr val="ffffff"/>
              </a:solidFill>
              <a:latin typeface="Arial"/>
            </a:endParaRPr>
          </a:p>
        </p:txBody>
      </p:sp>
      <p:sp>
        <p:nvSpPr>
          <p:cNvPr id="543" name="senal2"/>
          <p:cNvSpPr/>
          <p:nvPr/>
        </p:nvSpPr>
        <p:spPr>
          <a:xfrm>
            <a:off x="5038200" y="3246120"/>
            <a:ext cx="2605320" cy="595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00095b"/>
                </a:solidFill>
                <a:latin typeface="Avenir Next LT Pro"/>
              </a:rPr>
              <a:t>Viene menos de una vez por año, aunque por su uso necesita service cada 4 o 5 meses.</a:t>
            </a:r>
            <a:endParaRPr b="0" lang="es-AR" sz="1300" spc="-1" strike="noStrike">
              <a:solidFill>
                <a:srgbClr val="000000"/>
              </a:solidFill>
              <a:latin typeface="Arial"/>
            </a:endParaRPr>
          </a:p>
        </p:txBody>
      </p:sp>
      <p:sp>
        <p:nvSpPr>
          <p:cNvPr id="544" name="senal3_n"/>
          <p:cNvSpPr/>
          <p:nvPr/>
        </p:nvSpPr>
        <p:spPr>
          <a:xfrm>
            <a:off x="4581000" y="4316040"/>
            <a:ext cx="328320" cy="328320"/>
          </a:xfrm>
          <a:prstGeom prst="ellipse">
            <a:avLst/>
          </a:prstGeom>
          <a:solidFill>
            <a:srgbClr val="1700f3"/>
          </a:solidFill>
          <a:ln>
            <a:noFill/>
          </a:ln>
        </p:spPr>
        <p:style>
          <a:lnRef idx="1">
            <a:schemeClr val="accent1"/>
          </a:lnRef>
          <a:fillRef idx="3">
            <a:schemeClr val="accent1"/>
          </a:fillRef>
          <a:effectRef idx="2">
            <a:schemeClr val="accent1"/>
          </a:effectRef>
          <a:fontRef idx="minor"/>
        </p:style>
        <p:txBody>
          <a:bodyPr lIns="73080" rIns="73080" tIns="27360" bIns="27360" anchor="ctr">
            <a:noAutofit/>
          </a:bodyPr>
          <a:p>
            <a:pPr algn="ctr" defTabSz="914400">
              <a:lnSpc>
                <a:spcPct val="100000"/>
              </a:lnSpc>
            </a:pPr>
            <a:r>
              <a:rPr b="1" lang="en-US" sz="1100" spc="-1" strike="noStrike">
                <a:solidFill>
                  <a:srgbClr val="ffffff"/>
                </a:solidFill>
                <a:latin typeface="Avenir Next LT Pro"/>
              </a:rPr>
              <a:t>3</a:t>
            </a:r>
            <a:endParaRPr b="0" lang="es-AR" sz="1100" spc="-1" strike="noStrike">
              <a:solidFill>
                <a:srgbClr val="ffffff"/>
              </a:solidFill>
              <a:latin typeface="Arial"/>
            </a:endParaRPr>
          </a:p>
        </p:txBody>
      </p:sp>
      <p:sp>
        <p:nvSpPr>
          <p:cNvPr id="545" name="senal3"/>
          <p:cNvSpPr/>
          <p:nvPr/>
        </p:nvSpPr>
        <p:spPr>
          <a:xfrm>
            <a:off x="5038200" y="4297680"/>
            <a:ext cx="2605320" cy="396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00095b"/>
                </a:solidFill>
                <a:latin typeface="Avenir Next LT Pro"/>
              </a:rPr>
              <a:t>Entre sus dos últimos services pasaron 13 meses.</a:t>
            </a:r>
            <a:endParaRPr b="0" lang="es-AR" sz="1300" spc="-1" strike="noStrike">
              <a:solidFill>
                <a:srgbClr val="000000"/>
              </a:solidFill>
              <a:latin typeface="Arial"/>
            </a:endParaRPr>
          </a:p>
        </p:txBody>
      </p:sp>
      <p:sp>
        <p:nvSpPr>
          <p:cNvPr id="546" name="b3_fondo"/>
          <p:cNvSpPr/>
          <p:nvPr/>
        </p:nvSpPr>
        <p:spPr>
          <a:xfrm>
            <a:off x="8238600" y="1463040"/>
            <a:ext cx="3565440" cy="3748320"/>
          </a:xfrm>
          <a:prstGeom prst="rect">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47" name="b3_label"/>
          <p:cNvSpPr/>
          <p:nvPr/>
        </p:nvSpPr>
        <p:spPr>
          <a:xfrm>
            <a:off x="8512920" y="1737360"/>
            <a:ext cx="3016800" cy="1526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00" spc="197" strike="noStrike">
                <a:solidFill>
                  <a:srgbClr val="ffffff"/>
                </a:solidFill>
                <a:latin typeface="Avenir Next LT Pro"/>
              </a:rPr>
              <a:t>LO QUE PASA AHORA</a:t>
            </a:r>
            <a:endParaRPr b="0" lang="es-AR" sz="1000" spc="-1" strike="noStrike">
              <a:solidFill>
                <a:srgbClr val="000000"/>
              </a:solidFill>
              <a:latin typeface="Arial"/>
            </a:endParaRPr>
          </a:p>
        </p:txBody>
      </p:sp>
      <p:sp>
        <p:nvSpPr>
          <p:cNvPr id="548" name="b3_prob"/>
          <p:cNvSpPr/>
          <p:nvPr/>
        </p:nvSpPr>
        <p:spPr>
          <a:xfrm>
            <a:off x="8512920" y="2103120"/>
            <a:ext cx="3016800" cy="8229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5400" spc="-1" strike="noStrike">
                <a:solidFill>
                  <a:srgbClr val="ffffff"/>
                </a:solidFill>
                <a:latin typeface="Avenir Next LT Pro"/>
              </a:rPr>
              <a:t>76 %</a:t>
            </a:r>
            <a:endParaRPr b="0" lang="es-AR" sz="5400" spc="-1" strike="noStrike">
              <a:solidFill>
                <a:srgbClr val="000000"/>
              </a:solidFill>
              <a:latin typeface="Arial"/>
            </a:endParaRPr>
          </a:p>
        </p:txBody>
      </p:sp>
      <p:sp>
        <p:nvSpPr>
          <p:cNvPr id="549" name="b3_prob_txt"/>
          <p:cNvSpPr/>
          <p:nvPr/>
        </p:nvSpPr>
        <p:spPr>
          <a:xfrm>
            <a:off x="8512920" y="3017520"/>
            <a:ext cx="3016800" cy="228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500" spc="-1" strike="noStrike">
                <a:solidFill>
                  <a:srgbClr val="ffffff"/>
                </a:solidFill>
                <a:latin typeface="Avenir Next LT Pro"/>
              </a:rPr>
              <a:t>de probabilidad de dejar Ford</a:t>
            </a:r>
            <a:endParaRPr b="0" lang="es-AR" sz="1500" spc="-1" strike="noStrike">
              <a:solidFill>
                <a:srgbClr val="000000"/>
              </a:solidFill>
              <a:latin typeface="Arial"/>
            </a:endParaRPr>
          </a:p>
        </p:txBody>
      </p:sp>
      <p:sp>
        <p:nvSpPr>
          <p:cNvPr id="550" name="b3_txt"/>
          <p:cNvSpPr/>
          <p:nvPr/>
        </p:nvSpPr>
        <p:spPr>
          <a:xfrm>
            <a:off x="8512920" y="3703320"/>
            <a:ext cx="3016800" cy="853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400" spc="-1" strike="noStrike">
                <a:solidFill>
                  <a:srgbClr val="ffffff"/>
                </a:solidFill>
                <a:latin typeface="Avenir Next LT Pro"/>
              </a:rPr>
              <a:t>Aparece arriba en la lista de su concesionario, con estos tres motivos. El asesor lo contacta sabiendo qué decirle.</a:t>
            </a:r>
            <a:endParaRPr b="0" lang="es-AR" sz="1400" spc="-1" strike="noStrike">
              <a:solidFill>
                <a:srgbClr val="000000"/>
              </a:solidFill>
              <a:latin typeface="Arial"/>
            </a:endParaRPr>
          </a:p>
        </p:txBody>
      </p:sp>
      <p:sp>
        <p:nvSpPr>
          <p:cNvPr id="551" name="flecha1"/>
          <p:cNvSpPr/>
          <p:nvPr/>
        </p:nvSpPr>
        <p:spPr>
          <a:xfrm>
            <a:off x="4032360" y="3182040"/>
            <a:ext cx="182160" cy="31032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52" name="flecha2"/>
          <p:cNvSpPr/>
          <p:nvPr/>
        </p:nvSpPr>
        <p:spPr>
          <a:xfrm>
            <a:off x="7964280" y="3182040"/>
            <a:ext cx="182160" cy="31032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53" name="frase"/>
          <p:cNvSpPr/>
          <p:nvPr/>
        </p:nvSpPr>
        <p:spPr>
          <a:xfrm>
            <a:off x="374760" y="5486400"/>
            <a:ext cx="11429280" cy="3960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600" spc="-1" strike="noStrike">
                <a:solidFill>
                  <a:srgbClr val="00095b"/>
                </a:solidFill>
                <a:latin typeface="Avenir Next LT Pro"/>
              </a:rPr>
              <a:t>El asesor no recibe un número: </a:t>
            </a:r>
            <a:r>
              <a:rPr b="1" lang="en-US" sz="2600" spc="-1" strike="noStrike">
                <a:solidFill>
                  <a:srgbClr val="1700f3"/>
                </a:solidFill>
                <a:latin typeface="Avenir Next LT Pro"/>
              </a:rPr>
              <a:t>recibe una conversación.</a:t>
            </a:r>
            <a:endParaRPr b="0" lang="es-AR" sz="2600" spc="-1" strike="noStrike">
              <a:solidFill>
                <a:srgbClr val="000000"/>
              </a:solidFill>
              <a:latin typeface="Arial"/>
            </a:endParaRPr>
          </a:p>
        </p:txBody>
      </p:sp>
      <p:sp>
        <p:nvSpPr>
          <p:cNvPr id="554"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Teodoro Samaan Piroli</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341" dur="indefinite" restart="never" nodeType="tmRoot">
          <p:childTnLst>
            <p:seq>
              <p:cTn id="342" dur="indefinite" nodeType="mainSeq">
                <p:childTnLst>
                  <p:par>
                    <p:cTn id="343" fill="hold">
                      <p:stCondLst>
                        <p:cond delay="indefinite"/>
                      </p:stCondLst>
                      <p:childTnLst>
                        <p:par>
                          <p:cTn id="344" fill="hold">
                            <p:stCondLst>
                              <p:cond delay="0"/>
                            </p:stCondLst>
                            <p:childTnLst>
                              <p:par>
                                <p:cTn id="345" nodeType="clickEffect" fill="hold" presetClass="entr" presetID="10">
                                  <p:stCondLst>
                                    <p:cond delay="0"/>
                                  </p:stCondLst>
                                  <p:childTnLst>
                                    <p:set>
                                      <p:cBhvr>
                                        <p:cTn id="346" dur="1" fill="hold">
                                          <p:stCondLst>
                                            <p:cond delay="0"/>
                                          </p:stCondLst>
                                        </p:cTn>
                                        <p:tgtEl>
                                          <p:spTgt spid="534"/>
                                        </p:tgtEl>
                                        <p:attrNameLst>
                                          <p:attrName>style.visibility</p:attrName>
                                        </p:attrNameLst>
                                      </p:cBhvr>
                                      <p:to>
                                        <p:strVal val="visible"/>
                                      </p:to>
                                    </p:set>
                                    <p:animEffect filter="fade" transition="in">
                                      <p:cBhvr additive="repl">
                                        <p:cTn id="347" dur="500"/>
                                        <p:tgtEl>
                                          <p:spTgt spid="534"/>
                                        </p:tgtEl>
                                      </p:cBhvr>
                                    </p:animEffect>
                                  </p:childTnLst>
                                </p:cTn>
                              </p:par>
                              <p:par>
                                <p:cTn id="348" nodeType="withEffect" fill="hold" presetClass="entr" presetID="10">
                                  <p:stCondLst>
                                    <p:cond delay="0"/>
                                  </p:stCondLst>
                                  <p:childTnLst>
                                    <p:set>
                                      <p:cBhvr>
                                        <p:cTn id="349" dur="1" fill="hold">
                                          <p:stCondLst>
                                            <p:cond delay="0"/>
                                          </p:stCondLst>
                                        </p:cTn>
                                        <p:tgtEl>
                                          <p:spTgt spid="535"/>
                                        </p:tgtEl>
                                        <p:attrNameLst>
                                          <p:attrName>style.visibility</p:attrName>
                                        </p:attrNameLst>
                                      </p:cBhvr>
                                      <p:to>
                                        <p:strVal val="visible"/>
                                      </p:to>
                                    </p:set>
                                    <p:animEffect filter="fade" transition="in">
                                      <p:cBhvr additive="repl">
                                        <p:cTn id="350" dur="500"/>
                                        <p:tgtEl>
                                          <p:spTgt spid="535"/>
                                        </p:tgtEl>
                                      </p:cBhvr>
                                    </p:animEffect>
                                  </p:childTnLst>
                                </p:cTn>
                              </p:par>
                              <p:par>
                                <p:cTn id="351" nodeType="withEffect" fill="hold" presetClass="entr" presetID="10">
                                  <p:stCondLst>
                                    <p:cond delay="0"/>
                                  </p:stCondLst>
                                  <p:childTnLst>
                                    <p:set>
                                      <p:cBhvr>
                                        <p:cTn id="352" dur="1" fill="hold">
                                          <p:stCondLst>
                                            <p:cond delay="0"/>
                                          </p:stCondLst>
                                        </p:cTn>
                                        <p:tgtEl>
                                          <p:spTgt spid="536"/>
                                        </p:tgtEl>
                                        <p:attrNameLst>
                                          <p:attrName>style.visibility</p:attrName>
                                        </p:attrNameLst>
                                      </p:cBhvr>
                                      <p:to>
                                        <p:strVal val="visible"/>
                                      </p:to>
                                    </p:set>
                                    <p:animEffect filter="fade" transition="in">
                                      <p:cBhvr additive="repl">
                                        <p:cTn id="353" dur="500"/>
                                        <p:tgtEl>
                                          <p:spTgt spid="536"/>
                                        </p:tgtEl>
                                      </p:cBhvr>
                                    </p:animEffect>
                                  </p:childTnLst>
                                </p:cTn>
                              </p:par>
                              <p:par>
                                <p:cTn id="354" nodeType="withEffect" fill="hold" presetClass="entr" presetID="10">
                                  <p:stCondLst>
                                    <p:cond delay="0"/>
                                  </p:stCondLst>
                                  <p:childTnLst>
                                    <p:set>
                                      <p:cBhvr>
                                        <p:cTn id="355" dur="1" fill="hold">
                                          <p:stCondLst>
                                            <p:cond delay="0"/>
                                          </p:stCondLst>
                                        </p:cTn>
                                        <p:tgtEl>
                                          <p:spTgt spid="537"/>
                                        </p:tgtEl>
                                        <p:attrNameLst>
                                          <p:attrName>style.visibility</p:attrName>
                                        </p:attrNameLst>
                                      </p:cBhvr>
                                      <p:to>
                                        <p:strVal val="visible"/>
                                      </p:to>
                                    </p:set>
                                    <p:animEffect filter="fade" transition="in">
                                      <p:cBhvr additive="repl">
                                        <p:cTn id="356" dur="500"/>
                                        <p:tgtEl>
                                          <p:spTgt spid="537"/>
                                        </p:tgtEl>
                                      </p:cBhvr>
                                    </p:animEffect>
                                  </p:childTnLst>
                                </p:cTn>
                              </p:par>
                            </p:childTnLst>
                          </p:cTn>
                        </p:par>
                      </p:childTnLst>
                    </p:cTn>
                  </p:par>
                  <p:par>
                    <p:cTn id="357" fill="hold">
                      <p:stCondLst>
                        <p:cond delay="indefinite"/>
                      </p:stCondLst>
                      <p:childTnLst>
                        <p:par>
                          <p:cTn id="358" fill="hold">
                            <p:stCondLst>
                              <p:cond delay="0"/>
                            </p:stCondLst>
                            <p:childTnLst>
                              <p:par>
                                <p:cTn id="359" nodeType="clickEffect" fill="hold" presetClass="entr" presetID="10">
                                  <p:stCondLst>
                                    <p:cond delay="0"/>
                                  </p:stCondLst>
                                  <p:childTnLst>
                                    <p:set>
                                      <p:cBhvr>
                                        <p:cTn id="360" dur="1" fill="hold">
                                          <p:stCondLst>
                                            <p:cond delay="0"/>
                                          </p:stCondLst>
                                        </p:cTn>
                                        <p:tgtEl>
                                          <p:spTgt spid="538"/>
                                        </p:tgtEl>
                                        <p:attrNameLst>
                                          <p:attrName>style.visibility</p:attrName>
                                        </p:attrNameLst>
                                      </p:cBhvr>
                                      <p:to>
                                        <p:strVal val="visible"/>
                                      </p:to>
                                    </p:set>
                                    <p:animEffect filter="fade" transition="in">
                                      <p:cBhvr additive="repl">
                                        <p:cTn id="361" dur="500"/>
                                        <p:tgtEl>
                                          <p:spTgt spid="538"/>
                                        </p:tgtEl>
                                      </p:cBhvr>
                                    </p:animEffect>
                                  </p:childTnLst>
                                </p:cTn>
                              </p:par>
                              <p:par>
                                <p:cTn id="362" nodeType="withEffect" fill="hold" presetClass="entr" presetID="10">
                                  <p:stCondLst>
                                    <p:cond delay="0"/>
                                  </p:stCondLst>
                                  <p:childTnLst>
                                    <p:set>
                                      <p:cBhvr>
                                        <p:cTn id="363" dur="1" fill="hold">
                                          <p:stCondLst>
                                            <p:cond delay="0"/>
                                          </p:stCondLst>
                                        </p:cTn>
                                        <p:tgtEl>
                                          <p:spTgt spid="539"/>
                                        </p:tgtEl>
                                        <p:attrNameLst>
                                          <p:attrName>style.visibility</p:attrName>
                                        </p:attrNameLst>
                                      </p:cBhvr>
                                      <p:to>
                                        <p:strVal val="visible"/>
                                      </p:to>
                                    </p:set>
                                    <p:animEffect filter="fade" transition="in">
                                      <p:cBhvr additive="repl">
                                        <p:cTn id="364" dur="500"/>
                                        <p:tgtEl>
                                          <p:spTgt spid="539"/>
                                        </p:tgtEl>
                                      </p:cBhvr>
                                    </p:animEffect>
                                  </p:childTnLst>
                                </p:cTn>
                              </p:par>
                              <p:par>
                                <p:cTn id="365" nodeType="withEffect" fill="hold" presetClass="entr" presetID="10">
                                  <p:stCondLst>
                                    <p:cond delay="0"/>
                                  </p:stCondLst>
                                  <p:childTnLst>
                                    <p:set>
                                      <p:cBhvr>
                                        <p:cTn id="366" dur="1" fill="hold">
                                          <p:stCondLst>
                                            <p:cond delay="0"/>
                                          </p:stCondLst>
                                        </p:cTn>
                                        <p:tgtEl>
                                          <p:spTgt spid="540"/>
                                        </p:tgtEl>
                                        <p:attrNameLst>
                                          <p:attrName>style.visibility</p:attrName>
                                        </p:attrNameLst>
                                      </p:cBhvr>
                                      <p:to>
                                        <p:strVal val="visible"/>
                                      </p:to>
                                    </p:set>
                                    <p:animEffect filter="fade" transition="in">
                                      <p:cBhvr additive="repl">
                                        <p:cTn id="367" dur="500"/>
                                        <p:tgtEl>
                                          <p:spTgt spid="540"/>
                                        </p:tgtEl>
                                      </p:cBhvr>
                                    </p:animEffect>
                                  </p:childTnLst>
                                </p:cTn>
                              </p:par>
                              <p:par>
                                <p:cTn id="368" nodeType="withEffect" fill="hold" presetClass="entr" presetID="10">
                                  <p:stCondLst>
                                    <p:cond delay="0"/>
                                  </p:stCondLst>
                                  <p:childTnLst>
                                    <p:set>
                                      <p:cBhvr>
                                        <p:cTn id="369" dur="1" fill="hold">
                                          <p:stCondLst>
                                            <p:cond delay="0"/>
                                          </p:stCondLst>
                                        </p:cTn>
                                        <p:tgtEl>
                                          <p:spTgt spid="541"/>
                                        </p:tgtEl>
                                        <p:attrNameLst>
                                          <p:attrName>style.visibility</p:attrName>
                                        </p:attrNameLst>
                                      </p:cBhvr>
                                      <p:to>
                                        <p:strVal val="visible"/>
                                      </p:to>
                                    </p:set>
                                    <p:animEffect filter="fade" transition="in">
                                      <p:cBhvr additive="repl">
                                        <p:cTn id="370" dur="500"/>
                                        <p:tgtEl>
                                          <p:spTgt spid="541"/>
                                        </p:tgtEl>
                                      </p:cBhvr>
                                    </p:animEffect>
                                  </p:childTnLst>
                                </p:cTn>
                              </p:par>
                              <p:par>
                                <p:cTn id="371" nodeType="withEffect" fill="hold" presetClass="entr" presetID="10">
                                  <p:stCondLst>
                                    <p:cond delay="0"/>
                                  </p:stCondLst>
                                  <p:childTnLst>
                                    <p:set>
                                      <p:cBhvr>
                                        <p:cTn id="372" dur="1" fill="hold">
                                          <p:stCondLst>
                                            <p:cond delay="0"/>
                                          </p:stCondLst>
                                        </p:cTn>
                                        <p:tgtEl>
                                          <p:spTgt spid="551"/>
                                        </p:tgtEl>
                                        <p:attrNameLst>
                                          <p:attrName>style.visibility</p:attrName>
                                        </p:attrNameLst>
                                      </p:cBhvr>
                                      <p:to>
                                        <p:strVal val="visible"/>
                                      </p:to>
                                    </p:set>
                                    <p:animEffect filter="fade" transition="in">
                                      <p:cBhvr additive="repl">
                                        <p:cTn id="373" dur="500"/>
                                        <p:tgtEl>
                                          <p:spTgt spid="551"/>
                                        </p:tgtEl>
                                      </p:cBhvr>
                                    </p:animEffect>
                                  </p:childTnLst>
                                </p:cTn>
                              </p:par>
                            </p:childTnLst>
                          </p:cTn>
                        </p:par>
                      </p:childTnLst>
                    </p:cTn>
                  </p:par>
                  <p:par>
                    <p:cTn id="374" fill="hold">
                      <p:stCondLst>
                        <p:cond delay="indefinite"/>
                      </p:stCondLst>
                      <p:childTnLst>
                        <p:par>
                          <p:cTn id="375" fill="hold">
                            <p:stCondLst>
                              <p:cond delay="0"/>
                            </p:stCondLst>
                            <p:childTnLst>
                              <p:par>
                                <p:cTn id="376" nodeType="clickEffect" fill="hold" presetClass="entr" presetID="10">
                                  <p:stCondLst>
                                    <p:cond delay="0"/>
                                  </p:stCondLst>
                                  <p:childTnLst>
                                    <p:set>
                                      <p:cBhvr>
                                        <p:cTn id="377" dur="1" fill="hold">
                                          <p:stCondLst>
                                            <p:cond delay="0"/>
                                          </p:stCondLst>
                                        </p:cTn>
                                        <p:tgtEl>
                                          <p:spTgt spid="542"/>
                                        </p:tgtEl>
                                        <p:attrNameLst>
                                          <p:attrName>style.visibility</p:attrName>
                                        </p:attrNameLst>
                                      </p:cBhvr>
                                      <p:to>
                                        <p:strVal val="visible"/>
                                      </p:to>
                                    </p:set>
                                    <p:animEffect filter="fade" transition="in">
                                      <p:cBhvr additive="repl">
                                        <p:cTn id="378" dur="500"/>
                                        <p:tgtEl>
                                          <p:spTgt spid="542"/>
                                        </p:tgtEl>
                                      </p:cBhvr>
                                    </p:animEffect>
                                  </p:childTnLst>
                                </p:cTn>
                              </p:par>
                              <p:par>
                                <p:cTn id="379" nodeType="withEffect" fill="hold" presetClass="entr" presetID="10">
                                  <p:stCondLst>
                                    <p:cond delay="0"/>
                                  </p:stCondLst>
                                  <p:childTnLst>
                                    <p:set>
                                      <p:cBhvr>
                                        <p:cTn id="380" dur="1" fill="hold">
                                          <p:stCondLst>
                                            <p:cond delay="0"/>
                                          </p:stCondLst>
                                        </p:cTn>
                                        <p:tgtEl>
                                          <p:spTgt spid="543"/>
                                        </p:tgtEl>
                                        <p:attrNameLst>
                                          <p:attrName>style.visibility</p:attrName>
                                        </p:attrNameLst>
                                      </p:cBhvr>
                                      <p:to>
                                        <p:strVal val="visible"/>
                                      </p:to>
                                    </p:set>
                                    <p:animEffect filter="fade" transition="in">
                                      <p:cBhvr additive="repl">
                                        <p:cTn id="381" dur="500"/>
                                        <p:tgtEl>
                                          <p:spTgt spid="543"/>
                                        </p:tgtEl>
                                      </p:cBhvr>
                                    </p:animEffect>
                                  </p:childTnLst>
                                </p:cTn>
                              </p:par>
                            </p:childTnLst>
                          </p:cTn>
                        </p:par>
                      </p:childTnLst>
                    </p:cTn>
                  </p:par>
                  <p:par>
                    <p:cTn id="382" fill="hold">
                      <p:stCondLst>
                        <p:cond delay="indefinite"/>
                      </p:stCondLst>
                      <p:childTnLst>
                        <p:par>
                          <p:cTn id="383" fill="hold">
                            <p:stCondLst>
                              <p:cond delay="0"/>
                            </p:stCondLst>
                            <p:childTnLst>
                              <p:par>
                                <p:cTn id="384" nodeType="clickEffect" fill="hold" presetClass="entr" presetID="10">
                                  <p:stCondLst>
                                    <p:cond delay="0"/>
                                  </p:stCondLst>
                                  <p:childTnLst>
                                    <p:set>
                                      <p:cBhvr>
                                        <p:cTn id="385" dur="1" fill="hold">
                                          <p:stCondLst>
                                            <p:cond delay="0"/>
                                          </p:stCondLst>
                                        </p:cTn>
                                        <p:tgtEl>
                                          <p:spTgt spid="544"/>
                                        </p:tgtEl>
                                        <p:attrNameLst>
                                          <p:attrName>style.visibility</p:attrName>
                                        </p:attrNameLst>
                                      </p:cBhvr>
                                      <p:to>
                                        <p:strVal val="visible"/>
                                      </p:to>
                                    </p:set>
                                    <p:animEffect filter="fade" transition="in">
                                      <p:cBhvr additive="repl">
                                        <p:cTn id="386" dur="500"/>
                                        <p:tgtEl>
                                          <p:spTgt spid="544"/>
                                        </p:tgtEl>
                                      </p:cBhvr>
                                    </p:animEffect>
                                  </p:childTnLst>
                                </p:cTn>
                              </p:par>
                              <p:par>
                                <p:cTn id="387" nodeType="withEffect" fill="hold" presetClass="entr" presetID="10">
                                  <p:stCondLst>
                                    <p:cond delay="0"/>
                                  </p:stCondLst>
                                  <p:childTnLst>
                                    <p:set>
                                      <p:cBhvr>
                                        <p:cTn id="388" dur="1" fill="hold">
                                          <p:stCondLst>
                                            <p:cond delay="0"/>
                                          </p:stCondLst>
                                        </p:cTn>
                                        <p:tgtEl>
                                          <p:spTgt spid="545"/>
                                        </p:tgtEl>
                                        <p:attrNameLst>
                                          <p:attrName>style.visibility</p:attrName>
                                        </p:attrNameLst>
                                      </p:cBhvr>
                                      <p:to>
                                        <p:strVal val="visible"/>
                                      </p:to>
                                    </p:set>
                                    <p:animEffect filter="fade" transition="in">
                                      <p:cBhvr additive="repl">
                                        <p:cTn id="389" dur="500"/>
                                        <p:tgtEl>
                                          <p:spTgt spid="545"/>
                                        </p:tgtEl>
                                      </p:cBhvr>
                                    </p:animEffect>
                                  </p:childTnLst>
                                </p:cTn>
                              </p:par>
                            </p:childTnLst>
                          </p:cTn>
                        </p:par>
                      </p:childTnLst>
                    </p:cTn>
                  </p:par>
                  <p:par>
                    <p:cTn id="390" fill="hold">
                      <p:stCondLst>
                        <p:cond delay="indefinite"/>
                      </p:stCondLst>
                      <p:childTnLst>
                        <p:par>
                          <p:cTn id="391" fill="hold">
                            <p:stCondLst>
                              <p:cond delay="0"/>
                            </p:stCondLst>
                            <p:childTnLst>
                              <p:par>
                                <p:cTn id="392" nodeType="clickEffect" fill="hold" presetClass="entr" presetID="10">
                                  <p:stCondLst>
                                    <p:cond delay="0"/>
                                  </p:stCondLst>
                                  <p:childTnLst>
                                    <p:set>
                                      <p:cBhvr>
                                        <p:cTn id="393" dur="1" fill="hold">
                                          <p:stCondLst>
                                            <p:cond delay="0"/>
                                          </p:stCondLst>
                                        </p:cTn>
                                        <p:tgtEl>
                                          <p:spTgt spid="546"/>
                                        </p:tgtEl>
                                        <p:attrNameLst>
                                          <p:attrName>style.visibility</p:attrName>
                                        </p:attrNameLst>
                                      </p:cBhvr>
                                      <p:to>
                                        <p:strVal val="visible"/>
                                      </p:to>
                                    </p:set>
                                    <p:animEffect filter="fade" transition="in">
                                      <p:cBhvr additive="repl">
                                        <p:cTn id="394" dur="500"/>
                                        <p:tgtEl>
                                          <p:spTgt spid="546"/>
                                        </p:tgtEl>
                                      </p:cBhvr>
                                    </p:animEffect>
                                  </p:childTnLst>
                                </p:cTn>
                              </p:par>
                              <p:par>
                                <p:cTn id="395" nodeType="withEffect" fill="hold" presetClass="entr" presetID="10">
                                  <p:stCondLst>
                                    <p:cond delay="0"/>
                                  </p:stCondLst>
                                  <p:childTnLst>
                                    <p:set>
                                      <p:cBhvr>
                                        <p:cTn id="396" dur="1" fill="hold">
                                          <p:stCondLst>
                                            <p:cond delay="0"/>
                                          </p:stCondLst>
                                        </p:cTn>
                                        <p:tgtEl>
                                          <p:spTgt spid="547"/>
                                        </p:tgtEl>
                                        <p:attrNameLst>
                                          <p:attrName>style.visibility</p:attrName>
                                        </p:attrNameLst>
                                      </p:cBhvr>
                                      <p:to>
                                        <p:strVal val="visible"/>
                                      </p:to>
                                    </p:set>
                                    <p:animEffect filter="fade" transition="in">
                                      <p:cBhvr additive="repl">
                                        <p:cTn id="397" dur="500"/>
                                        <p:tgtEl>
                                          <p:spTgt spid="547"/>
                                        </p:tgtEl>
                                      </p:cBhvr>
                                    </p:animEffect>
                                  </p:childTnLst>
                                </p:cTn>
                              </p:par>
                              <p:par>
                                <p:cTn id="398" nodeType="withEffect" fill="hold" presetClass="entr" presetID="10">
                                  <p:stCondLst>
                                    <p:cond delay="0"/>
                                  </p:stCondLst>
                                  <p:childTnLst>
                                    <p:set>
                                      <p:cBhvr>
                                        <p:cTn id="399" dur="1" fill="hold">
                                          <p:stCondLst>
                                            <p:cond delay="0"/>
                                          </p:stCondLst>
                                        </p:cTn>
                                        <p:tgtEl>
                                          <p:spTgt spid="548"/>
                                        </p:tgtEl>
                                        <p:attrNameLst>
                                          <p:attrName>style.visibility</p:attrName>
                                        </p:attrNameLst>
                                      </p:cBhvr>
                                      <p:to>
                                        <p:strVal val="visible"/>
                                      </p:to>
                                    </p:set>
                                    <p:animEffect filter="fade" transition="in">
                                      <p:cBhvr additive="repl">
                                        <p:cTn id="400" dur="500"/>
                                        <p:tgtEl>
                                          <p:spTgt spid="548"/>
                                        </p:tgtEl>
                                      </p:cBhvr>
                                    </p:animEffect>
                                  </p:childTnLst>
                                </p:cTn>
                              </p:par>
                              <p:par>
                                <p:cTn id="401" nodeType="withEffect" fill="hold" presetClass="entr" presetID="10">
                                  <p:stCondLst>
                                    <p:cond delay="0"/>
                                  </p:stCondLst>
                                  <p:childTnLst>
                                    <p:set>
                                      <p:cBhvr>
                                        <p:cTn id="402" dur="1" fill="hold">
                                          <p:stCondLst>
                                            <p:cond delay="0"/>
                                          </p:stCondLst>
                                        </p:cTn>
                                        <p:tgtEl>
                                          <p:spTgt spid="549"/>
                                        </p:tgtEl>
                                        <p:attrNameLst>
                                          <p:attrName>style.visibility</p:attrName>
                                        </p:attrNameLst>
                                      </p:cBhvr>
                                      <p:to>
                                        <p:strVal val="visible"/>
                                      </p:to>
                                    </p:set>
                                    <p:animEffect filter="fade" transition="in">
                                      <p:cBhvr additive="repl">
                                        <p:cTn id="403" dur="500"/>
                                        <p:tgtEl>
                                          <p:spTgt spid="549"/>
                                        </p:tgtEl>
                                      </p:cBhvr>
                                    </p:animEffect>
                                  </p:childTnLst>
                                </p:cTn>
                              </p:par>
                              <p:par>
                                <p:cTn id="404" nodeType="withEffect" fill="hold" presetClass="entr" presetID="10">
                                  <p:stCondLst>
                                    <p:cond delay="0"/>
                                  </p:stCondLst>
                                  <p:childTnLst>
                                    <p:set>
                                      <p:cBhvr>
                                        <p:cTn id="405" dur="1" fill="hold">
                                          <p:stCondLst>
                                            <p:cond delay="0"/>
                                          </p:stCondLst>
                                        </p:cTn>
                                        <p:tgtEl>
                                          <p:spTgt spid="550"/>
                                        </p:tgtEl>
                                        <p:attrNameLst>
                                          <p:attrName>style.visibility</p:attrName>
                                        </p:attrNameLst>
                                      </p:cBhvr>
                                      <p:to>
                                        <p:strVal val="visible"/>
                                      </p:to>
                                    </p:set>
                                    <p:animEffect filter="fade" transition="in">
                                      <p:cBhvr additive="repl">
                                        <p:cTn id="406" dur="500"/>
                                        <p:tgtEl>
                                          <p:spTgt spid="550"/>
                                        </p:tgtEl>
                                      </p:cBhvr>
                                    </p:animEffect>
                                  </p:childTnLst>
                                </p:cTn>
                              </p:par>
                              <p:par>
                                <p:cTn id="407" nodeType="withEffect" fill="hold" presetClass="entr" presetID="10">
                                  <p:stCondLst>
                                    <p:cond delay="0"/>
                                  </p:stCondLst>
                                  <p:childTnLst>
                                    <p:set>
                                      <p:cBhvr>
                                        <p:cTn id="408" dur="1" fill="hold">
                                          <p:stCondLst>
                                            <p:cond delay="0"/>
                                          </p:stCondLst>
                                        </p:cTn>
                                        <p:tgtEl>
                                          <p:spTgt spid="552"/>
                                        </p:tgtEl>
                                        <p:attrNameLst>
                                          <p:attrName>style.visibility</p:attrName>
                                        </p:attrNameLst>
                                      </p:cBhvr>
                                      <p:to>
                                        <p:strVal val="visible"/>
                                      </p:to>
                                    </p:set>
                                    <p:animEffect filter="fade" transition="in">
                                      <p:cBhvr additive="repl">
                                        <p:cTn id="409" dur="500"/>
                                        <p:tgtEl>
                                          <p:spTgt spid="552"/>
                                        </p:tgtEl>
                                      </p:cBhvr>
                                    </p:animEffect>
                                  </p:childTnLst>
                                </p:cTn>
                              </p:par>
                            </p:childTnLst>
                          </p:cTn>
                        </p:par>
                      </p:childTnLst>
                    </p:cTn>
                  </p:par>
                  <p:par>
                    <p:cTn id="410" fill="hold">
                      <p:stCondLst>
                        <p:cond delay="indefinite"/>
                      </p:stCondLst>
                      <p:childTnLst>
                        <p:par>
                          <p:cTn id="411" fill="hold">
                            <p:stCondLst>
                              <p:cond delay="0"/>
                            </p:stCondLst>
                            <p:childTnLst>
                              <p:par>
                                <p:cTn id="412" nodeType="clickEffect" fill="hold" presetClass="entr" presetID="10">
                                  <p:stCondLst>
                                    <p:cond delay="0"/>
                                  </p:stCondLst>
                                  <p:childTnLst>
                                    <p:set>
                                      <p:cBhvr>
                                        <p:cTn id="413" dur="1" fill="hold">
                                          <p:stCondLst>
                                            <p:cond delay="0"/>
                                          </p:stCondLst>
                                        </p:cTn>
                                        <p:tgtEl>
                                          <p:spTgt spid="553"/>
                                        </p:tgtEl>
                                        <p:attrNameLst>
                                          <p:attrName>style.visibility</p:attrName>
                                        </p:attrNameLst>
                                      </p:cBhvr>
                                      <p:to>
                                        <p:strVal val="visible"/>
                                      </p:to>
                                    </p:set>
                                    <p:animEffect filter="fade" transition="in">
                                      <p:cBhvr additive="repl">
                                        <p:cTn id="414" dur="500"/>
                                        <p:tgtEl>
                                          <p:spTgt spid="55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5" name="PlaceHolder 1"/>
          <p:cNvSpPr>
            <a:spLocks noGrp="1"/>
          </p:cNvSpPr>
          <p:nvPr>
            <p:ph type="title"/>
          </p:nvPr>
        </p:nvSpPr>
        <p:spPr>
          <a:xfrm>
            <a:off x="374760" y="502920"/>
            <a:ext cx="10514880" cy="102636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6" strike="noStrike">
                <a:solidFill>
                  <a:schemeClr val="dk1"/>
                </a:solidFill>
                <a:latin typeface="Avenir Next LT Pro"/>
                <a:ea typeface="Avenir Next"/>
              </a:rPr>
              <a:t>Tres grupos, un contacto a la medida de cada uno</a:t>
            </a:r>
            <a:endParaRPr b="0" lang="es-AR" sz="2400" spc="-1" strike="noStrike">
              <a:solidFill>
                <a:srgbClr val="000000"/>
              </a:solidFill>
              <a:latin typeface="Arial"/>
            </a:endParaRPr>
          </a:p>
        </p:txBody>
      </p:sp>
      <p:sp>
        <p:nvSpPr>
          <p:cNvPr id="556" name="PlaceHolder 2"/>
          <p:cNvSpPr>
            <a:spLocks noGrp="1"/>
          </p:cNvSpPr>
          <p:nvPr>
            <p:ph/>
          </p:nvPr>
        </p:nvSpPr>
        <p:spPr>
          <a:xfrm>
            <a:off x="394920" y="286920"/>
            <a:ext cx="3901680" cy="21528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6" strike="noStrike" cap="all">
                <a:solidFill>
                  <a:schemeClr val="accent1"/>
                </a:solidFill>
                <a:latin typeface="Avenir Next LT Pro"/>
                <a:ea typeface="Avenir Next"/>
              </a:rPr>
              <a:t>02 · Descripción de la solución</a:t>
            </a:r>
            <a:endParaRPr b="0" lang="es-AR" sz="900" spc="-1" strike="noStrike">
              <a:solidFill>
                <a:srgbClr val="000000"/>
              </a:solidFill>
              <a:latin typeface="Arial"/>
            </a:endParaRPr>
          </a:p>
        </p:txBody>
      </p:sp>
      <p:sp>
        <p:nvSpPr>
          <p:cNvPr id="557" name="PlaceHolder 3"/>
          <p:cNvSpPr>
            <a:spLocks noGrp="1"/>
          </p:cNvSpPr>
          <p:nvPr>
            <p:ph type="sldNum" idx="66"/>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0DBA7FEA-D77E-48AA-9E1D-1F1D8831C6A8}"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558" name="bajada"/>
          <p:cNvSpPr/>
          <p:nvPr/>
        </p:nvSpPr>
        <p:spPr>
          <a:xfrm>
            <a:off x="374760" y="1325880"/>
            <a:ext cx="10972080" cy="243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7f7f7f"/>
                </a:solidFill>
                <a:latin typeface="Avenir Next LT Pro"/>
              </a:rPr>
              <a:t>La capacidad de contacto es finita: el contacto personal va a quien más lo necesita.</a:t>
            </a:r>
            <a:endParaRPr b="0" lang="es-AR" sz="1600" spc="-1" strike="noStrike">
              <a:solidFill>
                <a:srgbClr val="000000"/>
              </a:solidFill>
              <a:latin typeface="Arial"/>
            </a:endParaRPr>
          </a:p>
        </p:txBody>
      </p:sp>
      <p:sp>
        <p:nvSpPr>
          <p:cNvPr id="559" name="g1_head"/>
          <p:cNvSpPr/>
          <p:nvPr/>
        </p:nvSpPr>
        <p:spPr>
          <a:xfrm>
            <a:off x="374760" y="1874520"/>
            <a:ext cx="3611160" cy="959400"/>
          </a:xfrm>
          <a:prstGeom prst="rect">
            <a:avLst/>
          </a:prstGeom>
          <a:solidFill>
            <a:srgbClr val="00095b"/>
          </a:solidFill>
          <a:ln>
            <a:noFill/>
          </a:ln>
        </p:spPr>
        <p:style>
          <a:lnRef idx="1">
            <a:schemeClr val="accent1"/>
          </a:lnRef>
          <a:fillRef idx="3">
            <a:schemeClr val="accent1"/>
          </a:fillRef>
          <a:effectRef idx="2">
            <a:schemeClr val="accent1"/>
          </a:effectRef>
          <a:fontRef idx="minor"/>
        </p:style>
        <p:txBody>
          <a:bodyPr lIns="73080" rIns="73080" tIns="27360" bIns="27360" anchor="ctr">
            <a:noAutofit/>
          </a:bodyPr>
          <a:p>
            <a:pPr algn="ctr" defTabSz="914400">
              <a:lnSpc>
                <a:spcPct val="100000"/>
              </a:lnSpc>
            </a:pPr>
            <a:r>
              <a:rPr b="1" lang="en-US" sz="2200" spc="197" strike="noStrike">
                <a:solidFill>
                  <a:srgbClr val="ffffff"/>
                </a:solidFill>
                <a:latin typeface="Avenir Next LT Pro"/>
              </a:rPr>
              <a:t>ALTO</a:t>
            </a:r>
            <a:endParaRPr b="0" lang="es-AR" sz="2200" spc="-1" strike="noStrike">
              <a:solidFill>
                <a:srgbClr val="ffffff"/>
              </a:solidFill>
              <a:latin typeface="Arial"/>
            </a:endParaRPr>
          </a:p>
          <a:p>
            <a:pPr algn="ctr" defTabSz="914400">
              <a:lnSpc>
                <a:spcPct val="100000"/>
              </a:lnSpc>
            </a:pPr>
            <a:r>
              <a:rPr b="0" lang="en-US" sz="1300" spc="-1" strike="noStrike">
                <a:solidFill>
                  <a:srgbClr val="ffffff"/>
                </a:solidFill>
                <a:latin typeface="Avenir Next LT Pro"/>
              </a:rPr>
              <a:t>20 % de la lista</a:t>
            </a:r>
            <a:endParaRPr b="0" lang="es-AR" sz="1300" spc="-1" strike="noStrike">
              <a:solidFill>
                <a:srgbClr val="ffffff"/>
              </a:solidFill>
              <a:latin typeface="Arial"/>
            </a:endParaRPr>
          </a:p>
        </p:txBody>
      </p:sp>
      <p:sp>
        <p:nvSpPr>
          <p:cNvPr id="560" name="g1_cuerpo"/>
          <p:cNvSpPr/>
          <p:nvPr/>
        </p:nvSpPr>
        <p:spPr>
          <a:xfrm>
            <a:off x="374760" y="2834640"/>
            <a:ext cx="3611160" cy="2605320"/>
          </a:xfrm>
          <a:prstGeom prst="rect">
            <a:avLst/>
          </a:prstGeom>
          <a:noFill/>
          <a:ln w="12700">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61" name="g1_dato"/>
          <p:cNvSpPr/>
          <p:nvPr/>
        </p:nvSpPr>
        <p:spPr>
          <a:xfrm>
            <a:off x="557640" y="3154680"/>
            <a:ext cx="3245400" cy="3049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000" spc="-1" strike="noStrike">
                <a:solidFill>
                  <a:srgbClr val="1700f3"/>
                </a:solidFill>
                <a:latin typeface="Avenir Next LT Pro"/>
              </a:rPr>
              <a:t>8 de cada 10 se van</a:t>
            </a:r>
            <a:endParaRPr b="0" lang="es-AR" sz="2000" spc="-1" strike="noStrike">
              <a:solidFill>
                <a:srgbClr val="000000"/>
              </a:solidFill>
              <a:latin typeface="Arial"/>
            </a:endParaRPr>
          </a:p>
        </p:txBody>
      </p:sp>
      <p:sp>
        <p:nvSpPr>
          <p:cNvPr id="562" name="g1_desc"/>
          <p:cNvSpPr/>
          <p:nvPr/>
        </p:nvSpPr>
        <p:spPr>
          <a:xfrm>
            <a:off x="694800" y="3977640"/>
            <a:ext cx="2971080" cy="9144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500" spc="-1" strike="noStrike">
                <a:solidFill>
                  <a:srgbClr val="00095b"/>
                </a:solidFill>
                <a:latin typeface="Avenir Next LT Pro"/>
              </a:rPr>
              <a:t>Clientes con varias señales de alejamiento: atrasados, con pocas visitas, en la etapa de mayor riesgo.</a:t>
            </a:r>
            <a:endParaRPr b="0" lang="es-AR" sz="1500" spc="-1" strike="noStrike">
              <a:solidFill>
                <a:srgbClr val="000000"/>
              </a:solidFill>
              <a:latin typeface="Arial"/>
            </a:endParaRPr>
          </a:p>
        </p:txBody>
      </p:sp>
      <p:sp>
        <p:nvSpPr>
          <p:cNvPr id="563" name="g2_head"/>
          <p:cNvSpPr/>
          <p:nvPr/>
        </p:nvSpPr>
        <p:spPr>
          <a:xfrm>
            <a:off x="4288680" y="1874520"/>
            <a:ext cx="3611160" cy="95940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73080" rIns="73080" tIns="27360" bIns="27360" anchor="ctr">
            <a:noAutofit/>
          </a:bodyPr>
          <a:p>
            <a:pPr algn="ctr" defTabSz="914400">
              <a:lnSpc>
                <a:spcPct val="100000"/>
              </a:lnSpc>
            </a:pPr>
            <a:r>
              <a:rPr b="1" lang="en-US" sz="2200" spc="197" strike="noStrike">
                <a:solidFill>
                  <a:srgbClr val="ffffff"/>
                </a:solidFill>
                <a:latin typeface="Avenir Next LT Pro"/>
              </a:rPr>
              <a:t>MEDIO</a:t>
            </a:r>
            <a:endParaRPr b="0" lang="es-AR" sz="2200" spc="-1" strike="noStrike">
              <a:solidFill>
                <a:srgbClr val="ffffff"/>
              </a:solidFill>
              <a:latin typeface="Arial"/>
            </a:endParaRPr>
          </a:p>
          <a:p>
            <a:pPr algn="ctr" defTabSz="914400">
              <a:lnSpc>
                <a:spcPct val="100000"/>
              </a:lnSpc>
            </a:pPr>
            <a:r>
              <a:rPr b="0" lang="en-US" sz="1300" spc="-1" strike="noStrike">
                <a:solidFill>
                  <a:srgbClr val="ffffff"/>
                </a:solidFill>
                <a:latin typeface="Avenir Next LT Pro"/>
              </a:rPr>
              <a:t>30 % de la lista</a:t>
            </a:r>
            <a:endParaRPr b="0" lang="es-AR" sz="1300" spc="-1" strike="noStrike">
              <a:solidFill>
                <a:srgbClr val="ffffff"/>
              </a:solidFill>
              <a:latin typeface="Arial"/>
            </a:endParaRPr>
          </a:p>
        </p:txBody>
      </p:sp>
      <p:sp>
        <p:nvSpPr>
          <p:cNvPr id="564" name="g2_cuerpo"/>
          <p:cNvSpPr/>
          <p:nvPr/>
        </p:nvSpPr>
        <p:spPr>
          <a:xfrm>
            <a:off x="4288680" y="2834640"/>
            <a:ext cx="3611160" cy="2605320"/>
          </a:xfrm>
          <a:prstGeom prst="rect">
            <a:avLst/>
          </a:prstGeom>
          <a:noFill/>
          <a:ln w="12700">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65" name="g2_dato"/>
          <p:cNvSpPr/>
          <p:nvPr/>
        </p:nvSpPr>
        <p:spPr>
          <a:xfrm>
            <a:off x="4471560" y="3154680"/>
            <a:ext cx="3245400" cy="3049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000" spc="-1" strike="noStrike">
                <a:solidFill>
                  <a:srgbClr val="1700f3"/>
                </a:solidFill>
                <a:latin typeface="Avenir Next LT Pro"/>
              </a:rPr>
              <a:t>5 de cada 10 se van</a:t>
            </a:r>
            <a:endParaRPr b="0" lang="es-AR" sz="2000" spc="-1" strike="noStrike">
              <a:solidFill>
                <a:srgbClr val="000000"/>
              </a:solidFill>
              <a:latin typeface="Arial"/>
            </a:endParaRPr>
          </a:p>
        </p:txBody>
      </p:sp>
      <p:sp>
        <p:nvSpPr>
          <p:cNvPr id="566" name="g2_desc"/>
          <p:cNvSpPr/>
          <p:nvPr/>
        </p:nvSpPr>
        <p:spPr>
          <a:xfrm>
            <a:off x="4608720" y="3977640"/>
            <a:ext cx="2971080" cy="6858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500" spc="-1" strike="noStrike">
                <a:solidFill>
                  <a:srgbClr val="00095b"/>
                </a:solidFill>
                <a:latin typeface="Avenir Next LT Pro"/>
              </a:rPr>
              <a:t>Clientes con alguna señal de alejamiento, pero todavía cerca de la marca.</a:t>
            </a:r>
            <a:endParaRPr b="0" lang="es-AR" sz="1500" spc="-1" strike="noStrike">
              <a:solidFill>
                <a:srgbClr val="000000"/>
              </a:solidFill>
              <a:latin typeface="Arial"/>
            </a:endParaRPr>
          </a:p>
        </p:txBody>
      </p:sp>
      <p:sp>
        <p:nvSpPr>
          <p:cNvPr id="567" name="g3_head"/>
          <p:cNvSpPr/>
          <p:nvPr/>
        </p:nvSpPr>
        <p:spPr>
          <a:xfrm>
            <a:off x="8202240" y="1874520"/>
            <a:ext cx="3611160" cy="959400"/>
          </a:xfrm>
          <a:prstGeom prst="rect">
            <a:avLst/>
          </a:prstGeom>
          <a:solidFill>
            <a:srgbClr val="f3f3f3"/>
          </a:solidFill>
          <a:ln w="12700">
            <a:solidFill>
              <a:srgbClr val="b9bcbd"/>
            </a:solidFill>
          </a:ln>
        </p:spPr>
        <p:style>
          <a:lnRef idx="1">
            <a:schemeClr val="accent1"/>
          </a:lnRef>
          <a:fillRef idx="3">
            <a:schemeClr val="accent1"/>
          </a:fillRef>
          <a:effectRef idx="2">
            <a:schemeClr val="accent1"/>
          </a:effectRef>
          <a:fontRef idx="minor"/>
        </p:style>
        <p:txBody>
          <a:bodyPr lIns="73080" rIns="73080" tIns="27360" bIns="27360" anchor="ctr">
            <a:noAutofit/>
          </a:bodyPr>
          <a:p>
            <a:pPr algn="ctr" defTabSz="914400">
              <a:lnSpc>
                <a:spcPct val="100000"/>
              </a:lnSpc>
            </a:pPr>
            <a:r>
              <a:rPr b="1" lang="en-US" sz="2200" spc="197" strike="noStrike">
                <a:solidFill>
                  <a:srgbClr val="00095b"/>
                </a:solidFill>
                <a:latin typeface="Avenir Next LT Pro"/>
              </a:rPr>
              <a:t>BAJO</a:t>
            </a:r>
            <a:endParaRPr b="0" lang="es-AR" sz="2200" spc="-1" strike="noStrike">
              <a:solidFill>
                <a:srgbClr val="000000"/>
              </a:solidFill>
              <a:latin typeface="Arial"/>
            </a:endParaRPr>
          </a:p>
          <a:p>
            <a:pPr algn="ctr" defTabSz="914400">
              <a:lnSpc>
                <a:spcPct val="100000"/>
              </a:lnSpc>
            </a:pPr>
            <a:r>
              <a:rPr b="0" lang="en-US" sz="1300" spc="-1" strike="noStrike">
                <a:solidFill>
                  <a:srgbClr val="00095b"/>
                </a:solidFill>
                <a:latin typeface="Avenir Next LT Pro"/>
              </a:rPr>
              <a:t>50 % de la lista</a:t>
            </a:r>
            <a:endParaRPr b="0" lang="es-AR" sz="1300" spc="-1" strike="noStrike">
              <a:solidFill>
                <a:srgbClr val="000000"/>
              </a:solidFill>
              <a:latin typeface="Arial"/>
            </a:endParaRPr>
          </a:p>
        </p:txBody>
      </p:sp>
      <p:sp>
        <p:nvSpPr>
          <p:cNvPr id="568" name="g3_cuerpo"/>
          <p:cNvSpPr/>
          <p:nvPr/>
        </p:nvSpPr>
        <p:spPr>
          <a:xfrm>
            <a:off x="8202240" y="2834640"/>
            <a:ext cx="3611160" cy="2605320"/>
          </a:xfrm>
          <a:prstGeom prst="rect">
            <a:avLst/>
          </a:prstGeom>
          <a:noFill/>
          <a:ln w="12700">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69" name="g3_dato"/>
          <p:cNvSpPr/>
          <p:nvPr/>
        </p:nvSpPr>
        <p:spPr>
          <a:xfrm>
            <a:off x="8385120" y="3154680"/>
            <a:ext cx="3245400" cy="3049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000" spc="-1" strike="noStrike">
                <a:solidFill>
                  <a:srgbClr val="00095b"/>
                </a:solidFill>
                <a:latin typeface="Avenir Next LT Pro"/>
              </a:rPr>
              <a:t>3 de cada 4 vuelven solos</a:t>
            </a:r>
            <a:endParaRPr b="0" lang="es-AR" sz="2000" spc="-1" strike="noStrike">
              <a:solidFill>
                <a:srgbClr val="000000"/>
              </a:solidFill>
              <a:latin typeface="Arial"/>
            </a:endParaRPr>
          </a:p>
        </p:txBody>
      </p:sp>
      <p:sp>
        <p:nvSpPr>
          <p:cNvPr id="570" name="g3_desc"/>
          <p:cNvSpPr/>
          <p:nvPr/>
        </p:nvSpPr>
        <p:spPr>
          <a:xfrm>
            <a:off x="8522280" y="3977640"/>
            <a:ext cx="2971080" cy="4572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500" spc="-1" strike="noStrike">
                <a:solidFill>
                  <a:srgbClr val="00095b"/>
                </a:solidFill>
                <a:latin typeface="Avenir Next LT Pro"/>
              </a:rPr>
              <a:t>Clientes fieles, que vuelven al taller por su cuenta.</a:t>
            </a:r>
            <a:endParaRPr b="0" lang="es-AR" sz="1500" spc="-1" strike="noStrike">
              <a:solidFill>
                <a:srgbClr val="000000"/>
              </a:solidFill>
              <a:latin typeface="Arial"/>
            </a:endParaRPr>
          </a:p>
        </p:txBody>
      </p:sp>
      <p:sp>
        <p:nvSpPr>
          <p:cNvPr id="571" name="reglas"/>
          <p:cNvSpPr/>
          <p:nvPr/>
        </p:nvSpPr>
        <p:spPr>
          <a:xfrm>
            <a:off x="374760" y="5669280"/>
            <a:ext cx="11429280" cy="2134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400" spc="-1" strike="noStrike">
                <a:solidFill>
                  <a:srgbClr val="00095b"/>
                </a:solidFill>
                <a:latin typeface="Avenir Next LT Pro"/>
              </a:rPr>
              <a:t>Si ya tiene turno, no se lo contacta   ·   Varias camionetas, un solo contacto   ·   Primero, el que tiene menos días de margen</a:t>
            </a:r>
            <a:endParaRPr b="0" lang="es-AR" sz="1400" spc="-1" strike="noStrike">
              <a:solidFill>
                <a:srgbClr val="000000"/>
              </a:solidFill>
              <a:latin typeface="Arial"/>
            </a:endParaRPr>
          </a:p>
        </p:txBody>
      </p:sp>
      <p:sp>
        <p:nvSpPr>
          <p:cNvPr id="572"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Teodoro Samaan Piroli</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415" dur="indefinite" restart="never" nodeType="tmRoot">
          <p:childTnLst>
            <p:seq>
              <p:cTn id="416" dur="indefinite" nodeType="mainSeq">
                <p:childTnLst>
                  <p:par>
                    <p:cTn id="417" fill="hold">
                      <p:stCondLst>
                        <p:cond delay="indefinite"/>
                      </p:stCondLst>
                      <p:childTnLst>
                        <p:par>
                          <p:cTn id="418" fill="hold">
                            <p:stCondLst>
                              <p:cond delay="0"/>
                            </p:stCondLst>
                            <p:childTnLst>
                              <p:par>
                                <p:cTn id="419" nodeType="clickEffect" fill="hold" presetClass="entr" presetID="10">
                                  <p:stCondLst>
                                    <p:cond delay="0"/>
                                  </p:stCondLst>
                                  <p:childTnLst>
                                    <p:set>
                                      <p:cBhvr>
                                        <p:cTn id="420" dur="1" fill="hold">
                                          <p:stCondLst>
                                            <p:cond delay="0"/>
                                          </p:stCondLst>
                                        </p:cTn>
                                        <p:tgtEl>
                                          <p:spTgt spid="559"/>
                                        </p:tgtEl>
                                        <p:attrNameLst>
                                          <p:attrName>style.visibility</p:attrName>
                                        </p:attrNameLst>
                                      </p:cBhvr>
                                      <p:to>
                                        <p:strVal val="visible"/>
                                      </p:to>
                                    </p:set>
                                    <p:animEffect filter="fade" transition="in">
                                      <p:cBhvr additive="repl">
                                        <p:cTn id="421" dur="500"/>
                                        <p:tgtEl>
                                          <p:spTgt spid="559"/>
                                        </p:tgtEl>
                                      </p:cBhvr>
                                    </p:animEffect>
                                  </p:childTnLst>
                                </p:cTn>
                              </p:par>
                              <p:par>
                                <p:cTn id="422" nodeType="withEffect" fill="hold" presetClass="entr" presetID="10">
                                  <p:stCondLst>
                                    <p:cond delay="0"/>
                                  </p:stCondLst>
                                  <p:childTnLst>
                                    <p:set>
                                      <p:cBhvr>
                                        <p:cTn id="423" dur="1" fill="hold">
                                          <p:stCondLst>
                                            <p:cond delay="0"/>
                                          </p:stCondLst>
                                        </p:cTn>
                                        <p:tgtEl>
                                          <p:spTgt spid="560"/>
                                        </p:tgtEl>
                                        <p:attrNameLst>
                                          <p:attrName>style.visibility</p:attrName>
                                        </p:attrNameLst>
                                      </p:cBhvr>
                                      <p:to>
                                        <p:strVal val="visible"/>
                                      </p:to>
                                    </p:set>
                                    <p:animEffect filter="fade" transition="in">
                                      <p:cBhvr additive="repl">
                                        <p:cTn id="424" dur="500"/>
                                        <p:tgtEl>
                                          <p:spTgt spid="560"/>
                                        </p:tgtEl>
                                      </p:cBhvr>
                                    </p:animEffect>
                                  </p:childTnLst>
                                </p:cTn>
                              </p:par>
                              <p:par>
                                <p:cTn id="425" nodeType="withEffect" fill="hold" presetClass="entr" presetID="10">
                                  <p:stCondLst>
                                    <p:cond delay="0"/>
                                  </p:stCondLst>
                                  <p:childTnLst>
                                    <p:set>
                                      <p:cBhvr>
                                        <p:cTn id="426" dur="1" fill="hold">
                                          <p:stCondLst>
                                            <p:cond delay="0"/>
                                          </p:stCondLst>
                                        </p:cTn>
                                        <p:tgtEl>
                                          <p:spTgt spid="561"/>
                                        </p:tgtEl>
                                        <p:attrNameLst>
                                          <p:attrName>style.visibility</p:attrName>
                                        </p:attrNameLst>
                                      </p:cBhvr>
                                      <p:to>
                                        <p:strVal val="visible"/>
                                      </p:to>
                                    </p:set>
                                    <p:animEffect filter="fade" transition="in">
                                      <p:cBhvr additive="repl">
                                        <p:cTn id="427" dur="500"/>
                                        <p:tgtEl>
                                          <p:spTgt spid="561"/>
                                        </p:tgtEl>
                                      </p:cBhvr>
                                    </p:animEffect>
                                  </p:childTnLst>
                                </p:cTn>
                              </p:par>
                              <p:par>
                                <p:cTn id="428" nodeType="withEffect" fill="hold" presetClass="entr" presetID="10">
                                  <p:stCondLst>
                                    <p:cond delay="0"/>
                                  </p:stCondLst>
                                  <p:childTnLst>
                                    <p:set>
                                      <p:cBhvr>
                                        <p:cTn id="429" dur="1" fill="hold">
                                          <p:stCondLst>
                                            <p:cond delay="0"/>
                                          </p:stCondLst>
                                        </p:cTn>
                                        <p:tgtEl>
                                          <p:spTgt spid="562"/>
                                        </p:tgtEl>
                                        <p:attrNameLst>
                                          <p:attrName>style.visibility</p:attrName>
                                        </p:attrNameLst>
                                      </p:cBhvr>
                                      <p:to>
                                        <p:strVal val="visible"/>
                                      </p:to>
                                    </p:set>
                                    <p:animEffect filter="fade" transition="in">
                                      <p:cBhvr additive="repl">
                                        <p:cTn id="430" dur="500"/>
                                        <p:tgtEl>
                                          <p:spTgt spid="562"/>
                                        </p:tgtEl>
                                      </p:cBhvr>
                                    </p:animEffect>
                                  </p:childTnLst>
                                </p:cTn>
                              </p:par>
                            </p:childTnLst>
                          </p:cTn>
                        </p:par>
                      </p:childTnLst>
                    </p:cTn>
                  </p:par>
                  <p:par>
                    <p:cTn id="431" fill="hold">
                      <p:stCondLst>
                        <p:cond delay="indefinite"/>
                      </p:stCondLst>
                      <p:childTnLst>
                        <p:par>
                          <p:cTn id="432" fill="hold">
                            <p:stCondLst>
                              <p:cond delay="0"/>
                            </p:stCondLst>
                            <p:childTnLst>
                              <p:par>
                                <p:cTn id="433" nodeType="clickEffect" fill="hold" presetClass="entr" presetID="10">
                                  <p:stCondLst>
                                    <p:cond delay="0"/>
                                  </p:stCondLst>
                                  <p:childTnLst>
                                    <p:set>
                                      <p:cBhvr>
                                        <p:cTn id="434" dur="1" fill="hold">
                                          <p:stCondLst>
                                            <p:cond delay="0"/>
                                          </p:stCondLst>
                                        </p:cTn>
                                        <p:tgtEl>
                                          <p:spTgt spid="563"/>
                                        </p:tgtEl>
                                        <p:attrNameLst>
                                          <p:attrName>style.visibility</p:attrName>
                                        </p:attrNameLst>
                                      </p:cBhvr>
                                      <p:to>
                                        <p:strVal val="visible"/>
                                      </p:to>
                                    </p:set>
                                    <p:animEffect filter="fade" transition="in">
                                      <p:cBhvr additive="repl">
                                        <p:cTn id="435" dur="500"/>
                                        <p:tgtEl>
                                          <p:spTgt spid="563"/>
                                        </p:tgtEl>
                                      </p:cBhvr>
                                    </p:animEffect>
                                  </p:childTnLst>
                                </p:cTn>
                              </p:par>
                              <p:par>
                                <p:cTn id="436" nodeType="withEffect" fill="hold" presetClass="entr" presetID="10">
                                  <p:stCondLst>
                                    <p:cond delay="0"/>
                                  </p:stCondLst>
                                  <p:childTnLst>
                                    <p:set>
                                      <p:cBhvr>
                                        <p:cTn id="437" dur="1" fill="hold">
                                          <p:stCondLst>
                                            <p:cond delay="0"/>
                                          </p:stCondLst>
                                        </p:cTn>
                                        <p:tgtEl>
                                          <p:spTgt spid="564"/>
                                        </p:tgtEl>
                                        <p:attrNameLst>
                                          <p:attrName>style.visibility</p:attrName>
                                        </p:attrNameLst>
                                      </p:cBhvr>
                                      <p:to>
                                        <p:strVal val="visible"/>
                                      </p:to>
                                    </p:set>
                                    <p:animEffect filter="fade" transition="in">
                                      <p:cBhvr additive="repl">
                                        <p:cTn id="438" dur="500"/>
                                        <p:tgtEl>
                                          <p:spTgt spid="564"/>
                                        </p:tgtEl>
                                      </p:cBhvr>
                                    </p:animEffect>
                                  </p:childTnLst>
                                </p:cTn>
                              </p:par>
                              <p:par>
                                <p:cTn id="439" nodeType="withEffect" fill="hold" presetClass="entr" presetID="10">
                                  <p:stCondLst>
                                    <p:cond delay="0"/>
                                  </p:stCondLst>
                                  <p:childTnLst>
                                    <p:set>
                                      <p:cBhvr>
                                        <p:cTn id="440" dur="1" fill="hold">
                                          <p:stCondLst>
                                            <p:cond delay="0"/>
                                          </p:stCondLst>
                                        </p:cTn>
                                        <p:tgtEl>
                                          <p:spTgt spid="565"/>
                                        </p:tgtEl>
                                        <p:attrNameLst>
                                          <p:attrName>style.visibility</p:attrName>
                                        </p:attrNameLst>
                                      </p:cBhvr>
                                      <p:to>
                                        <p:strVal val="visible"/>
                                      </p:to>
                                    </p:set>
                                    <p:animEffect filter="fade" transition="in">
                                      <p:cBhvr additive="repl">
                                        <p:cTn id="441" dur="500"/>
                                        <p:tgtEl>
                                          <p:spTgt spid="565"/>
                                        </p:tgtEl>
                                      </p:cBhvr>
                                    </p:animEffect>
                                  </p:childTnLst>
                                </p:cTn>
                              </p:par>
                              <p:par>
                                <p:cTn id="442" nodeType="withEffect" fill="hold" presetClass="entr" presetID="10">
                                  <p:stCondLst>
                                    <p:cond delay="0"/>
                                  </p:stCondLst>
                                  <p:childTnLst>
                                    <p:set>
                                      <p:cBhvr>
                                        <p:cTn id="443" dur="1" fill="hold">
                                          <p:stCondLst>
                                            <p:cond delay="0"/>
                                          </p:stCondLst>
                                        </p:cTn>
                                        <p:tgtEl>
                                          <p:spTgt spid="566"/>
                                        </p:tgtEl>
                                        <p:attrNameLst>
                                          <p:attrName>style.visibility</p:attrName>
                                        </p:attrNameLst>
                                      </p:cBhvr>
                                      <p:to>
                                        <p:strVal val="visible"/>
                                      </p:to>
                                    </p:set>
                                    <p:animEffect filter="fade" transition="in">
                                      <p:cBhvr additive="repl">
                                        <p:cTn id="444" dur="500"/>
                                        <p:tgtEl>
                                          <p:spTgt spid="566"/>
                                        </p:tgtEl>
                                      </p:cBhvr>
                                    </p:animEffect>
                                  </p:childTnLst>
                                </p:cTn>
                              </p:par>
                            </p:childTnLst>
                          </p:cTn>
                        </p:par>
                      </p:childTnLst>
                    </p:cTn>
                  </p:par>
                  <p:par>
                    <p:cTn id="445" fill="hold">
                      <p:stCondLst>
                        <p:cond delay="indefinite"/>
                      </p:stCondLst>
                      <p:childTnLst>
                        <p:par>
                          <p:cTn id="446" fill="hold">
                            <p:stCondLst>
                              <p:cond delay="0"/>
                            </p:stCondLst>
                            <p:childTnLst>
                              <p:par>
                                <p:cTn id="447" nodeType="clickEffect" fill="hold" presetClass="entr" presetID="10">
                                  <p:stCondLst>
                                    <p:cond delay="0"/>
                                  </p:stCondLst>
                                  <p:childTnLst>
                                    <p:set>
                                      <p:cBhvr>
                                        <p:cTn id="448" dur="1" fill="hold">
                                          <p:stCondLst>
                                            <p:cond delay="0"/>
                                          </p:stCondLst>
                                        </p:cTn>
                                        <p:tgtEl>
                                          <p:spTgt spid="567"/>
                                        </p:tgtEl>
                                        <p:attrNameLst>
                                          <p:attrName>style.visibility</p:attrName>
                                        </p:attrNameLst>
                                      </p:cBhvr>
                                      <p:to>
                                        <p:strVal val="visible"/>
                                      </p:to>
                                    </p:set>
                                    <p:animEffect filter="fade" transition="in">
                                      <p:cBhvr additive="repl">
                                        <p:cTn id="449" dur="500"/>
                                        <p:tgtEl>
                                          <p:spTgt spid="567"/>
                                        </p:tgtEl>
                                      </p:cBhvr>
                                    </p:animEffect>
                                  </p:childTnLst>
                                </p:cTn>
                              </p:par>
                              <p:par>
                                <p:cTn id="450" nodeType="withEffect" fill="hold" presetClass="entr" presetID="10">
                                  <p:stCondLst>
                                    <p:cond delay="0"/>
                                  </p:stCondLst>
                                  <p:childTnLst>
                                    <p:set>
                                      <p:cBhvr>
                                        <p:cTn id="451" dur="1" fill="hold">
                                          <p:stCondLst>
                                            <p:cond delay="0"/>
                                          </p:stCondLst>
                                        </p:cTn>
                                        <p:tgtEl>
                                          <p:spTgt spid="568"/>
                                        </p:tgtEl>
                                        <p:attrNameLst>
                                          <p:attrName>style.visibility</p:attrName>
                                        </p:attrNameLst>
                                      </p:cBhvr>
                                      <p:to>
                                        <p:strVal val="visible"/>
                                      </p:to>
                                    </p:set>
                                    <p:animEffect filter="fade" transition="in">
                                      <p:cBhvr additive="repl">
                                        <p:cTn id="452" dur="500"/>
                                        <p:tgtEl>
                                          <p:spTgt spid="568"/>
                                        </p:tgtEl>
                                      </p:cBhvr>
                                    </p:animEffect>
                                  </p:childTnLst>
                                </p:cTn>
                              </p:par>
                              <p:par>
                                <p:cTn id="453" nodeType="withEffect" fill="hold" presetClass="entr" presetID="10">
                                  <p:stCondLst>
                                    <p:cond delay="0"/>
                                  </p:stCondLst>
                                  <p:childTnLst>
                                    <p:set>
                                      <p:cBhvr>
                                        <p:cTn id="454" dur="1" fill="hold">
                                          <p:stCondLst>
                                            <p:cond delay="0"/>
                                          </p:stCondLst>
                                        </p:cTn>
                                        <p:tgtEl>
                                          <p:spTgt spid="569"/>
                                        </p:tgtEl>
                                        <p:attrNameLst>
                                          <p:attrName>style.visibility</p:attrName>
                                        </p:attrNameLst>
                                      </p:cBhvr>
                                      <p:to>
                                        <p:strVal val="visible"/>
                                      </p:to>
                                    </p:set>
                                    <p:animEffect filter="fade" transition="in">
                                      <p:cBhvr additive="repl">
                                        <p:cTn id="455" dur="500"/>
                                        <p:tgtEl>
                                          <p:spTgt spid="569"/>
                                        </p:tgtEl>
                                      </p:cBhvr>
                                    </p:animEffect>
                                  </p:childTnLst>
                                </p:cTn>
                              </p:par>
                              <p:par>
                                <p:cTn id="456" nodeType="withEffect" fill="hold" presetClass="entr" presetID="10">
                                  <p:stCondLst>
                                    <p:cond delay="0"/>
                                  </p:stCondLst>
                                  <p:childTnLst>
                                    <p:set>
                                      <p:cBhvr>
                                        <p:cTn id="457" dur="1" fill="hold">
                                          <p:stCondLst>
                                            <p:cond delay="0"/>
                                          </p:stCondLst>
                                        </p:cTn>
                                        <p:tgtEl>
                                          <p:spTgt spid="570"/>
                                        </p:tgtEl>
                                        <p:attrNameLst>
                                          <p:attrName>style.visibility</p:attrName>
                                        </p:attrNameLst>
                                      </p:cBhvr>
                                      <p:to>
                                        <p:strVal val="visible"/>
                                      </p:to>
                                    </p:set>
                                    <p:animEffect filter="fade" transition="in">
                                      <p:cBhvr additive="repl">
                                        <p:cTn id="458" dur="500"/>
                                        <p:tgtEl>
                                          <p:spTgt spid="570"/>
                                        </p:tgtEl>
                                      </p:cBhvr>
                                    </p:animEffect>
                                  </p:childTnLst>
                                </p:cTn>
                              </p:par>
                            </p:childTnLst>
                          </p:cTn>
                        </p:par>
                      </p:childTnLst>
                    </p:cTn>
                  </p:par>
                  <p:par>
                    <p:cTn id="459" fill="hold">
                      <p:stCondLst>
                        <p:cond delay="indefinite"/>
                      </p:stCondLst>
                      <p:childTnLst>
                        <p:par>
                          <p:cTn id="460" fill="hold">
                            <p:stCondLst>
                              <p:cond delay="0"/>
                            </p:stCondLst>
                            <p:childTnLst>
                              <p:par>
                                <p:cTn id="461" nodeType="clickEffect" fill="hold" presetClass="entr" presetID="10">
                                  <p:stCondLst>
                                    <p:cond delay="0"/>
                                  </p:stCondLst>
                                  <p:childTnLst>
                                    <p:set>
                                      <p:cBhvr>
                                        <p:cTn id="462" dur="1" fill="hold">
                                          <p:stCondLst>
                                            <p:cond delay="0"/>
                                          </p:stCondLst>
                                        </p:cTn>
                                        <p:tgtEl>
                                          <p:spTgt spid="571"/>
                                        </p:tgtEl>
                                        <p:attrNameLst>
                                          <p:attrName>style.visibility</p:attrName>
                                        </p:attrNameLst>
                                      </p:cBhvr>
                                      <p:to>
                                        <p:strVal val="visible"/>
                                      </p:to>
                                    </p:set>
                                    <p:animEffect filter="fade" transition="in">
                                      <p:cBhvr additive="repl">
                                        <p:cTn id="463" dur="500"/>
                                        <p:tgtEl>
                                          <p:spTgt spid="57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3" name="PlaceHolder 1"/>
          <p:cNvSpPr>
            <a:spLocks noGrp="1"/>
          </p:cNvSpPr>
          <p:nvPr>
            <p:ph type="title"/>
          </p:nvPr>
        </p:nvSpPr>
        <p:spPr>
          <a:xfrm>
            <a:off x="996840" y="3033000"/>
            <a:ext cx="10524240" cy="395280"/>
          </a:xfrm>
          <a:prstGeom prst="rect">
            <a:avLst/>
          </a:prstGeom>
          <a:noFill/>
          <a:ln w="0">
            <a:noFill/>
          </a:ln>
        </p:spPr>
        <p:txBody>
          <a:bodyPr lIns="0" rIns="91440" tIns="45720" bIns="45720" anchor="t">
            <a:noAutofit/>
          </a:bodyPr>
          <a:p>
            <a:pPr indent="0" defTabSz="914400">
              <a:lnSpc>
                <a:spcPct val="100000"/>
              </a:lnSpc>
              <a:buNone/>
              <a:tabLst>
                <a:tab algn="l" pos="0"/>
              </a:tabLst>
            </a:pPr>
            <a:r>
              <a:rPr b="0" lang="en-US" sz="2400" spc="35" strike="noStrike">
                <a:solidFill>
                  <a:schemeClr val="dk1"/>
                </a:solidFill>
                <a:latin typeface="Avenir Next LT Pro"/>
                <a:ea typeface="Avenir Next"/>
              </a:rPr>
              <a:t>Factibilidad económica</a:t>
            </a:r>
            <a:endParaRPr b="0" lang="es-AR" sz="2400" spc="-1" strike="noStrike">
              <a:solidFill>
                <a:srgbClr val="000000"/>
              </a:solidFill>
              <a:latin typeface="Arial"/>
            </a:endParaRPr>
          </a:p>
        </p:txBody>
      </p:sp>
      <p:sp>
        <p:nvSpPr>
          <p:cNvPr id="574" name="PlaceHolder 2"/>
          <p:cNvSpPr>
            <a:spLocks noGrp="1"/>
          </p:cNvSpPr>
          <p:nvPr>
            <p:ph/>
          </p:nvPr>
        </p:nvSpPr>
        <p:spPr>
          <a:xfrm>
            <a:off x="996840" y="3584520"/>
            <a:ext cx="10514880" cy="43884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1200" spc="55" strike="noStrike">
                <a:solidFill>
                  <a:schemeClr val="dk1"/>
                </a:solidFill>
                <a:latin typeface="Avenir Next LT Pro"/>
                <a:ea typeface="Avenir Next"/>
              </a:rPr>
              <a:t>Mismo esfuerzo, más services</a:t>
            </a:r>
            <a:endParaRPr b="0" lang="es-AR" sz="1200" spc="-1" strike="noStrike">
              <a:solidFill>
                <a:srgbClr val="000000"/>
              </a:solidFill>
              <a:latin typeface="Arial"/>
            </a:endParaRPr>
          </a:p>
        </p:txBody>
      </p:sp>
      <p:sp>
        <p:nvSpPr>
          <p:cNvPr id="575" name="PlaceHolder 3"/>
          <p:cNvSpPr>
            <a:spLocks noGrp="1"/>
          </p:cNvSpPr>
          <p:nvPr>
            <p:ph/>
          </p:nvPr>
        </p:nvSpPr>
        <p:spPr>
          <a:xfrm>
            <a:off x="996840" y="1550520"/>
            <a:ext cx="1470960" cy="1102680"/>
          </a:xfrm>
          <a:prstGeom prst="rect">
            <a:avLst/>
          </a:prstGeom>
          <a:noFill/>
          <a:ln w="0">
            <a:noFill/>
          </a:ln>
        </p:spPr>
        <p:txBody>
          <a:bodyPr lIns="0" rIns="91440" tIns="45720" bIns="0" anchor="b">
            <a:noAutofit/>
          </a:bodyPr>
          <a:p>
            <a:pPr indent="0" defTabSz="914400">
              <a:lnSpc>
                <a:spcPct val="90000"/>
              </a:lnSpc>
              <a:spcBef>
                <a:spcPts val="1001"/>
              </a:spcBef>
              <a:buNone/>
              <a:tabLst>
                <a:tab algn="l" pos="0"/>
              </a:tabLst>
            </a:pPr>
            <a:r>
              <a:rPr b="0" lang="en-US" sz="3200" spc="46" strike="noStrike">
                <a:solidFill>
                  <a:schemeClr val="accent1"/>
                </a:solidFill>
                <a:latin typeface="Avenir Next LT Pro"/>
                <a:ea typeface="Avenir Next"/>
              </a:rPr>
              <a:t>03</a:t>
            </a:r>
            <a:endParaRPr b="0" lang="es-AR" sz="3200" spc="-1" strike="noStrike">
              <a:solidFill>
                <a:srgbClr val="000000"/>
              </a:solidFill>
              <a:latin typeface="Arial"/>
            </a:endParaRPr>
          </a:p>
        </p:txBody>
      </p:sp>
      <p:sp>
        <p:nvSpPr>
          <p:cNvPr id="576"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Franco Tomás Malfetano</a:t>
            </a:r>
            <a:endParaRPr b="0" lang="es-AR" sz="1000" spc="-1" strike="noStrike">
              <a:solidFill>
                <a:srgbClr val="000000"/>
              </a:solidFill>
              <a:latin typeface="Arial"/>
            </a:endParaRPr>
          </a:p>
        </p:txBody>
      </p:sp>
      <p:sp>
        <p:nvSpPr>
          <p:cNvPr id="5" name="PlaceHolder 4"/>
          <p:cNvSpPr>
            <a:spLocks noGrp="1"/>
          </p:cNvSpPr>
          <p:nvPr>
            <p:ph type="sldNum" idx="12"/>
          </p:nvPr>
        </p:nvSpPr>
        <p:spPr/>
        <p:txBody>
          <a:bodyPr/>
          <a:p>
            <a:fld id="{F3656372-1FA1-4D17-9B3F-F6A8136DDBC4}" type="slidenum">
              <a:t>15</a:t>
            </a:fld>
          </a:p>
        </p:txBody>
      </p:sp>
    </p:spTree>
  </p:cSld>
  <mc:AlternateContent>
    <mc:Choice Requires="p14">
      <p:transition spd="med" p14:dur="6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7" name="PlaceHolder 1"/>
          <p:cNvSpPr>
            <a:spLocks noGrp="1"/>
          </p:cNvSpPr>
          <p:nvPr>
            <p:ph type="title"/>
          </p:nvPr>
        </p:nvSpPr>
        <p:spPr>
          <a:xfrm>
            <a:off x="374760" y="502920"/>
            <a:ext cx="10514880" cy="102636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6" strike="noStrike">
                <a:solidFill>
                  <a:schemeClr val="dk1"/>
                </a:solidFill>
                <a:latin typeface="Avenir Next LT Pro"/>
                <a:ea typeface="Avenir Next"/>
              </a:rPr>
              <a:t>Mismo esfuerzo, más services recuperados</a:t>
            </a:r>
            <a:endParaRPr b="0" lang="es-AR" sz="2400" spc="-1" strike="noStrike">
              <a:solidFill>
                <a:srgbClr val="000000"/>
              </a:solidFill>
              <a:latin typeface="Arial"/>
            </a:endParaRPr>
          </a:p>
        </p:txBody>
      </p:sp>
      <p:sp>
        <p:nvSpPr>
          <p:cNvPr id="578" name="PlaceHolder 2"/>
          <p:cNvSpPr>
            <a:spLocks noGrp="1"/>
          </p:cNvSpPr>
          <p:nvPr>
            <p:ph/>
          </p:nvPr>
        </p:nvSpPr>
        <p:spPr>
          <a:xfrm>
            <a:off x="394920" y="286920"/>
            <a:ext cx="3901680" cy="21528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6" strike="noStrike" cap="all">
                <a:solidFill>
                  <a:schemeClr val="accent1"/>
                </a:solidFill>
                <a:latin typeface="Avenir Next LT Pro"/>
                <a:ea typeface="Avenir Next"/>
              </a:rPr>
              <a:t>03 · Factibilidad económica</a:t>
            </a:r>
            <a:endParaRPr b="0" lang="es-AR" sz="900" spc="-1" strike="noStrike">
              <a:solidFill>
                <a:srgbClr val="000000"/>
              </a:solidFill>
              <a:latin typeface="Arial"/>
            </a:endParaRPr>
          </a:p>
        </p:txBody>
      </p:sp>
      <p:sp>
        <p:nvSpPr>
          <p:cNvPr id="579" name="PlaceHolder 3"/>
          <p:cNvSpPr>
            <a:spLocks noGrp="1"/>
          </p:cNvSpPr>
          <p:nvPr>
            <p:ph type="sldNum" idx="67"/>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F620423B-0605-4489-AE66-106DFF7239CD}"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580" name="num1"/>
          <p:cNvSpPr/>
          <p:nvPr/>
        </p:nvSpPr>
        <p:spPr>
          <a:xfrm>
            <a:off x="374760" y="1737360"/>
            <a:ext cx="3794040" cy="670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400" spc="-1" strike="noStrike">
                <a:solidFill>
                  <a:srgbClr val="1700f3"/>
                </a:solidFill>
                <a:latin typeface="Avenir Next LT Pro"/>
              </a:rPr>
              <a:t>+80 %</a:t>
            </a:r>
            <a:endParaRPr b="0" lang="es-AR" sz="4400" spc="-1" strike="noStrike">
              <a:solidFill>
                <a:srgbClr val="000000"/>
              </a:solidFill>
              <a:latin typeface="Arial"/>
            </a:endParaRPr>
          </a:p>
        </p:txBody>
      </p:sp>
      <p:cxnSp>
        <p:nvCxnSpPr>
          <p:cNvPr id="581" name="num1_linea"/>
          <p:cNvCxnSpPr/>
          <p:nvPr/>
        </p:nvCxnSpPr>
        <p:spPr>
          <a:xfrm>
            <a:off x="374760" y="2788920"/>
            <a:ext cx="3384000" cy="720"/>
          </a:xfrm>
          <a:prstGeom prst="straightConnector1">
            <a:avLst/>
          </a:prstGeom>
          <a:ln w="0">
            <a:solidFill>
              <a:srgbClr val="b9bcbd"/>
            </a:solidFill>
          </a:ln>
        </p:spPr>
      </p:cxnSp>
      <p:sp>
        <p:nvSpPr>
          <p:cNvPr id="582" name="num1_txt"/>
          <p:cNvSpPr/>
          <p:nvPr/>
        </p:nvSpPr>
        <p:spPr>
          <a:xfrm>
            <a:off x="374760" y="2926080"/>
            <a:ext cx="3382560" cy="487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00095b"/>
                </a:solidFill>
                <a:latin typeface="Avenir Next LT Pro"/>
              </a:rPr>
              <a:t>services recuperados con la misma cantidad de contactos</a:t>
            </a:r>
            <a:endParaRPr b="0" lang="es-AR" sz="1600" spc="-1" strike="noStrike">
              <a:solidFill>
                <a:srgbClr val="000000"/>
              </a:solidFill>
              <a:latin typeface="Arial"/>
            </a:endParaRPr>
          </a:p>
        </p:txBody>
      </p:sp>
      <p:sp>
        <p:nvSpPr>
          <p:cNvPr id="583" name="num2"/>
          <p:cNvSpPr/>
          <p:nvPr/>
        </p:nvSpPr>
        <p:spPr>
          <a:xfrm>
            <a:off x="4260960" y="1737360"/>
            <a:ext cx="3794040" cy="670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400" spc="-1" strike="noStrike">
                <a:solidFill>
                  <a:srgbClr val="1700f3"/>
                </a:solidFill>
                <a:latin typeface="Avenir Next LT Pro"/>
              </a:rPr>
              <a:t>USD 200 mil</a:t>
            </a:r>
            <a:endParaRPr b="0" lang="es-AR" sz="4400" spc="-1" strike="noStrike">
              <a:solidFill>
                <a:srgbClr val="000000"/>
              </a:solidFill>
              <a:latin typeface="Arial"/>
            </a:endParaRPr>
          </a:p>
        </p:txBody>
      </p:sp>
      <p:cxnSp>
        <p:nvCxnSpPr>
          <p:cNvPr id="584" name="num2_linea"/>
          <p:cNvCxnSpPr/>
          <p:nvPr/>
        </p:nvCxnSpPr>
        <p:spPr>
          <a:xfrm>
            <a:off x="4260960" y="2788920"/>
            <a:ext cx="3384000" cy="720"/>
          </a:xfrm>
          <a:prstGeom prst="straightConnector1">
            <a:avLst/>
          </a:prstGeom>
          <a:ln w="0">
            <a:solidFill>
              <a:srgbClr val="b9bcbd"/>
            </a:solidFill>
          </a:ln>
        </p:spPr>
      </p:cxnSp>
      <p:sp>
        <p:nvSpPr>
          <p:cNvPr id="585" name="num2_txt"/>
          <p:cNvSpPr/>
          <p:nvPr/>
        </p:nvSpPr>
        <p:spPr>
          <a:xfrm>
            <a:off x="4260960" y="2926080"/>
            <a:ext cx="3382560" cy="731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00095b"/>
                </a:solidFill>
                <a:latin typeface="Avenir Next LT Pro"/>
              </a:rPr>
              <a:t>por año, aproximadamente, de margen adicional, sin contar la próxima compra</a:t>
            </a:r>
            <a:endParaRPr b="0" lang="es-AR" sz="1600" spc="-1" strike="noStrike">
              <a:solidFill>
                <a:srgbClr val="000000"/>
              </a:solidFill>
              <a:latin typeface="Arial"/>
            </a:endParaRPr>
          </a:p>
        </p:txBody>
      </p:sp>
      <p:sp>
        <p:nvSpPr>
          <p:cNvPr id="586" name="num3"/>
          <p:cNvSpPr/>
          <p:nvPr/>
        </p:nvSpPr>
        <p:spPr>
          <a:xfrm>
            <a:off x="8147160" y="1737360"/>
            <a:ext cx="3794040" cy="670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400" spc="-1" strike="noStrike">
                <a:solidFill>
                  <a:srgbClr val="1700f3"/>
                </a:solidFill>
                <a:latin typeface="Avenir Next LT Pro"/>
              </a:rPr>
              <a:t>80 a 1</a:t>
            </a:r>
            <a:endParaRPr b="0" lang="es-AR" sz="4400" spc="-1" strike="noStrike">
              <a:solidFill>
                <a:srgbClr val="000000"/>
              </a:solidFill>
              <a:latin typeface="Arial"/>
            </a:endParaRPr>
          </a:p>
        </p:txBody>
      </p:sp>
      <p:cxnSp>
        <p:nvCxnSpPr>
          <p:cNvPr id="587" name="num3_linea"/>
          <p:cNvCxnSpPr/>
          <p:nvPr/>
        </p:nvCxnSpPr>
        <p:spPr>
          <a:xfrm>
            <a:off x="8147160" y="2788920"/>
            <a:ext cx="3384000" cy="720"/>
          </a:xfrm>
          <a:prstGeom prst="straightConnector1">
            <a:avLst/>
          </a:prstGeom>
          <a:ln w="0">
            <a:solidFill>
              <a:srgbClr val="b9bcbd"/>
            </a:solidFill>
          </a:ln>
        </p:spPr>
      </p:cxnSp>
      <p:sp>
        <p:nvSpPr>
          <p:cNvPr id="588" name="num3_txt"/>
          <p:cNvSpPr/>
          <p:nvPr/>
        </p:nvSpPr>
        <p:spPr>
          <a:xfrm>
            <a:off x="8147160" y="2926080"/>
            <a:ext cx="3382560" cy="487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600" spc="-1" strike="noStrike">
                <a:solidFill>
                  <a:srgbClr val="00095b"/>
                </a:solidFill>
                <a:latin typeface="Avenir Next LT Pro"/>
              </a:rPr>
              <a:t>lo que cuesta no contactar a quien se va, contra contactar de más</a:t>
            </a:r>
            <a:endParaRPr b="0" lang="es-AR" sz="1600" spc="-1" strike="noStrike">
              <a:solidFill>
                <a:srgbClr val="000000"/>
              </a:solidFill>
              <a:latin typeface="Arial"/>
            </a:endParaRPr>
          </a:p>
        </p:txBody>
      </p:sp>
      <p:sp>
        <p:nvSpPr>
          <p:cNvPr id="589" name="inversion"/>
          <p:cNvSpPr/>
          <p:nvPr/>
        </p:nvSpPr>
        <p:spPr>
          <a:xfrm>
            <a:off x="374760" y="4206240"/>
            <a:ext cx="11429280" cy="95940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73080" rIns="73080" tIns="27360" bIns="27360" anchor="ctr">
            <a:noAutofit/>
          </a:bodyPr>
          <a:p>
            <a:pPr algn="ctr" defTabSz="914400">
              <a:lnSpc>
                <a:spcPct val="100000"/>
              </a:lnSpc>
            </a:pPr>
            <a:r>
              <a:rPr b="1" lang="en-US" sz="2000" spc="-1" strike="noStrike">
                <a:solidFill>
                  <a:srgbClr val="00095b"/>
                </a:solidFill>
                <a:latin typeface="Avenir Next LT Pro"/>
              </a:rPr>
              <a:t>Inversión: USD 30 a 45 mil el primer año</a:t>
            </a:r>
            <a:r>
              <a:rPr b="0" lang="en-US" sz="1800" spc="-1" strike="noStrike">
                <a:solidFill>
                  <a:srgbClr val="00095b"/>
                </a:solidFill>
                <a:latin typeface="Avenir Next LT Pro"/>
              </a:rPr>
              <a:t>   ·   se recupera en el primer trimestre de operación</a:t>
            </a:r>
            <a:endParaRPr b="0" lang="es-AR" sz="1800" spc="-1" strike="noStrike">
              <a:solidFill>
                <a:srgbClr val="000000"/>
              </a:solidFill>
              <a:latin typeface="Arial"/>
            </a:endParaRPr>
          </a:p>
        </p:txBody>
      </p:sp>
      <p:sp>
        <p:nvSpPr>
          <p:cNvPr id="590" name="supuestos"/>
          <p:cNvSpPr/>
          <p:nvPr/>
        </p:nvSpPr>
        <p:spPr>
          <a:xfrm>
            <a:off x="374760" y="5440680"/>
            <a:ext cx="11429280" cy="3355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100" spc="-1" strike="noStrike">
                <a:solidFill>
                  <a:srgbClr val="7f7f7f"/>
                </a:solidFill>
                <a:latin typeface="Avenir Next LT Pro"/>
              </a:rPr>
              <a:t>Supuestos declarados y editables por Posventa: un contacto recupera al 15 % de los que se iban, un service retenido vale USD 250 y un contacto cuesta USD 3. Sigue siendo rentable si el contacto recupera sólo al 5 % y el service vale USD 100. Cifras para el 20 % de mayor riesgo.</a:t>
            </a:r>
            <a:endParaRPr b="0" lang="es-AR" sz="1100" spc="-1" strike="noStrike">
              <a:solidFill>
                <a:srgbClr val="000000"/>
              </a:solidFill>
              <a:latin typeface="Arial"/>
            </a:endParaRPr>
          </a:p>
        </p:txBody>
      </p:sp>
      <p:sp>
        <p:nvSpPr>
          <p:cNvPr id="591"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Franco Tomás Malfetano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464" dur="indefinite" restart="never" nodeType="tmRoot">
          <p:childTnLst>
            <p:seq>
              <p:cTn id="465" dur="indefinite" nodeType="mainSeq">
                <p:childTnLst>
                  <p:par>
                    <p:cTn id="466" fill="hold">
                      <p:stCondLst>
                        <p:cond delay="indefinite"/>
                      </p:stCondLst>
                      <p:childTnLst>
                        <p:par>
                          <p:cTn id="467" fill="hold">
                            <p:stCondLst>
                              <p:cond delay="0"/>
                            </p:stCondLst>
                            <p:childTnLst>
                              <p:par>
                                <p:cTn id="468" nodeType="clickEffect" fill="hold" presetClass="entr" presetID="10">
                                  <p:stCondLst>
                                    <p:cond delay="0"/>
                                  </p:stCondLst>
                                  <p:childTnLst>
                                    <p:set>
                                      <p:cBhvr>
                                        <p:cTn id="469" dur="1" fill="hold">
                                          <p:stCondLst>
                                            <p:cond delay="0"/>
                                          </p:stCondLst>
                                        </p:cTn>
                                        <p:tgtEl>
                                          <p:spTgt spid="580"/>
                                        </p:tgtEl>
                                        <p:attrNameLst>
                                          <p:attrName>style.visibility</p:attrName>
                                        </p:attrNameLst>
                                      </p:cBhvr>
                                      <p:to>
                                        <p:strVal val="visible"/>
                                      </p:to>
                                    </p:set>
                                    <p:animEffect filter="fade" transition="in">
                                      <p:cBhvr additive="repl">
                                        <p:cTn id="470" dur="500"/>
                                        <p:tgtEl>
                                          <p:spTgt spid="580"/>
                                        </p:tgtEl>
                                      </p:cBhvr>
                                    </p:animEffect>
                                  </p:childTnLst>
                                </p:cTn>
                              </p:par>
                              <p:par>
                                <p:cTn id="471" nodeType="withEffect" fill="hold" presetClass="entr" presetID="10">
                                  <p:stCondLst>
                                    <p:cond delay="0"/>
                                  </p:stCondLst>
                                  <p:childTnLst>
                                    <p:set>
                                      <p:cBhvr>
                                        <p:cTn id="472" dur="1" fill="hold">
                                          <p:stCondLst>
                                            <p:cond delay="0"/>
                                          </p:stCondLst>
                                        </p:cTn>
                                        <p:tgtEl>
                                          <p:spTgt spid="581"/>
                                        </p:tgtEl>
                                        <p:attrNameLst>
                                          <p:attrName>style.visibility</p:attrName>
                                        </p:attrNameLst>
                                      </p:cBhvr>
                                      <p:to>
                                        <p:strVal val="visible"/>
                                      </p:to>
                                    </p:set>
                                    <p:animEffect filter="fade" transition="in">
                                      <p:cBhvr additive="repl">
                                        <p:cTn id="473" dur="500"/>
                                        <p:tgtEl>
                                          <p:spTgt spid="581"/>
                                        </p:tgtEl>
                                      </p:cBhvr>
                                    </p:animEffect>
                                  </p:childTnLst>
                                </p:cTn>
                              </p:par>
                              <p:par>
                                <p:cTn id="474" nodeType="withEffect" fill="hold" presetClass="entr" presetID="10">
                                  <p:stCondLst>
                                    <p:cond delay="0"/>
                                  </p:stCondLst>
                                  <p:childTnLst>
                                    <p:set>
                                      <p:cBhvr>
                                        <p:cTn id="475" dur="1" fill="hold">
                                          <p:stCondLst>
                                            <p:cond delay="0"/>
                                          </p:stCondLst>
                                        </p:cTn>
                                        <p:tgtEl>
                                          <p:spTgt spid="582"/>
                                        </p:tgtEl>
                                        <p:attrNameLst>
                                          <p:attrName>style.visibility</p:attrName>
                                        </p:attrNameLst>
                                      </p:cBhvr>
                                      <p:to>
                                        <p:strVal val="visible"/>
                                      </p:to>
                                    </p:set>
                                    <p:animEffect filter="fade" transition="in">
                                      <p:cBhvr additive="repl">
                                        <p:cTn id="476" dur="500"/>
                                        <p:tgtEl>
                                          <p:spTgt spid="582"/>
                                        </p:tgtEl>
                                      </p:cBhvr>
                                    </p:animEffect>
                                  </p:childTnLst>
                                </p:cTn>
                              </p:par>
                              <p:par>
                                <p:cTn id="477" nodeType="withEffect" fill="hold" presetClass="entr" presetID="10">
                                  <p:stCondLst>
                                    <p:cond delay="0"/>
                                  </p:stCondLst>
                                  <p:childTnLst>
                                    <p:set>
                                      <p:cBhvr>
                                        <p:cTn id="478" dur="1" fill="hold">
                                          <p:stCondLst>
                                            <p:cond delay="0"/>
                                          </p:stCondLst>
                                        </p:cTn>
                                        <p:tgtEl>
                                          <p:spTgt spid="590"/>
                                        </p:tgtEl>
                                        <p:attrNameLst>
                                          <p:attrName>style.visibility</p:attrName>
                                        </p:attrNameLst>
                                      </p:cBhvr>
                                      <p:to>
                                        <p:strVal val="visible"/>
                                      </p:to>
                                    </p:set>
                                    <p:animEffect filter="fade" transition="in">
                                      <p:cBhvr additive="repl">
                                        <p:cTn id="479" dur="500"/>
                                        <p:tgtEl>
                                          <p:spTgt spid="590"/>
                                        </p:tgtEl>
                                      </p:cBhvr>
                                    </p:animEffect>
                                  </p:childTnLst>
                                </p:cTn>
                              </p:par>
                            </p:childTnLst>
                          </p:cTn>
                        </p:par>
                      </p:childTnLst>
                    </p:cTn>
                  </p:par>
                  <p:par>
                    <p:cTn id="480" fill="hold">
                      <p:stCondLst>
                        <p:cond delay="indefinite"/>
                      </p:stCondLst>
                      <p:childTnLst>
                        <p:par>
                          <p:cTn id="481" fill="hold">
                            <p:stCondLst>
                              <p:cond delay="0"/>
                            </p:stCondLst>
                            <p:childTnLst>
                              <p:par>
                                <p:cTn id="482" nodeType="clickEffect" fill="hold" presetClass="entr" presetID="10">
                                  <p:stCondLst>
                                    <p:cond delay="0"/>
                                  </p:stCondLst>
                                  <p:childTnLst>
                                    <p:set>
                                      <p:cBhvr>
                                        <p:cTn id="483" dur="1" fill="hold">
                                          <p:stCondLst>
                                            <p:cond delay="0"/>
                                          </p:stCondLst>
                                        </p:cTn>
                                        <p:tgtEl>
                                          <p:spTgt spid="583"/>
                                        </p:tgtEl>
                                        <p:attrNameLst>
                                          <p:attrName>style.visibility</p:attrName>
                                        </p:attrNameLst>
                                      </p:cBhvr>
                                      <p:to>
                                        <p:strVal val="visible"/>
                                      </p:to>
                                    </p:set>
                                    <p:animEffect filter="fade" transition="in">
                                      <p:cBhvr additive="repl">
                                        <p:cTn id="484" dur="500"/>
                                        <p:tgtEl>
                                          <p:spTgt spid="583"/>
                                        </p:tgtEl>
                                      </p:cBhvr>
                                    </p:animEffect>
                                  </p:childTnLst>
                                </p:cTn>
                              </p:par>
                              <p:par>
                                <p:cTn id="485" nodeType="withEffect" fill="hold" presetClass="entr" presetID="10">
                                  <p:stCondLst>
                                    <p:cond delay="0"/>
                                  </p:stCondLst>
                                  <p:childTnLst>
                                    <p:set>
                                      <p:cBhvr>
                                        <p:cTn id="486" dur="1" fill="hold">
                                          <p:stCondLst>
                                            <p:cond delay="0"/>
                                          </p:stCondLst>
                                        </p:cTn>
                                        <p:tgtEl>
                                          <p:spTgt spid="584"/>
                                        </p:tgtEl>
                                        <p:attrNameLst>
                                          <p:attrName>style.visibility</p:attrName>
                                        </p:attrNameLst>
                                      </p:cBhvr>
                                      <p:to>
                                        <p:strVal val="visible"/>
                                      </p:to>
                                    </p:set>
                                    <p:animEffect filter="fade" transition="in">
                                      <p:cBhvr additive="repl">
                                        <p:cTn id="487" dur="500"/>
                                        <p:tgtEl>
                                          <p:spTgt spid="584"/>
                                        </p:tgtEl>
                                      </p:cBhvr>
                                    </p:animEffect>
                                  </p:childTnLst>
                                </p:cTn>
                              </p:par>
                              <p:par>
                                <p:cTn id="488" nodeType="withEffect" fill="hold" presetClass="entr" presetID="10">
                                  <p:stCondLst>
                                    <p:cond delay="0"/>
                                  </p:stCondLst>
                                  <p:childTnLst>
                                    <p:set>
                                      <p:cBhvr>
                                        <p:cTn id="489" dur="1" fill="hold">
                                          <p:stCondLst>
                                            <p:cond delay="0"/>
                                          </p:stCondLst>
                                        </p:cTn>
                                        <p:tgtEl>
                                          <p:spTgt spid="585"/>
                                        </p:tgtEl>
                                        <p:attrNameLst>
                                          <p:attrName>style.visibility</p:attrName>
                                        </p:attrNameLst>
                                      </p:cBhvr>
                                      <p:to>
                                        <p:strVal val="visible"/>
                                      </p:to>
                                    </p:set>
                                    <p:animEffect filter="fade" transition="in">
                                      <p:cBhvr additive="repl">
                                        <p:cTn id="490" dur="500"/>
                                        <p:tgtEl>
                                          <p:spTgt spid="585"/>
                                        </p:tgtEl>
                                      </p:cBhvr>
                                    </p:animEffect>
                                  </p:childTnLst>
                                </p:cTn>
                              </p:par>
                            </p:childTnLst>
                          </p:cTn>
                        </p:par>
                      </p:childTnLst>
                    </p:cTn>
                  </p:par>
                  <p:par>
                    <p:cTn id="491" fill="hold">
                      <p:stCondLst>
                        <p:cond delay="indefinite"/>
                      </p:stCondLst>
                      <p:childTnLst>
                        <p:par>
                          <p:cTn id="492" fill="hold">
                            <p:stCondLst>
                              <p:cond delay="0"/>
                            </p:stCondLst>
                            <p:childTnLst>
                              <p:par>
                                <p:cTn id="493" nodeType="clickEffect" fill="hold" presetClass="entr" presetID="10">
                                  <p:stCondLst>
                                    <p:cond delay="0"/>
                                  </p:stCondLst>
                                  <p:childTnLst>
                                    <p:set>
                                      <p:cBhvr>
                                        <p:cTn id="494" dur="1" fill="hold">
                                          <p:stCondLst>
                                            <p:cond delay="0"/>
                                          </p:stCondLst>
                                        </p:cTn>
                                        <p:tgtEl>
                                          <p:spTgt spid="586"/>
                                        </p:tgtEl>
                                        <p:attrNameLst>
                                          <p:attrName>style.visibility</p:attrName>
                                        </p:attrNameLst>
                                      </p:cBhvr>
                                      <p:to>
                                        <p:strVal val="visible"/>
                                      </p:to>
                                    </p:set>
                                    <p:animEffect filter="fade" transition="in">
                                      <p:cBhvr additive="repl">
                                        <p:cTn id="495" dur="500"/>
                                        <p:tgtEl>
                                          <p:spTgt spid="586"/>
                                        </p:tgtEl>
                                      </p:cBhvr>
                                    </p:animEffect>
                                  </p:childTnLst>
                                </p:cTn>
                              </p:par>
                              <p:par>
                                <p:cTn id="496" nodeType="withEffect" fill="hold" presetClass="entr" presetID="10">
                                  <p:stCondLst>
                                    <p:cond delay="0"/>
                                  </p:stCondLst>
                                  <p:childTnLst>
                                    <p:set>
                                      <p:cBhvr>
                                        <p:cTn id="497" dur="1" fill="hold">
                                          <p:stCondLst>
                                            <p:cond delay="0"/>
                                          </p:stCondLst>
                                        </p:cTn>
                                        <p:tgtEl>
                                          <p:spTgt spid="587"/>
                                        </p:tgtEl>
                                        <p:attrNameLst>
                                          <p:attrName>style.visibility</p:attrName>
                                        </p:attrNameLst>
                                      </p:cBhvr>
                                      <p:to>
                                        <p:strVal val="visible"/>
                                      </p:to>
                                    </p:set>
                                    <p:animEffect filter="fade" transition="in">
                                      <p:cBhvr additive="repl">
                                        <p:cTn id="498" dur="500"/>
                                        <p:tgtEl>
                                          <p:spTgt spid="587"/>
                                        </p:tgtEl>
                                      </p:cBhvr>
                                    </p:animEffect>
                                  </p:childTnLst>
                                </p:cTn>
                              </p:par>
                              <p:par>
                                <p:cTn id="499" nodeType="withEffect" fill="hold" presetClass="entr" presetID="10">
                                  <p:stCondLst>
                                    <p:cond delay="0"/>
                                  </p:stCondLst>
                                  <p:childTnLst>
                                    <p:set>
                                      <p:cBhvr>
                                        <p:cTn id="500" dur="1" fill="hold">
                                          <p:stCondLst>
                                            <p:cond delay="0"/>
                                          </p:stCondLst>
                                        </p:cTn>
                                        <p:tgtEl>
                                          <p:spTgt spid="588"/>
                                        </p:tgtEl>
                                        <p:attrNameLst>
                                          <p:attrName>style.visibility</p:attrName>
                                        </p:attrNameLst>
                                      </p:cBhvr>
                                      <p:to>
                                        <p:strVal val="visible"/>
                                      </p:to>
                                    </p:set>
                                    <p:animEffect filter="fade" transition="in">
                                      <p:cBhvr additive="repl">
                                        <p:cTn id="501" dur="500"/>
                                        <p:tgtEl>
                                          <p:spTgt spid="588"/>
                                        </p:tgtEl>
                                      </p:cBhvr>
                                    </p:animEffect>
                                  </p:childTnLst>
                                </p:cTn>
                              </p:par>
                            </p:childTnLst>
                          </p:cTn>
                        </p:par>
                      </p:childTnLst>
                    </p:cTn>
                  </p:par>
                  <p:par>
                    <p:cTn id="502" fill="hold">
                      <p:stCondLst>
                        <p:cond delay="indefinite"/>
                      </p:stCondLst>
                      <p:childTnLst>
                        <p:par>
                          <p:cTn id="503" fill="hold">
                            <p:stCondLst>
                              <p:cond delay="0"/>
                            </p:stCondLst>
                            <p:childTnLst>
                              <p:par>
                                <p:cTn id="504" nodeType="clickEffect" fill="hold" presetClass="entr" presetID="10">
                                  <p:stCondLst>
                                    <p:cond delay="0"/>
                                  </p:stCondLst>
                                  <p:childTnLst>
                                    <p:set>
                                      <p:cBhvr>
                                        <p:cTn id="505" dur="1" fill="hold">
                                          <p:stCondLst>
                                            <p:cond delay="0"/>
                                          </p:stCondLst>
                                        </p:cTn>
                                        <p:tgtEl>
                                          <p:spTgt spid="589"/>
                                        </p:tgtEl>
                                        <p:attrNameLst>
                                          <p:attrName>style.visibility</p:attrName>
                                        </p:attrNameLst>
                                      </p:cBhvr>
                                      <p:to>
                                        <p:strVal val="visible"/>
                                      </p:to>
                                    </p:set>
                                    <p:animEffect filter="fade" transition="in">
                                      <p:cBhvr additive="repl">
                                        <p:cTn id="506" dur="500"/>
                                        <p:tgtEl>
                                          <p:spTgt spid="58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2" name="PlaceHolder 1"/>
          <p:cNvSpPr>
            <a:spLocks noGrp="1"/>
          </p:cNvSpPr>
          <p:nvPr>
            <p:ph type="title"/>
          </p:nvPr>
        </p:nvSpPr>
        <p:spPr>
          <a:xfrm>
            <a:off x="374760" y="502920"/>
            <a:ext cx="10514880" cy="102636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6" strike="noStrike">
                <a:solidFill>
                  <a:schemeClr val="dk1"/>
                </a:solidFill>
                <a:latin typeface="Avenir Next LT Pro"/>
                <a:ea typeface="Avenir Next"/>
              </a:rPr>
              <a:t>Cómo sabemos si funciona: un piloto de 90 días</a:t>
            </a:r>
            <a:endParaRPr b="0" lang="es-AR" sz="2400" spc="-1" strike="noStrike">
              <a:solidFill>
                <a:srgbClr val="000000"/>
              </a:solidFill>
              <a:latin typeface="Arial"/>
            </a:endParaRPr>
          </a:p>
        </p:txBody>
      </p:sp>
      <p:sp>
        <p:nvSpPr>
          <p:cNvPr id="593" name="PlaceHolder 2"/>
          <p:cNvSpPr>
            <a:spLocks noGrp="1"/>
          </p:cNvSpPr>
          <p:nvPr>
            <p:ph/>
          </p:nvPr>
        </p:nvSpPr>
        <p:spPr>
          <a:xfrm>
            <a:off x="394920" y="286920"/>
            <a:ext cx="3901680" cy="21528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6" strike="noStrike" cap="all">
                <a:solidFill>
                  <a:schemeClr val="accent1"/>
                </a:solidFill>
                <a:latin typeface="Avenir Next LT Pro"/>
                <a:ea typeface="Avenir Next"/>
              </a:rPr>
              <a:t>03 · Factibilidad económica</a:t>
            </a:r>
            <a:endParaRPr b="0" lang="es-AR" sz="900" spc="-1" strike="noStrike">
              <a:solidFill>
                <a:srgbClr val="000000"/>
              </a:solidFill>
              <a:latin typeface="Arial"/>
            </a:endParaRPr>
          </a:p>
        </p:txBody>
      </p:sp>
      <p:sp>
        <p:nvSpPr>
          <p:cNvPr id="594" name="PlaceHolder 3"/>
          <p:cNvSpPr>
            <a:spLocks noGrp="1"/>
          </p:cNvSpPr>
          <p:nvPr>
            <p:ph type="sldNum" idx="68"/>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205BE671-87CC-4C72-9E68-E41B5CE34AEF}"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595" name="lista_label"/>
          <p:cNvSpPr/>
          <p:nvPr/>
        </p:nvSpPr>
        <p:spPr>
          <a:xfrm>
            <a:off x="374760" y="1463040"/>
            <a:ext cx="5485680" cy="1526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00" spc="145" strike="noStrike">
                <a:solidFill>
                  <a:srgbClr val="1700f3"/>
                </a:solidFill>
                <a:latin typeface="Avenir Next LT Pro"/>
              </a:rPr>
              <a:t>LA LISTA DE UN MES, EN 10 GRUPOS</a:t>
            </a:r>
            <a:endParaRPr b="0" lang="es-AR" sz="1000" spc="-1" strike="noStrike">
              <a:solidFill>
                <a:srgbClr val="000000"/>
              </a:solidFill>
              <a:latin typeface="Arial"/>
            </a:endParaRPr>
          </a:p>
        </p:txBody>
      </p:sp>
      <p:sp>
        <p:nvSpPr>
          <p:cNvPr id="596" name="decil1"/>
          <p:cNvSpPr/>
          <p:nvPr/>
        </p:nvSpPr>
        <p:spPr>
          <a:xfrm>
            <a:off x="1143000" y="1874520"/>
            <a:ext cx="4754160" cy="300960"/>
          </a:xfrm>
          <a:prstGeom prst="rect">
            <a:avLst/>
          </a:prstGeom>
          <a:solidFill>
            <a:srgbClr val="0009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97" name="decil1_n"/>
          <p:cNvSpPr/>
          <p:nvPr/>
        </p:nvSpPr>
        <p:spPr>
          <a:xfrm>
            <a:off x="374760" y="1901880"/>
            <a:ext cx="685080" cy="16776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1</a:t>
            </a:r>
            <a:endParaRPr b="0" lang="es-AR" sz="1100" spc="-1" strike="noStrike">
              <a:solidFill>
                <a:srgbClr val="000000"/>
              </a:solidFill>
              <a:latin typeface="Arial"/>
            </a:endParaRPr>
          </a:p>
        </p:txBody>
      </p:sp>
      <p:sp>
        <p:nvSpPr>
          <p:cNvPr id="598" name="control1"/>
          <p:cNvSpPr/>
          <p:nvPr/>
        </p:nvSpPr>
        <p:spPr>
          <a:xfrm>
            <a:off x="3520440" y="187452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599" name="decil2"/>
          <p:cNvSpPr/>
          <p:nvPr/>
        </p:nvSpPr>
        <p:spPr>
          <a:xfrm>
            <a:off x="1143000" y="2267640"/>
            <a:ext cx="4754160" cy="300960"/>
          </a:xfrm>
          <a:prstGeom prst="rect">
            <a:avLst/>
          </a:prstGeom>
          <a:solidFill>
            <a:srgbClr val="141c65"/>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00" name="decil2_n"/>
          <p:cNvSpPr/>
          <p:nvPr/>
        </p:nvSpPr>
        <p:spPr>
          <a:xfrm>
            <a:off x="374760" y="2295000"/>
            <a:ext cx="685080" cy="16776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2</a:t>
            </a:r>
            <a:endParaRPr b="0" lang="es-AR" sz="1100" spc="-1" strike="noStrike">
              <a:solidFill>
                <a:srgbClr val="000000"/>
              </a:solidFill>
              <a:latin typeface="Arial"/>
            </a:endParaRPr>
          </a:p>
        </p:txBody>
      </p:sp>
      <p:sp>
        <p:nvSpPr>
          <p:cNvPr id="601" name="control2"/>
          <p:cNvSpPr/>
          <p:nvPr/>
        </p:nvSpPr>
        <p:spPr>
          <a:xfrm>
            <a:off x="3520440" y="226764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02" name="decil3"/>
          <p:cNvSpPr/>
          <p:nvPr/>
        </p:nvSpPr>
        <p:spPr>
          <a:xfrm>
            <a:off x="1143000" y="2660760"/>
            <a:ext cx="4754160" cy="300960"/>
          </a:xfrm>
          <a:prstGeom prst="rect">
            <a:avLst/>
          </a:prstGeom>
          <a:solidFill>
            <a:srgbClr val="293070"/>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03" name="decil3_n"/>
          <p:cNvSpPr/>
          <p:nvPr/>
        </p:nvSpPr>
        <p:spPr>
          <a:xfrm>
            <a:off x="374760" y="2688480"/>
            <a:ext cx="685080" cy="16776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3</a:t>
            </a:r>
            <a:endParaRPr b="0" lang="es-AR" sz="1100" spc="-1" strike="noStrike">
              <a:solidFill>
                <a:srgbClr val="000000"/>
              </a:solidFill>
              <a:latin typeface="Arial"/>
            </a:endParaRPr>
          </a:p>
        </p:txBody>
      </p:sp>
      <p:sp>
        <p:nvSpPr>
          <p:cNvPr id="604" name="control3"/>
          <p:cNvSpPr/>
          <p:nvPr/>
        </p:nvSpPr>
        <p:spPr>
          <a:xfrm>
            <a:off x="3520440" y="266076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05" name="decil4"/>
          <p:cNvSpPr/>
          <p:nvPr/>
        </p:nvSpPr>
        <p:spPr>
          <a:xfrm>
            <a:off x="1143000" y="3054240"/>
            <a:ext cx="4754160" cy="300960"/>
          </a:xfrm>
          <a:prstGeom prst="rect">
            <a:avLst/>
          </a:prstGeom>
          <a:solidFill>
            <a:srgbClr val="3d447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06" name="decil4_n"/>
          <p:cNvSpPr/>
          <p:nvPr/>
        </p:nvSpPr>
        <p:spPr>
          <a:xfrm>
            <a:off x="374760" y="3081600"/>
            <a:ext cx="685080" cy="16776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4</a:t>
            </a:r>
            <a:endParaRPr b="0" lang="es-AR" sz="1100" spc="-1" strike="noStrike">
              <a:solidFill>
                <a:srgbClr val="000000"/>
              </a:solidFill>
              <a:latin typeface="Arial"/>
            </a:endParaRPr>
          </a:p>
        </p:txBody>
      </p:sp>
      <p:sp>
        <p:nvSpPr>
          <p:cNvPr id="607" name="control4"/>
          <p:cNvSpPr/>
          <p:nvPr/>
        </p:nvSpPr>
        <p:spPr>
          <a:xfrm>
            <a:off x="3520440" y="305424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08" name="decil5"/>
          <p:cNvSpPr/>
          <p:nvPr/>
        </p:nvSpPr>
        <p:spPr>
          <a:xfrm>
            <a:off x="1143000" y="3447360"/>
            <a:ext cx="4754160" cy="300960"/>
          </a:xfrm>
          <a:prstGeom prst="rect">
            <a:avLst/>
          </a:prstGeom>
          <a:solidFill>
            <a:srgbClr val="52588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09" name="decil5_n"/>
          <p:cNvSpPr/>
          <p:nvPr/>
        </p:nvSpPr>
        <p:spPr>
          <a:xfrm>
            <a:off x="374760" y="3474720"/>
            <a:ext cx="685080" cy="16776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5</a:t>
            </a:r>
            <a:endParaRPr b="0" lang="es-AR" sz="1100" spc="-1" strike="noStrike">
              <a:solidFill>
                <a:srgbClr val="000000"/>
              </a:solidFill>
              <a:latin typeface="Arial"/>
            </a:endParaRPr>
          </a:p>
        </p:txBody>
      </p:sp>
      <p:sp>
        <p:nvSpPr>
          <p:cNvPr id="610" name="control5"/>
          <p:cNvSpPr/>
          <p:nvPr/>
        </p:nvSpPr>
        <p:spPr>
          <a:xfrm>
            <a:off x="3520440" y="344736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11" name="decil6"/>
          <p:cNvSpPr/>
          <p:nvPr/>
        </p:nvSpPr>
        <p:spPr>
          <a:xfrm>
            <a:off x="1143000" y="3840480"/>
            <a:ext cx="4754160" cy="300960"/>
          </a:xfrm>
          <a:prstGeom prst="rect">
            <a:avLst/>
          </a:prstGeom>
          <a:solidFill>
            <a:srgbClr val="666c91"/>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12" name="decil6_n"/>
          <p:cNvSpPr/>
          <p:nvPr/>
        </p:nvSpPr>
        <p:spPr>
          <a:xfrm>
            <a:off x="374760" y="3867840"/>
            <a:ext cx="685080" cy="16776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6</a:t>
            </a:r>
            <a:endParaRPr b="0" lang="es-AR" sz="1100" spc="-1" strike="noStrike">
              <a:solidFill>
                <a:srgbClr val="000000"/>
              </a:solidFill>
              <a:latin typeface="Arial"/>
            </a:endParaRPr>
          </a:p>
        </p:txBody>
      </p:sp>
      <p:sp>
        <p:nvSpPr>
          <p:cNvPr id="613" name="control6"/>
          <p:cNvSpPr/>
          <p:nvPr/>
        </p:nvSpPr>
        <p:spPr>
          <a:xfrm>
            <a:off x="3520440" y="384048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14" name="decil7"/>
          <p:cNvSpPr/>
          <p:nvPr/>
        </p:nvSpPr>
        <p:spPr>
          <a:xfrm>
            <a:off x="1143000" y="4233600"/>
            <a:ext cx="4754160" cy="300960"/>
          </a:xfrm>
          <a:prstGeom prst="rect">
            <a:avLst/>
          </a:prstGeom>
          <a:solidFill>
            <a:srgbClr val="7b809c"/>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15" name="decil7_n"/>
          <p:cNvSpPr/>
          <p:nvPr/>
        </p:nvSpPr>
        <p:spPr>
          <a:xfrm>
            <a:off x="374760" y="4260960"/>
            <a:ext cx="685080" cy="16776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7</a:t>
            </a:r>
            <a:endParaRPr b="0" lang="es-AR" sz="1100" spc="-1" strike="noStrike">
              <a:solidFill>
                <a:srgbClr val="000000"/>
              </a:solidFill>
              <a:latin typeface="Arial"/>
            </a:endParaRPr>
          </a:p>
        </p:txBody>
      </p:sp>
      <p:sp>
        <p:nvSpPr>
          <p:cNvPr id="616" name="control7"/>
          <p:cNvSpPr/>
          <p:nvPr/>
        </p:nvSpPr>
        <p:spPr>
          <a:xfrm>
            <a:off x="3520440" y="423360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17" name="decil8"/>
          <p:cNvSpPr/>
          <p:nvPr/>
        </p:nvSpPr>
        <p:spPr>
          <a:xfrm>
            <a:off x="1143000" y="4626720"/>
            <a:ext cx="4754160" cy="300960"/>
          </a:xfrm>
          <a:prstGeom prst="rect">
            <a:avLst/>
          </a:prstGeom>
          <a:solidFill>
            <a:srgbClr val="8f94a7"/>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18" name="decil8_n"/>
          <p:cNvSpPr/>
          <p:nvPr/>
        </p:nvSpPr>
        <p:spPr>
          <a:xfrm>
            <a:off x="374760" y="4654440"/>
            <a:ext cx="685080" cy="16776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8</a:t>
            </a:r>
            <a:endParaRPr b="0" lang="es-AR" sz="1100" spc="-1" strike="noStrike">
              <a:solidFill>
                <a:srgbClr val="000000"/>
              </a:solidFill>
              <a:latin typeface="Arial"/>
            </a:endParaRPr>
          </a:p>
        </p:txBody>
      </p:sp>
      <p:sp>
        <p:nvSpPr>
          <p:cNvPr id="619" name="control8"/>
          <p:cNvSpPr/>
          <p:nvPr/>
        </p:nvSpPr>
        <p:spPr>
          <a:xfrm>
            <a:off x="3520440" y="462672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20" name="decil9"/>
          <p:cNvSpPr/>
          <p:nvPr/>
        </p:nvSpPr>
        <p:spPr>
          <a:xfrm>
            <a:off x="1143000" y="5020200"/>
            <a:ext cx="4754160" cy="300960"/>
          </a:xfrm>
          <a:prstGeom prst="rect">
            <a:avLst/>
          </a:prstGeom>
          <a:solidFill>
            <a:srgbClr val="a4a8b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21" name="decil9_n"/>
          <p:cNvSpPr/>
          <p:nvPr/>
        </p:nvSpPr>
        <p:spPr>
          <a:xfrm>
            <a:off x="374760" y="5047560"/>
            <a:ext cx="685080" cy="16776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9</a:t>
            </a:r>
            <a:endParaRPr b="0" lang="es-AR" sz="1100" spc="-1" strike="noStrike">
              <a:solidFill>
                <a:srgbClr val="000000"/>
              </a:solidFill>
              <a:latin typeface="Arial"/>
            </a:endParaRPr>
          </a:p>
        </p:txBody>
      </p:sp>
      <p:sp>
        <p:nvSpPr>
          <p:cNvPr id="622" name="control9"/>
          <p:cNvSpPr/>
          <p:nvPr/>
        </p:nvSpPr>
        <p:spPr>
          <a:xfrm>
            <a:off x="3520440" y="502020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23" name="decil10"/>
          <p:cNvSpPr/>
          <p:nvPr/>
        </p:nvSpPr>
        <p:spPr>
          <a:xfrm>
            <a:off x="1143000" y="5413320"/>
            <a:ext cx="4754160" cy="300960"/>
          </a:xfrm>
          <a:prstGeom prst="rect">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24" name="decil10_n"/>
          <p:cNvSpPr/>
          <p:nvPr/>
        </p:nvSpPr>
        <p:spPr>
          <a:xfrm>
            <a:off x="374760" y="5440680"/>
            <a:ext cx="685080" cy="16776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1100" spc="-1" strike="noStrike">
                <a:solidFill>
                  <a:srgbClr val="7f7f7f"/>
                </a:solidFill>
                <a:latin typeface="Avenir Next LT Pro"/>
              </a:rPr>
              <a:t>10</a:t>
            </a:r>
            <a:endParaRPr b="0" lang="es-AR" sz="1100" spc="-1" strike="noStrike">
              <a:solidFill>
                <a:srgbClr val="000000"/>
              </a:solidFill>
              <a:latin typeface="Arial"/>
            </a:endParaRPr>
          </a:p>
        </p:txBody>
      </p:sp>
      <p:sp>
        <p:nvSpPr>
          <p:cNvPr id="625" name="control10"/>
          <p:cNvSpPr/>
          <p:nvPr/>
        </p:nvSpPr>
        <p:spPr>
          <a:xfrm>
            <a:off x="3520440" y="541332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26" name="brazo_a"/>
          <p:cNvSpPr/>
          <p:nvPr/>
        </p:nvSpPr>
        <p:spPr>
          <a:xfrm>
            <a:off x="1143000" y="5824800"/>
            <a:ext cx="2376720" cy="1828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200" spc="-1" strike="noStrike">
                <a:solidFill>
                  <a:srgbClr val="00095b"/>
                </a:solidFill>
                <a:latin typeface="Avenir Next LT Pro"/>
              </a:rPr>
              <a:t>con la acción</a:t>
            </a:r>
            <a:endParaRPr b="0" lang="es-AR" sz="1200" spc="-1" strike="noStrike">
              <a:solidFill>
                <a:srgbClr val="000000"/>
              </a:solidFill>
              <a:latin typeface="Arial"/>
            </a:endParaRPr>
          </a:p>
        </p:txBody>
      </p:sp>
      <p:sp>
        <p:nvSpPr>
          <p:cNvPr id="627" name="brazo_b"/>
          <p:cNvSpPr/>
          <p:nvPr/>
        </p:nvSpPr>
        <p:spPr>
          <a:xfrm>
            <a:off x="3520440" y="5824800"/>
            <a:ext cx="2376720" cy="1828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200" spc="-1" strike="noStrike">
                <a:solidFill>
                  <a:srgbClr val="7f7f7f"/>
                </a:solidFill>
                <a:latin typeface="Avenir Next LT Pro"/>
              </a:rPr>
              <a:t>como hoy</a:t>
            </a:r>
            <a:endParaRPr b="0" lang="es-AR" sz="1200" spc="-1" strike="noStrike">
              <a:solidFill>
                <a:srgbClr val="000000"/>
              </a:solidFill>
              <a:latin typeface="Arial"/>
            </a:endParaRPr>
          </a:p>
        </p:txBody>
      </p:sp>
      <p:sp>
        <p:nvSpPr>
          <p:cNvPr id="628" name="mas_riesgo"/>
          <p:cNvSpPr/>
          <p:nvPr/>
        </p:nvSpPr>
        <p:spPr>
          <a:xfrm>
            <a:off x="91440" y="1856160"/>
            <a:ext cx="913680" cy="13752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900" spc="-1" strike="noStrike">
                <a:solidFill>
                  <a:srgbClr val="7f7f7f"/>
                </a:solidFill>
                <a:latin typeface="Avenir Next LT Pro"/>
              </a:rPr>
              <a:t>más riesgo</a:t>
            </a:r>
            <a:endParaRPr b="0" lang="es-AR" sz="900" spc="-1" strike="noStrike">
              <a:solidFill>
                <a:srgbClr val="000000"/>
              </a:solidFill>
              <a:latin typeface="Arial"/>
            </a:endParaRPr>
          </a:p>
        </p:txBody>
      </p:sp>
      <p:sp>
        <p:nvSpPr>
          <p:cNvPr id="629" name="flecha"/>
          <p:cNvSpPr/>
          <p:nvPr/>
        </p:nvSpPr>
        <p:spPr>
          <a:xfrm>
            <a:off x="6172200" y="3246120"/>
            <a:ext cx="730800" cy="456480"/>
          </a:xfrm>
          <a:prstGeom prst="rightArrow">
            <a:avLst>
              <a:gd name="adj1" fmla="val 50000"/>
              <a:gd name="adj2"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30" name="medicion"/>
          <p:cNvSpPr/>
          <p:nvPr/>
        </p:nvSpPr>
        <p:spPr>
          <a:xfrm>
            <a:off x="7132320" y="2926080"/>
            <a:ext cx="4571280" cy="5184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000" spc="-1" strike="noStrike">
                <a:solidFill>
                  <a:srgbClr val="00095b"/>
                </a:solidFill>
                <a:latin typeface="Avenir Next LT Pro"/>
              </a:rPr>
              <a:t>A los 90 días: </a:t>
            </a:r>
            <a:r>
              <a:rPr b="0" lang="en-US" sz="2000" spc="-1" strike="noStrike">
                <a:solidFill>
                  <a:srgbClr val="00095b"/>
                </a:solidFill>
                <a:latin typeface="Avenir Next LT Pro"/>
              </a:rPr>
              <a:t>¿hizo el service?</a:t>
            </a:r>
            <a:endParaRPr b="0" lang="es-AR" sz="2000" spc="-1" strike="noStrike">
              <a:solidFill>
                <a:srgbClr val="000000"/>
              </a:solidFill>
              <a:latin typeface="Arial"/>
            </a:endParaRPr>
          </a:p>
          <a:p>
            <a:pPr defTabSz="914400">
              <a:lnSpc>
                <a:spcPct val="100000"/>
              </a:lnSpc>
            </a:pPr>
            <a:r>
              <a:rPr b="0" lang="en-US" sz="1400" spc="-1" strike="noStrike">
                <a:solidFill>
                  <a:srgbClr val="7f7f7f"/>
                </a:solidFill>
                <a:latin typeface="Avenir Next LT Pro"/>
              </a:rPr>
              <a:t>Se compara por grupo, acción y concesionario.</a:t>
            </a:r>
            <a:endParaRPr b="0" lang="es-AR" sz="1400" spc="-1" strike="noStrike">
              <a:solidFill>
                <a:srgbClr val="000000"/>
              </a:solidFill>
              <a:latin typeface="Arial"/>
            </a:endParaRPr>
          </a:p>
        </p:txBody>
      </p:sp>
      <p:sp>
        <p:nvSpPr>
          <p:cNvPr id="631" name="dos_meses"/>
          <p:cNvSpPr/>
          <p:nvPr/>
        </p:nvSpPr>
        <p:spPr>
          <a:xfrm>
            <a:off x="7132320" y="4251960"/>
            <a:ext cx="2193840" cy="487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3200" spc="-1" strike="noStrike">
                <a:solidFill>
                  <a:srgbClr val="1700f3"/>
                </a:solidFill>
                <a:latin typeface="Avenir Next LT Pro"/>
              </a:rPr>
              <a:t>2 meses</a:t>
            </a:r>
            <a:endParaRPr b="0" lang="es-AR" sz="3200" spc="-1" strike="noStrike">
              <a:solidFill>
                <a:srgbClr val="000000"/>
              </a:solidFill>
              <a:latin typeface="Arial"/>
            </a:endParaRPr>
          </a:p>
        </p:txBody>
      </p:sp>
      <p:sp>
        <p:nvSpPr>
          <p:cNvPr id="632" name="dos_meses_txt"/>
          <p:cNvSpPr/>
          <p:nvPr/>
        </p:nvSpPr>
        <p:spPr>
          <a:xfrm>
            <a:off x="7132320" y="4892040"/>
            <a:ext cx="2102400" cy="396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00095b"/>
                </a:solidFill>
                <a:latin typeface="Avenir Next LT Pro"/>
              </a:rPr>
              <a:t>alcanzan para ver una mejora de 5 puntos</a:t>
            </a:r>
            <a:endParaRPr b="0" lang="es-AR" sz="1300" spc="-1" strike="noStrike">
              <a:solidFill>
                <a:srgbClr val="000000"/>
              </a:solidFill>
              <a:latin typeface="Arial"/>
            </a:endParaRPr>
          </a:p>
        </p:txBody>
      </p:sp>
      <p:sp>
        <p:nvSpPr>
          <p:cNvPr id="633" name="cero"/>
          <p:cNvSpPr/>
          <p:nvPr/>
        </p:nvSpPr>
        <p:spPr>
          <a:xfrm>
            <a:off x="9509760" y="4251960"/>
            <a:ext cx="2376720" cy="487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3200" spc="-1" strike="noStrike">
                <a:solidFill>
                  <a:srgbClr val="1700f3"/>
                </a:solidFill>
                <a:latin typeface="Avenir Next LT Pro"/>
              </a:rPr>
              <a:t>0</a:t>
            </a:r>
            <a:endParaRPr b="0" lang="es-AR" sz="3200" spc="-1" strike="noStrike">
              <a:solidFill>
                <a:srgbClr val="000000"/>
              </a:solidFill>
              <a:latin typeface="Arial"/>
            </a:endParaRPr>
          </a:p>
        </p:txBody>
      </p:sp>
      <p:sp>
        <p:nvSpPr>
          <p:cNvPr id="634" name="cero_txt"/>
          <p:cNvSpPr/>
          <p:nvPr/>
        </p:nvSpPr>
        <p:spPr>
          <a:xfrm>
            <a:off x="9509760" y="4892040"/>
            <a:ext cx="2285280" cy="595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300" spc="-1" strike="noStrike">
                <a:solidFill>
                  <a:srgbClr val="00095b"/>
                </a:solidFill>
                <a:latin typeface="Avenir Next LT Pro"/>
              </a:rPr>
              <a:t>sistemas nuevos: Service Leads, FordPass y Service Reminder</a:t>
            </a:r>
            <a:endParaRPr b="0" lang="es-AR" sz="1300" spc="-1" strike="noStrike">
              <a:solidFill>
                <a:srgbClr val="000000"/>
              </a:solidFill>
              <a:latin typeface="Arial"/>
            </a:endParaRPr>
          </a:p>
        </p:txBody>
      </p:sp>
      <p:sp>
        <p:nvSpPr>
          <p:cNvPr id="635"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Franco Tomás Malfetano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507" dur="indefinite" restart="never" nodeType="tmRoot">
          <p:childTnLst>
            <p:seq>
              <p:cTn id="508" dur="indefinite" nodeType="mainSeq">
                <p:childTnLst>
                  <p:par>
                    <p:cTn id="509" fill="hold">
                      <p:stCondLst>
                        <p:cond delay="indefinite"/>
                      </p:stCondLst>
                      <p:childTnLst>
                        <p:par>
                          <p:cTn id="510" fill="hold">
                            <p:stCondLst>
                              <p:cond delay="0"/>
                            </p:stCondLst>
                            <p:childTnLst>
                              <p:par>
                                <p:cTn id="511" nodeType="clickEffect" fill="hold" presetClass="entr" presetID="10">
                                  <p:stCondLst>
                                    <p:cond delay="0"/>
                                  </p:stCondLst>
                                  <p:childTnLst>
                                    <p:set>
                                      <p:cBhvr>
                                        <p:cTn id="512" dur="1" fill="hold">
                                          <p:stCondLst>
                                            <p:cond delay="0"/>
                                          </p:stCondLst>
                                        </p:cTn>
                                        <p:tgtEl>
                                          <p:spTgt spid="595"/>
                                        </p:tgtEl>
                                        <p:attrNameLst>
                                          <p:attrName>style.visibility</p:attrName>
                                        </p:attrNameLst>
                                      </p:cBhvr>
                                      <p:to>
                                        <p:strVal val="visible"/>
                                      </p:to>
                                    </p:set>
                                    <p:animEffect filter="fade" transition="in">
                                      <p:cBhvr additive="repl">
                                        <p:cTn id="513" dur="500"/>
                                        <p:tgtEl>
                                          <p:spTgt spid="595"/>
                                        </p:tgtEl>
                                      </p:cBhvr>
                                    </p:animEffect>
                                  </p:childTnLst>
                                </p:cTn>
                              </p:par>
                              <p:par>
                                <p:cTn id="514" nodeType="withEffect" fill="hold" presetClass="entr" presetID="22" presetSubtype="8">
                                  <p:stCondLst>
                                    <p:cond delay="0"/>
                                  </p:stCondLst>
                                  <p:childTnLst>
                                    <p:set>
                                      <p:cBhvr>
                                        <p:cTn id="515" dur="1" fill="hold">
                                          <p:stCondLst>
                                            <p:cond delay="0"/>
                                          </p:stCondLst>
                                        </p:cTn>
                                        <p:tgtEl>
                                          <p:spTgt spid="596"/>
                                        </p:tgtEl>
                                        <p:attrNameLst>
                                          <p:attrName>style.visibility</p:attrName>
                                        </p:attrNameLst>
                                      </p:cBhvr>
                                      <p:to>
                                        <p:strVal val="visible"/>
                                      </p:to>
                                    </p:set>
                                    <p:animEffect filter="wipe(left)" transition="in">
                                      <p:cBhvr additive="repl">
                                        <p:cTn id="516" dur="700"/>
                                        <p:tgtEl>
                                          <p:spTgt spid="596"/>
                                        </p:tgtEl>
                                      </p:cBhvr>
                                    </p:animEffect>
                                  </p:childTnLst>
                                </p:cTn>
                              </p:par>
                              <p:par>
                                <p:cTn id="517" nodeType="withEffect" fill="hold" presetClass="entr" presetID="10">
                                  <p:stCondLst>
                                    <p:cond delay="0"/>
                                  </p:stCondLst>
                                  <p:childTnLst>
                                    <p:set>
                                      <p:cBhvr>
                                        <p:cTn id="518" dur="1" fill="hold">
                                          <p:stCondLst>
                                            <p:cond delay="0"/>
                                          </p:stCondLst>
                                        </p:cTn>
                                        <p:tgtEl>
                                          <p:spTgt spid="597"/>
                                        </p:tgtEl>
                                        <p:attrNameLst>
                                          <p:attrName>style.visibility</p:attrName>
                                        </p:attrNameLst>
                                      </p:cBhvr>
                                      <p:to>
                                        <p:strVal val="visible"/>
                                      </p:to>
                                    </p:set>
                                    <p:animEffect filter="fade" transition="in">
                                      <p:cBhvr additive="repl">
                                        <p:cTn id="519" dur="500"/>
                                        <p:tgtEl>
                                          <p:spTgt spid="597"/>
                                        </p:tgtEl>
                                      </p:cBhvr>
                                    </p:animEffect>
                                  </p:childTnLst>
                                </p:cTn>
                              </p:par>
                              <p:par>
                                <p:cTn id="520" nodeType="withEffect" fill="hold" presetClass="entr" presetID="22" presetSubtype="8">
                                  <p:stCondLst>
                                    <p:cond delay="0"/>
                                  </p:stCondLst>
                                  <p:childTnLst>
                                    <p:set>
                                      <p:cBhvr>
                                        <p:cTn id="521" dur="1" fill="hold">
                                          <p:stCondLst>
                                            <p:cond delay="0"/>
                                          </p:stCondLst>
                                        </p:cTn>
                                        <p:tgtEl>
                                          <p:spTgt spid="599"/>
                                        </p:tgtEl>
                                        <p:attrNameLst>
                                          <p:attrName>style.visibility</p:attrName>
                                        </p:attrNameLst>
                                      </p:cBhvr>
                                      <p:to>
                                        <p:strVal val="visible"/>
                                      </p:to>
                                    </p:set>
                                    <p:animEffect filter="wipe(left)" transition="in">
                                      <p:cBhvr additive="repl">
                                        <p:cTn id="522" dur="700"/>
                                        <p:tgtEl>
                                          <p:spTgt spid="599"/>
                                        </p:tgtEl>
                                      </p:cBhvr>
                                    </p:animEffect>
                                  </p:childTnLst>
                                </p:cTn>
                              </p:par>
                              <p:par>
                                <p:cTn id="523" nodeType="withEffect" fill="hold" presetClass="entr" presetID="10">
                                  <p:stCondLst>
                                    <p:cond delay="0"/>
                                  </p:stCondLst>
                                  <p:childTnLst>
                                    <p:set>
                                      <p:cBhvr>
                                        <p:cTn id="524" dur="1" fill="hold">
                                          <p:stCondLst>
                                            <p:cond delay="0"/>
                                          </p:stCondLst>
                                        </p:cTn>
                                        <p:tgtEl>
                                          <p:spTgt spid="600"/>
                                        </p:tgtEl>
                                        <p:attrNameLst>
                                          <p:attrName>style.visibility</p:attrName>
                                        </p:attrNameLst>
                                      </p:cBhvr>
                                      <p:to>
                                        <p:strVal val="visible"/>
                                      </p:to>
                                    </p:set>
                                    <p:animEffect filter="fade" transition="in">
                                      <p:cBhvr additive="repl">
                                        <p:cTn id="525" dur="500"/>
                                        <p:tgtEl>
                                          <p:spTgt spid="600"/>
                                        </p:tgtEl>
                                      </p:cBhvr>
                                    </p:animEffect>
                                  </p:childTnLst>
                                </p:cTn>
                              </p:par>
                              <p:par>
                                <p:cTn id="526" nodeType="withEffect" fill="hold" presetClass="entr" presetID="22" presetSubtype="8">
                                  <p:stCondLst>
                                    <p:cond delay="0"/>
                                  </p:stCondLst>
                                  <p:childTnLst>
                                    <p:set>
                                      <p:cBhvr>
                                        <p:cTn id="527" dur="1" fill="hold">
                                          <p:stCondLst>
                                            <p:cond delay="0"/>
                                          </p:stCondLst>
                                        </p:cTn>
                                        <p:tgtEl>
                                          <p:spTgt spid="602"/>
                                        </p:tgtEl>
                                        <p:attrNameLst>
                                          <p:attrName>style.visibility</p:attrName>
                                        </p:attrNameLst>
                                      </p:cBhvr>
                                      <p:to>
                                        <p:strVal val="visible"/>
                                      </p:to>
                                    </p:set>
                                    <p:animEffect filter="wipe(left)" transition="in">
                                      <p:cBhvr additive="repl">
                                        <p:cTn id="528" dur="700"/>
                                        <p:tgtEl>
                                          <p:spTgt spid="602"/>
                                        </p:tgtEl>
                                      </p:cBhvr>
                                    </p:animEffect>
                                  </p:childTnLst>
                                </p:cTn>
                              </p:par>
                              <p:par>
                                <p:cTn id="529" nodeType="withEffect" fill="hold" presetClass="entr" presetID="10">
                                  <p:stCondLst>
                                    <p:cond delay="0"/>
                                  </p:stCondLst>
                                  <p:childTnLst>
                                    <p:set>
                                      <p:cBhvr>
                                        <p:cTn id="530" dur="1" fill="hold">
                                          <p:stCondLst>
                                            <p:cond delay="0"/>
                                          </p:stCondLst>
                                        </p:cTn>
                                        <p:tgtEl>
                                          <p:spTgt spid="603"/>
                                        </p:tgtEl>
                                        <p:attrNameLst>
                                          <p:attrName>style.visibility</p:attrName>
                                        </p:attrNameLst>
                                      </p:cBhvr>
                                      <p:to>
                                        <p:strVal val="visible"/>
                                      </p:to>
                                    </p:set>
                                    <p:animEffect filter="fade" transition="in">
                                      <p:cBhvr additive="repl">
                                        <p:cTn id="531" dur="500"/>
                                        <p:tgtEl>
                                          <p:spTgt spid="603"/>
                                        </p:tgtEl>
                                      </p:cBhvr>
                                    </p:animEffect>
                                  </p:childTnLst>
                                </p:cTn>
                              </p:par>
                              <p:par>
                                <p:cTn id="532" nodeType="withEffect" fill="hold" presetClass="entr" presetID="22" presetSubtype="8">
                                  <p:stCondLst>
                                    <p:cond delay="0"/>
                                  </p:stCondLst>
                                  <p:childTnLst>
                                    <p:set>
                                      <p:cBhvr>
                                        <p:cTn id="533" dur="1" fill="hold">
                                          <p:stCondLst>
                                            <p:cond delay="0"/>
                                          </p:stCondLst>
                                        </p:cTn>
                                        <p:tgtEl>
                                          <p:spTgt spid="605"/>
                                        </p:tgtEl>
                                        <p:attrNameLst>
                                          <p:attrName>style.visibility</p:attrName>
                                        </p:attrNameLst>
                                      </p:cBhvr>
                                      <p:to>
                                        <p:strVal val="visible"/>
                                      </p:to>
                                    </p:set>
                                    <p:animEffect filter="wipe(left)" transition="in">
                                      <p:cBhvr additive="repl">
                                        <p:cTn id="534" dur="700"/>
                                        <p:tgtEl>
                                          <p:spTgt spid="605"/>
                                        </p:tgtEl>
                                      </p:cBhvr>
                                    </p:animEffect>
                                  </p:childTnLst>
                                </p:cTn>
                              </p:par>
                              <p:par>
                                <p:cTn id="535" nodeType="withEffect" fill="hold" presetClass="entr" presetID="10">
                                  <p:stCondLst>
                                    <p:cond delay="0"/>
                                  </p:stCondLst>
                                  <p:childTnLst>
                                    <p:set>
                                      <p:cBhvr>
                                        <p:cTn id="536" dur="1" fill="hold">
                                          <p:stCondLst>
                                            <p:cond delay="0"/>
                                          </p:stCondLst>
                                        </p:cTn>
                                        <p:tgtEl>
                                          <p:spTgt spid="606"/>
                                        </p:tgtEl>
                                        <p:attrNameLst>
                                          <p:attrName>style.visibility</p:attrName>
                                        </p:attrNameLst>
                                      </p:cBhvr>
                                      <p:to>
                                        <p:strVal val="visible"/>
                                      </p:to>
                                    </p:set>
                                    <p:animEffect filter="fade" transition="in">
                                      <p:cBhvr additive="repl">
                                        <p:cTn id="537" dur="500"/>
                                        <p:tgtEl>
                                          <p:spTgt spid="606"/>
                                        </p:tgtEl>
                                      </p:cBhvr>
                                    </p:animEffect>
                                  </p:childTnLst>
                                </p:cTn>
                              </p:par>
                              <p:par>
                                <p:cTn id="538" nodeType="withEffect" fill="hold" presetClass="entr" presetID="22" presetSubtype="8">
                                  <p:stCondLst>
                                    <p:cond delay="0"/>
                                  </p:stCondLst>
                                  <p:childTnLst>
                                    <p:set>
                                      <p:cBhvr>
                                        <p:cTn id="539" dur="1" fill="hold">
                                          <p:stCondLst>
                                            <p:cond delay="0"/>
                                          </p:stCondLst>
                                        </p:cTn>
                                        <p:tgtEl>
                                          <p:spTgt spid="608"/>
                                        </p:tgtEl>
                                        <p:attrNameLst>
                                          <p:attrName>style.visibility</p:attrName>
                                        </p:attrNameLst>
                                      </p:cBhvr>
                                      <p:to>
                                        <p:strVal val="visible"/>
                                      </p:to>
                                    </p:set>
                                    <p:animEffect filter="wipe(left)" transition="in">
                                      <p:cBhvr additive="repl">
                                        <p:cTn id="540" dur="700"/>
                                        <p:tgtEl>
                                          <p:spTgt spid="608"/>
                                        </p:tgtEl>
                                      </p:cBhvr>
                                    </p:animEffect>
                                  </p:childTnLst>
                                </p:cTn>
                              </p:par>
                              <p:par>
                                <p:cTn id="541" nodeType="withEffect" fill="hold" presetClass="entr" presetID="10">
                                  <p:stCondLst>
                                    <p:cond delay="0"/>
                                  </p:stCondLst>
                                  <p:childTnLst>
                                    <p:set>
                                      <p:cBhvr>
                                        <p:cTn id="542" dur="1" fill="hold">
                                          <p:stCondLst>
                                            <p:cond delay="0"/>
                                          </p:stCondLst>
                                        </p:cTn>
                                        <p:tgtEl>
                                          <p:spTgt spid="609"/>
                                        </p:tgtEl>
                                        <p:attrNameLst>
                                          <p:attrName>style.visibility</p:attrName>
                                        </p:attrNameLst>
                                      </p:cBhvr>
                                      <p:to>
                                        <p:strVal val="visible"/>
                                      </p:to>
                                    </p:set>
                                    <p:animEffect filter="fade" transition="in">
                                      <p:cBhvr additive="repl">
                                        <p:cTn id="543" dur="500"/>
                                        <p:tgtEl>
                                          <p:spTgt spid="609"/>
                                        </p:tgtEl>
                                      </p:cBhvr>
                                    </p:animEffect>
                                  </p:childTnLst>
                                </p:cTn>
                              </p:par>
                              <p:par>
                                <p:cTn id="544" nodeType="withEffect" fill="hold" presetClass="entr" presetID="22" presetSubtype="8">
                                  <p:stCondLst>
                                    <p:cond delay="0"/>
                                  </p:stCondLst>
                                  <p:childTnLst>
                                    <p:set>
                                      <p:cBhvr>
                                        <p:cTn id="545" dur="1" fill="hold">
                                          <p:stCondLst>
                                            <p:cond delay="0"/>
                                          </p:stCondLst>
                                        </p:cTn>
                                        <p:tgtEl>
                                          <p:spTgt spid="611"/>
                                        </p:tgtEl>
                                        <p:attrNameLst>
                                          <p:attrName>style.visibility</p:attrName>
                                        </p:attrNameLst>
                                      </p:cBhvr>
                                      <p:to>
                                        <p:strVal val="visible"/>
                                      </p:to>
                                    </p:set>
                                    <p:animEffect filter="wipe(left)" transition="in">
                                      <p:cBhvr additive="repl">
                                        <p:cTn id="546" dur="700"/>
                                        <p:tgtEl>
                                          <p:spTgt spid="611"/>
                                        </p:tgtEl>
                                      </p:cBhvr>
                                    </p:animEffect>
                                  </p:childTnLst>
                                </p:cTn>
                              </p:par>
                              <p:par>
                                <p:cTn id="547" nodeType="withEffect" fill="hold" presetClass="entr" presetID="10">
                                  <p:stCondLst>
                                    <p:cond delay="0"/>
                                  </p:stCondLst>
                                  <p:childTnLst>
                                    <p:set>
                                      <p:cBhvr>
                                        <p:cTn id="548" dur="1" fill="hold">
                                          <p:stCondLst>
                                            <p:cond delay="0"/>
                                          </p:stCondLst>
                                        </p:cTn>
                                        <p:tgtEl>
                                          <p:spTgt spid="612"/>
                                        </p:tgtEl>
                                        <p:attrNameLst>
                                          <p:attrName>style.visibility</p:attrName>
                                        </p:attrNameLst>
                                      </p:cBhvr>
                                      <p:to>
                                        <p:strVal val="visible"/>
                                      </p:to>
                                    </p:set>
                                    <p:animEffect filter="fade" transition="in">
                                      <p:cBhvr additive="repl">
                                        <p:cTn id="549" dur="500"/>
                                        <p:tgtEl>
                                          <p:spTgt spid="612"/>
                                        </p:tgtEl>
                                      </p:cBhvr>
                                    </p:animEffect>
                                  </p:childTnLst>
                                </p:cTn>
                              </p:par>
                              <p:par>
                                <p:cTn id="550" nodeType="withEffect" fill="hold" presetClass="entr" presetID="22" presetSubtype="8">
                                  <p:stCondLst>
                                    <p:cond delay="0"/>
                                  </p:stCondLst>
                                  <p:childTnLst>
                                    <p:set>
                                      <p:cBhvr>
                                        <p:cTn id="551" dur="1" fill="hold">
                                          <p:stCondLst>
                                            <p:cond delay="0"/>
                                          </p:stCondLst>
                                        </p:cTn>
                                        <p:tgtEl>
                                          <p:spTgt spid="614"/>
                                        </p:tgtEl>
                                        <p:attrNameLst>
                                          <p:attrName>style.visibility</p:attrName>
                                        </p:attrNameLst>
                                      </p:cBhvr>
                                      <p:to>
                                        <p:strVal val="visible"/>
                                      </p:to>
                                    </p:set>
                                    <p:animEffect filter="wipe(left)" transition="in">
                                      <p:cBhvr additive="repl">
                                        <p:cTn id="552" dur="700"/>
                                        <p:tgtEl>
                                          <p:spTgt spid="614"/>
                                        </p:tgtEl>
                                      </p:cBhvr>
                                    </p:animEffect>
                                  </p:childTnLst>
                                </p:cTn>
                              </p:par>
                              <p:par>
                                <p:cTn id="553" nodeType="withEffect" fill="hold" presetClass="entr" presetID="10">
                                  <p:stCondLst>
                                    <p:cond delay="0"/>
                                  </p:stCondLst>
                                  <p:childTnLst>
                                    <p:set>
                                      <p:cBhvr>
                                        <p:cTn id="554" dur="1" fill="hold">
                                          <p:stCondLst>
                                            <p:cond delay="0"/>
                                          </p:stCondLst>
                                        </p:cTn>
                                        <p:tgtEl>
                                          <p:spTgt spid="615"/>
                                        </p:tgtEl>
                                        <p:attrNameLst>
                                          <p:attrName>style.visibility</p:attrName>
                                        </p:attrNameLst>
                                      </p:cBhvr>
                                      <p:to>
                                        <p:strVal val="visible"/>
                                      </p:to>
                                    </p:set>
                                    <p:animEffect filter="fade" transition="in">
                                      <p:cBhvr additive="repl">
                                        <p:cTn id="555" dur="500"/>
                                        <p:tgtEl>
                                          <p:spTgt spid="615"/>
                                        </p:tgtEl>
                                      </p:cBhvr>
                                    </p:animEffect>
                                  </p:childTnLst>
                                </p:cTn>
                              </p:par>
                              <p:par>
                                <p:cTn id="556" nodeType="withEffect" fill="hold" presetClass="entr" presetID="22" presetSubtype="8">
                                  <p:stCondLst>
                                    <p:cond delay="0"/>
                                  </p:stCondLst>
                                  <p:childTnLst>
                                    <p:set>
                                      <p:cBhvr>
                                        <p:cTn id="557" dur="1" fill="hold">
                                          <p:stCondLst>
                                            <p:cond delay="0"/>
                                          </p:stCondLst>
                                        </p:cTn>
                                        <p:tgtEl>
                                          <p:spTgt spid="617"/>
                                        </p:tgtEl>
                                        <p:attrNameLst>
                                          <p:attrName>style.visibility</p:attrName>
                                        </p:attrNameLst>
                                      </p:cBhvr>
                                      <p:to>
                                        <p:strVal val="visible"/>
                                      </p:to>
                                    </p:set>
                                    <p:animEffect filter="wipe(left)" transition="in">
                                      <p:cBhvr additive="repl">
                                        <p:cTn id="558" dur="700"/>
                                        <p:tgtEl>
                                          <p:spTgt spid="617"/>
                                        </p:tgtEl>
                                      </p:cBhvr>
                                    </p:animEffect>
                                  </p:childTnLst>
                                </p:cTn>
                              </p:par>
                              <p:par>
                                <p:cTn id="559" nodeType="withEffect" fill="hold" presetClass="entr" presetID="10">
                                  <p:stCondLst>
                                    <p:cond delay="0"/>
                                  </p:stCondLst>
                                  <p:childTnLst>
                                    <p:set>
                                      <p:cBhvr>
                                        <p:cTn id="560" dur="1" fill="hold">
                                          <p:stCondLst>
                                            <p:cond delay="0"/>
                                          </p:stCondLst>
                                        </p:cTn>
                                        <p:tgtEl>
                                          <p:spTgt spid="618"/>
                                        </p:tgtEl>
                                        <p:attrNameLst>
                                          <p:attrName>style.visibility</p:attrName>
                                        </p:attrNameLst>
                                      </p:cBhvr>
                                      <p:to>
                                        <p:strVal val="visible"/>
                                      </p:to>
                                    </p:set>
                                    <p:animEffect filter="fade" transition="in">
                                      <p:cBhvr additive="repl">
                                        <p:cTn id="561" dur="500"/>
                                        <p:tgtEl>
                                          <p:spTgt spid="618"/>
                                        </p:tgtEl>
                                      </p:cBhvr>
                                    </p:animEffect>
                                  </p:childTnLst>
                                </p:cTn>
                              </p:par>
                              <p:par>
                                <p:cTn id="562" nodeType="withEffect" fill="hold" presetClass="entr" presetID="22" presetSubtype="8">
                                  <p:stCondLst>
                                    <p:cond delay="0"/>
                                  </p:stCondLst>
                                  <p:childTnLst>
                                    <p:set>
                                      <p:cBhvr>
                                        <p:cTn id="563" dur="1" fill="hold">
                                          <p:stCondLst>
                                            <p:cond delay="0"/>
                                          </p:stCondLst>
                                        </p:cTn>
                                        <p:tgtEl>
                                          <p:spTgt spid="620"/>
                                        </p:tgtEl>
                                        <p:attrNameLst>
                                          <p:attrName>style.visibility</p:attrName>
                                        </p:attrNameLst>
                                      </p:cBhvr>
                                      <p:to>
                                        <p:strVal val="visible"/>
                                      </p:to>
                                    </p:set>
                                    <p:animEffect filter="wipe(left)" transition="in">
                                      <p:cBhvr additive="repl">
                                        <p:cTn id="564" dur="700"/>
                                        <p:tgtEl>
                                          <p:spTgt spid="620"/>
                                        </p:tgtEl>
                                      </p:cBhvr>
                                    </p:animEffect>
                                  </p:childTnLst>
                                </p:cTn>
                              </p:par>
                              <p:par>
                                <p:cTn id="565" nodeType="withEffect" fill="hold" presetClass="entr" presetID="10">
                                  <p:stCondLst>
                                    <p:cond delay="0"/>
                                  </p:stCondLst>
                                  <p:childTnLst>
                                    <p:set>
                                      <p:cBhvr>
                                        <p:cTn id="566" dur="1" fill="hold">
                                          <p:stCondLst>
                                            <p:cond delay="0"/>
                                          </p:stCondLst>
                                        </p:cTn>
                                        <p:tgtEl>
                                          <p:spTgt spid="621"/>
                                        </p:tgtEl>
                                        <p:attrNameLst>
                                          <p:attrName>style.visibility</p:attrName>
                                        </p:attrNameLst>
                                      </p:cBhvr>
                                      <p:to>
                                        <p:strVal val="visible"/>
                                      </p:to>
                                    </p:set>
                                    <p:animEffect filter="fade" transition="in">
                                      <p:cBhvr additive="repl">
                                        <p:cTn id="567" dur="500"/>
                                        <p:tgtEl>
                                          <p:spTgt spid="621"/>
                                        </p:tgtEl>
                                      </p:cBhvr>
                                    </p:animEffect>
                                  </p:childTnLst>
                                </p:cTn>
                              </p:par>
                              <p:par>
                                <p:cTn id="568" nodeType="withEffect" fill="hold" presetClass="entr" presetID="22" presetSubtype="8">
                                  <p:stCondLst>
                                    <p:cond delay="0"/>
                                  </p:stCondLst>
                                  <p:childTnLst>
                                    <p:set>
                                      <p:cBhvr>
                                        <p:cTn id="569" dur="1" fill="hold">
                                          <p:stCondLst>
                                            <p:cond delay="0"/>
                                          </p:stCondLst>
                                        </p:cTn>
                                        <p:tgtEl>
                                          <p:spTgt spid="623"/>
                                        </p:tgtEl>
                                        <p:attrNameLst>
                                          <p:attrName>style.visibility</p:attrName>
                                        </p:attrNameLst>
                                      </p:cBhvr>
                                      <p:to>
                                        <p:strVal val="visible"/>
                                      </p:to>
                                    </p:set>
                                    <p:animEffect filter="wipe(left)" transition="in">
                                      <p:cBhvr additive="repl">
                                        <p:cTn id="570" dur="700"/>
                                        <p:tgtEl>
                                          <p:spTgt spid="623"/>
                                        </p:tgtEl>
                                      </p:cBhvr>
                                    </p:animEffect>
                                  </p:childTnLst>
                                </p:cTn>
                              </p:par>
                              <p:par>
                                <p:cTn id="571" nodeType="withEffect" fill="hold" presetClass="entr" presetID="10">
                                  <p:stCondLst>
                                    <p:cond delay="0"/>
                                  </p:stCondLst>
                                  <p:childTnLst>
                                    <p:set>
                                      <p:cBhvr>
                                        <p:cTn id="572" dur="1" fill="hold">
                                          <p:stCondLst>
                                            <p:cond delay="0"/>
                                          </p:stCondLst>
                                        </p:cTn>
                                        <p:tgtEl>
                                          <p:spTgt spid="624"/>
                                        </p:tgtEl>
                                        <p:attrNameLst>
                                          <p:attrName>style.visibility</p:attrName>
                                        </p:attrNameLst>
                                      </p:cBhvr>
                                      <p:to>
                                        <p:strVal val="visible"/>
                                      </p:to>
                                    </p:set>
                                    <p:animEffect filter="fade" transition="in">
                                      <p:cBhvr additive="repl">
                                        <p:cTn id="573" dur="500"/>
                                        <p:tgtEl>
                                          <p:spTgt spid="624"/>
                                        </p:tgtEl>
                                      </p:cBhvr>
                                    </p:animEffect>
                                  </p:childTnLst>
                                </p:cTn>
                              </p:par>
                              <p:par>
                                <p:cTn id="574" nodeType="withEffect" fill="hold" presetClass="entr" presetID="10">
                                  <p:stCondLst>
                                    <p:cond delay="0"/>
                                  </p:stCondLst>
                                  <p:childTnLst>
                                    <p:set>
                                      <p:cBhvr>
                                        <p:cTn id="575" dur="1" fill="hold">
                                          <p:stCondLst>
                                            <p:cond delay="0"/>
                                          </p:stCondLst>
                                        </p:cTn>
                                        <p:tgtEl>
                                          <p:spTgt spid="628"/>
                                        </p:tgtEl>
                                        <p:attrNameLst>
                                          <p:attrName>style.visibility</p:attrName>
                                        </p:attrNameLst>
                                      </p:cBhvr>
                                      <p:to>
                                        <p:strVal val="visible"/>
                                      </p:to>
                                    </p:set>
                                    <p:animEffect filter="fade" transition="in">
                                      <p:cBhvr additive="repl">
                                        <p:cTn id="576" dur="500"/>
                                        <p:tgtEl>
                                          <p:spTgt spid="628"/>
                                        </p:tgtEl>
                                      </p:cBhvr>
                                    </p:animEffect>
                                  </p:childTnLst>
                                </p:cTn>
                              </p:par>
                            </p:childTnLst>
                          </p:cTn>
                        </p:par>
                      </p:childTnLst>
                    </p:cTn>
                  </p:par>
                  <p:par>
                    <p:cTn id="577" fill="hold">
                      <p:stCondLst>
                        <p:cond delay="indefinite"/>
                      </p:stCondLst>
                      <p:childTnLst>
                        <p:par>
                          <p:cTn id="578" fill="hold">
                            <p:stCondLst>
                              <p:cond delay="0"/>
                            </p:stCondLst>
                            <p:childTnLst>
                              <p:par>
                                <p:cTn id="579" nodeType="clickEffect" fill="hold" presetClass="entr" presetID="10">
                                  <p:stCondLst>
                                    <p:cond delay="0"/>
                                  </p:stCondLst>
                                  <p:childTnLst>
                                    <p:set>
                                      <p:cBhvr>
                                        <p:cTn id="580" dur="1" fill="hold">
                                          <p:stCondLst>
                                            <p:cond delay="0"/>
                                          </p:stCondLst>
                                        </p:cTn>
                                        <p:tgtEl>
                                          <p:spTgt spid="598"/>
                                        </p:tgtEl>
                                        <p:attrNameLst>
                                          <p:attrName>style.visibility</p:attrName>
                                        </p:attrNameLst>
                                      </p:cBhvr>
                                      <p:to>
                                        <p:strVal val="visible"/>
                                      </p:to>
                                    </p:set>
                                    <p:animEffect filter="fade" transition="in">
                                      <p:cBhvr additive="repl">
                                        <p:cTn id="581" dur="500"/>
                                        <p:tgtEl>
                                          <p:spTgt spid="598"/>
                                        </p:tgtEl>
                                      </p:cBhvr>
                                    </p:animEffect>
                                  </p:childTnLst>
                                </p:cTn>
                              </p:par>
                              <p:par>
                                <p:cTn id="582" nodeType="withEffect" fill="hold" presetClass="entr" presetID="10">
                                  <p:stCondLst>
                                    <p:cond delay="0"/>
                                  </p:stCondLst>
                                  <p:childTnLst>
                                    <p:set>
                                      <p:cBhvr>
                                        <p:cTn id="583" dur="1" fill="hold">
                                          <p:stCondLst>
                                            <p:cond delay="0"/>
                                          </p:stCondLst>
                                        </p:cTn>
                                        <p:tgtEl>
                                          <p:spTgt spid="601"/>
                                        </p:tgtEl>
                                        <p:attrNameLst>
                                          <p:attrName>style.visibility</p:attrName>
                                        </p:attrNameLst>
                                      </p:cBhvr>
                                      <p:to>
                                        <p:strVal val="visible"/>
                                      </p:to>
                                    </p:set>
                                    <p:animEffect filter="fade" transition="in">
                                      <p:cBhvr additive="repl">
                                        <p:cTn id="584" dur="500"/>
                                        <p:tgtEl>
                                          <p:spTgt spid="601"/>
                                        </p:tgtEl>
                                      </p:cBhvr>
                                    </p:animEffect>
                                  </p:childTnLst>
                                </p:cTn>
                              </p:par>
                              <p:par>
                                <p:cTn id="585" nodeType="withEffect" fill="hold" presetClass="entr" presetID="10">
                                  <p:stCondLst>
                                    <p:cond delay="0"/>
                                  </p:stCondLst>
                                  <p:childTnLst>
                                    <p:set>
                                      <p:cBhvr>
                                        <p:cTn id="586" dur="1" fill="hold">
                                          <p:stCondLst>
                                            <p:cond delay="0"/>
                                          </p:stCondLst>
                                        </p:cTn>
                                        <p:tgtEl>
                                          <p:spTgt spid="604"/>
                                        </p:tgtEl>
                                        <p:attrNameLst>
                                          <p:attrName>style.visibility</p:attrName>
                                        </p:attrNameLst>
                                      </p:cBhvr>
                                      <p:to>
                                        <p:strVal val="visible"/>
                                      </p:to>
                                    </p:set>
                                    <p:animEffect filter="fade" transition="in">
                                      <p:cBhvr additive="repl">
                                        <p:cTn id="587" dur="500"/>
                                        <p:tgtEl>
                                          <p:spTgt spid="604"/>
                                        </p:tgtEl>
                                      </p:cBhvr>
                                    </p:animEffect>
                                  </p:childTnLst>
                                </p:cTn>
                              </p:par>
                              <p:par>
                                <p:cTn id="588" nodeType="withEffect" fill="hold" presetClass="entr" presetID="10">
                                  <p:stCondLst>
                                    <p:cond delay="0"/>
                                  </p:stCondLst>
                                  <p:childTnLst>
                                    <p:set>
                                      <p:cBhvr>
                                        <p:cTn id="589" dur="1" fill="hold">
                                          <p:stCondLst>
                                            <p:cond delay="0"/>
                                          </p:stCondLst>
                                        </p:cTn>
                                        <p:tgtEl>
                                          <p:spTgt spid="607"/>
                                        </p:tgtEl>
                                        <p:attrNameLst>
                                          <p:attrName>style.visibility</p:attrName>
                                        </p:attrNameLst>
                                      </p:cBhvr>
                                      <p:to>
                                        <p:strVal val="visible"/>
                                      </p:to>
                                    </p:set>
                                    <p:animEffect filter="fade" transition="in">
                                      <p:cBhvr additive="repl">
                                        <p:cTn id="590" dur="500"/>
                                        <p:tgtEl>
                                          <p:spTgt spid="607"/>
                                        </p:tgtEl>
                                      </p:cBhvr>
                                    </p:animEffect>
                                  </p:childTnLst>
                                </p:cTn>
                              </p:par>
                              <p:par>
                                <p:cTn id="591" nodeType="withEffect" fill="hold" presetClass="entr" presetID="10">
                                  <p:stCondLst>
                                    <p:cond delay="0"/>
                                  </p:stCondLst>
                                  <p:childTnLst>
                                    <p:set>
                                      <p:cBhvr>
                                        <p:cTn id="592" dur="1" fill="hold">
                                          <p:stCondLst>
                                            <p:cond delay="0"/>
                                          </p:stCondLst>
                                        </p:cTn>
                                        <p:tgtEl>
                                          <p:spTgt spid="610"/>
                                        </p:tgtEl>
                                        <p:attrNameLst>
                                          <p:attrName>style.visibility</p:attrName>
                                        </p:attrNameLst>
                                      </p:cBhvr>
                                      <p:to>
                                        <p:strVal val="visible"/>
                                      </p:to>
                                    </p:set>
                                    <p:animEffect filter="fade" transition="in">
                                      <p:cBhvr additive="repl">
                                        <p:cTn id="593" dur="500"/>
                                        <p:tgtEl>
                                          <p:spTgt spid="610"/>
                                        </p:tgtEl>
                                      </p:cBhvr>
                                    </p:animEffect>
                                  </p:childTnLst>
                                </p:cTn>
                              </p:par>
                              <p:par>
                                <p:cTn id="594" nodeType="withEffect" fill="hold" presetClass="entr" presetID="10">
                                  <p:stCondLst>
                                    <p:cond delay="0"/>
                                  </p:stCondLst>
                                  <p:childTnLst>
                                    <p:set>
                                      <p:cBhvr>
                                        <p:cTn id="595" dur="1" fill="hold">
                                          <p:stCondLst>
                                            <p:cond delay="0"/>
                                          </p:stCondLst>
                                        </p:cTn>
                                        <p:tgtEl>
                                          <p:spTgt spid="613"/>
                                        </p:tgtEl>
                                        <p:attrNameLst>
                                          <p:attrName>style.visibility</p:attrName>
                                        </p:attrNameLst>
                                      </p:cBhvr>
                                      <p:to>
                                        <p:strVal val="visible"/>
                                      </p:to>
                                    </p:set>
                                    <p:animEffect filter="fade" transition="in">
                                      <p:cBhvr additive="repl">
                                        <p:cTn id="596" dur="500"/>
                                        <p:tgtEl>
                                          <p:spTgt spid="613"/>
                                        </p:tgtEl>
                                      </p:cBhvr>
                                    </p:animEffect>
                                  </p:childTnLst>
                                </p:cTn>
                              </p:par>
                              <p:par>
                                <p:cTn id="597" nodeType="withEffect" fill="hold" presetClass="entr" presetID="10">
                                  <p:stCondLst>
                                    <p:cond delay="0"/>
                                  </p:stCondLst>
                                  <p:childTnLst>
                                    <p:set>
                                      <p:cBhvr>
                                        <p:cTn id="598" dur="1" fill="hold">
                                          <p:stCondLst>
                                            <p:cond delay="0"/>
                                          </p:stCondLst>
                                        </p:cTn>
                                        <p:tgtEl>
                                          <p:spTgt spid="616"/>
                                        </p:tgtEl>
                                        <p:attrNameLst>
                                          <p:attrName>style.visibility</p:attrName>
                                        </p:attrNameLst>
                                      </p:cBhvr>
                                      <p:to>
                                        <p:strVal val="visible"/>
                                      </p:to>
                                    </p:set>
                                    <p:animEffect filter="fade" transition="in">
                                      <p:cBhvr additive="repl">
                                        <p:cTn id="599" dur="500"/>
                                        <p:tgtEl>
                                          <p:spTgt spid="616"/>
                                        </p:tgtEl>
                                      </p:cBhvr>
                                    </p:animEffect>
                                  </p:childTnLst>
                                </p:cTn>
                              </p:par>
                              <p:par>
                                <p:cTn id="600" nodeType="withEffect" fill="hold" presetClass="entr" presetID="10">
                                  <p:stCondLst>
                                    <p:cond delay="0"/>
                                  </p:stCondLst>
                                  <p:childTnLst>
                                    <p:set>
                                      <p:cBhvr>
                                        <p:cTn id="601" dur="1" fill="hold">
                                          <p:stCondLst>
                                            <p:cond delay="0"/>
                                          </p:stCondLst>
                                        </p:cTn>
                                        <p:tgtEl>
                                          <p:spTgt spid="619"/>
                                        </p:tgtEl>
                                        <p:attrNameLst>
                                          <p:attrName>style.visibility</p:attrName>
                                        </p:attrNameLst>
                                      </p:cBhvr>
                                      <p:to>
                                        <p:strVal val="visible"/>
                                      </p:to>
                                    </p:set>
                                    <p:animEffect filter="fade" transition="in">
                                      <p:cBhvr additive="repl">
                                        <p:cTn id="602" dur="500"/>
                                        <p:tgtEl>
                                          <p:spTgt spid="619"/>
                                        </p:tgtEl>
                                      </p:cBhvr>
                                    </p:animEffect>
                                  </p:childTnLst>
                                </p:cTn>
                              </p:par>
                              <p:par>
                                <p:cTn id="603" nodeType="withEffect" fill="hold" presetClass="entr" presetID="10">
                                  <p:stCondLst>
                                    <p:cond delay="0"/>
                                  </p:stCondLst>
                                  <p:childTnLst>
                                    <p:set>
                                      <p:cBhvr>
                                        <p:cTn id="604" dur="1" fill="hold">
                                          <p:stCondLst>
                                            <p:cond delay="0"/>
                                          </p:stCondLst>
                                        </p:cTn>
                                        <p:tgtEl>
                                          <p:spTgt spid="622"/>
                                        </p:tgtEl>
                                        <p:attrNameLst>
                                          <p:attrName>style.visibility</p:attrName>
                                        </p:attrNameLst>
                                      </p:cBhvr>
                                      <p:to>
                                        <p:strVal val="visible"/>
                                      </p:to>
                                    </p:set>
                                    <p:animEffect filter="fade" transition="in">
                                      <p:cBhvr additive="repl">
                                        <p:cTn id="605" dur="500"/>
                                        <p:tgtEl>
                                          <p:spTgt spid="622"/>
                                        </p:tgtEl>
                                      </p:cBhvr>
                                    </p:animEffect>
                                  </p:childTnLst>
                                </p:cTn>
                              </p:par>
                              <p:par>
                                <p:cTn id="606" nodeType="withEffect" fill="hold" presetClass="entr" presetID="10">
                                  <p:stCondLst>
                                    <p:cond delay="0"/>
                                  </p:stCondLst>
                                  <p:childTnLst>
                                    <p:set>
                                      <p:cBhvr>
                                        <p:cTn id="607" dur="1" fill="hold">
                                          <p:stCondLst>
                                            <p:cond delay="0"/>
                                          </p:stCondLst>
                                        </p:cTn>
                                        <p:tgtEl>
                                          <p:spTgt spid="625"/>
                                        </p:tgtEl>
                                        <p:attrNameLst>
                                          <p:attrName>style.visibility</p:attrName>
                                        </p:attrNameLst>
                                      </p:cBhvr>
                                      <p:to>
                                        <p:strVal val="visible"/>
                                      </p:to>
                                    </p:set>
                                    <p:animEffect filter="fade" transition="in">
                                      <p:cBhvr additive="repl">
                                        <p:cTn id="608" dur="500"/>
                                        <p:tgtEl>
                                          <p:spTgt spid="625"/>
                                        </p:tgtEl>
                                      </p:cBhvr>
                                    </p:animEffect>
                                  </p:childTnLst>
                                </p:cTn>
                              </p:par>
                              <p:par>
                                <p:cTn id="609" nodeType="withEffect" fill="hold" presetClass="entr" presetID="10">
                                  <p:stCondLst>
                                    <p:cond delay="0"/>
                                  </p:stCondLst>
                                  <p:childTnLst>
                                    <p:set>
                                      <p:cBhvr>
                                        <p:cTn id="610" dur="1" fill="hold">
                                          <p:stCondLst>
                                            <p:cond delay="0"/>
                                          </p:stCondLst>
                                        </p:cTn>
                                        <p:tgtEl>
                                          <p:spTgt spid="626"/>
                                        </p:tgtEl>
                                        <p:attrNameLst>
                                          <p:attrName>style.visibility</p:attrName>
                                        </p:attrNameLst>
                                      </p:cBhvr>
                                      <p:to>
                                        <p:strVal val="visible"/>
                                      </p:to>
                                    </p:set>
                                    <p:animEffect filter="fade" transition="in">
                                      <p:cBhvr additive="repl">
                                        <p:cTn id="611" dur="500"/>
                                        <p:tgtEl>
                                          <p:spTgt spid="626"/>
                                        </p:tgtEl>
                                      </p:cBhvr>
                                    </p:animEffect>
                                  </p:childTnLst>
                                </p:cTn>
                              </p:par>
                              <p:par>
                                <p:cTn id="612" nodeType="withEffect" fill="hold" presetClass="entr" presetID="10">
                                  <p:stCondLst>
                                    <p:cond delay="0"/>
                                  </p:stCondLst>
                                  <p:childTnLst>
                                    <p:set>
                                      <p:cBhvr>
                                        <p:cTn id="613" dur="1" fill="hold">
                                          <p:stCondLst>
                                            <p:cond delay="0"/>
                                          </p:stCondLst>
                                        </p:cTn>
                                        <p:tgtEl>
                                          <p:spTgt spid="627"/>
                                        </p:tgtEl>
                                        <p:attrNameLst>
                                          <p:attrName>style.visibility</p:attrName>
                                        </p:attrNameLst>
                                      </p:cBhvr>
                                      <p:to>
                                        <p:strVal val="visible"/>
                                      </p:to>
                                    </p:set>
                                    <p:animEffect filter="fade" transition="in">
                                      <p:cBhvr additive="repl">
                                        <p:cTn id="614" dur="500"/>
                                        <p:tgtEl>
                                          <p:spTgt spid="627"/>
                                        </p:tgtEl>
                                      </p:cBhvr>
                                    </p:animEffect>
                                  </p:childTnLst>
                                </p:cTn>
                              </p:par>
                            </p:childTnLst>
                          </p:cTn>
                        </p:par>
                      </p:childTnLst>
                    </p:cTn>
                  </p:par>
                  <p:par>
                    <p:cTn id="615" fill="hold">
                      <p:stCondLst>
                        <p:cond delay="indefinite"/>
                      </p:stCondLst>
                      <p:childTnLst>
                        <p:par>
                          <p:cTn id="616" fill="hold">
                            <p:stCondLst>
                              <p:cond delay="0"/>
                            </p:stCondLst>
                            <p:childTnLst>
                              <p:par>
                                <p:cTn id="617" nodeType="clickEffect" fill="hold" presetClass="entr" presetID="10">
                                  <p:stCondLst>
                                    <p:cond delay="0"/>
                                  </p:stCondLst>
                                  <p:childTnLst>
                                    <p:set>
                                      <p:cBhvr>
                                        <p:cTn id="618" dur="1" fill="hold">
                                          <p:stCondLst>
                                            <p:cond delay="0"/>
                                          </p:stCondLst>
                                        </p:cTn>
                                        <p:tgtEl>
                                          <p:spTgt spid="629"/>
                                        </p:tgtEl>
                                        <p:attrNameLst>
                                          <p:attrName>style.visibility</p:attrName>
                                        </p:attrNameLst>
                                      </p:cBhvr>
                                      <p:to>
                                        <p:strVal val="visible"/>
                                      </p:to>
                                    </p:set>
                                    <p:animEffect filter="fade" transition="in">
                                      <p:cBhvr additive="repl">
                                        <p:cTn id="619" dur="500"/>
                                        <p:tgtEl>
                                          <p:spTgt spid="629"/>
                                        </p:tgtEl>
                                      </p:cBhvr>
                                    </p:animEffect>
                                  </p:childTnLst>
                                </p:cTn>
                              </p:par>
                              <p:par>
                                <p:cTn id="620" nodeType="withEffect" fill="hold" presetClass="entr" presetID="10">
                                  <p:stCondLst>
                                    <p:cond delay="0"/>
                                  </p:stCondLst>
                                  <p:childTnLst>
                                    <p:set>
                                      <p:cBhvr>
                                        <p:cTn id="621" dur="1" fill="hold">
                                          <p:stCondLst>
                                            <p:cond delay="0"/>
                                          </p:stCondLst>
                                        </p:cTn>
                                        <p:tgtEl>
                                          <p:spTgt spid="630"/>
                                        </p:tgtEl>
                                        <p:attrNameLst>
                                          <p:attrName>style.visibility</p:attrName>
                                        </p:attrNameLst>
                                      </p:cBhvr>
                                      <p:to>
                                        <p:strVal val="visible"/>
                                      </p:to>
                                    </p:set>
                                    <p:animEffect filter="fade" transition="in">
                                      <p:cBhvr additive="repl">
                                        <p:cTn id="622" dur="500"/>
                                        <p:tgtEl>
                                          <p:spTgt spid="630"/>
                                        </p:tgtEl>
                                      </p:cBhvr>
                                    </p:animEffect>
                                  </p:childTnLst>
                                </p:cTn>
                              </p:par>
                            </p:childTnLst>
                          </p:cTn>
                        </p:par>
                      </p:childTnLst>
                    </p:cTn>
                  </p:par>
                  <p:par>
                    <p:cTn id="623" fill="hold">
                      <p:stCondLst>
                        <p:cond delay="indefinite"/>
                      </p:stCondLst>
                      <p:childTnLst>
                        <p:par>
                          <p:cTn id="624" fill="hold">
                            <p:stCondLst>
                              <p:cond delay="0"/>
                            </p:stCondLst>
                            <p:childTnLst>
                              <p:par>
                                <p:cTn id="625" nodeType="clickEffect" fill="hold" presetClass="entr" presetID="10">
                                  <p:stCondLst>
                                    <p:cond delay="0"/>
                                  </p:stCondLst>
                                  <p:childTnLst>
                                    <p:set>
                                      <p:cBhvr>
                                        <p:cTn id="626" dur="1" fill="hold">
                                          <p:stCondLst>
                                            <p:cond delay="0"/>
                                          </p:stCondLst>
                                        </p:cTn>
                                        <p:tgtEl>
                                          <p:spTgt spid="631"/>
                                        </p:tgtEl>
                                        <p:attrNameLst>
                                          <p:attrName>style.visibility</p:attrName>
                                        </p:attrNameLst>
                                      </p:cBhvr>
                                      <p:to>
                                        <p:strVal val="visible"/>
                                      </p:to>
                                    </p:set>
                                    <p:animEffect filter="fade" transition="in">
                                      <p:cBhvr additive="repl">
                                        <p:cTn id="627" dur="500"/>
                                        <p:tgtEl>
                                          <p:spTgt spid="631"/>
                                        </p:tgtEl>
                                      </p:cBhvr>
                                    </p:animEffect>
                                  </p:childTnLst>
                                </p:cTn>
                              </p:par>
                              <p:par>
                                <p:cTn id="628" nodeType="withEffect" fill="hold" presetClass="entr" presetID="10">
                                  <p:stCondLst>
                                    <p:cond delay="0"/>
                                  </p:stCondLst>
                                  <p:childTnLst>
                                    <p:set>
                                      <p:cBhvr>
                                        <p:cTn id="629" dur="1" fill="hold">
                                          <p:stCondLst>
                                            <p:cond delay="0"/>
                                          </p:stCondLst>
                                        </p:cTn>
                                        <p:tgtEl>
                                          <p:spTgt spid="632"/>
                                        </p:tgtEl>
                                        <p:attrNameLst>
                                          <p:attrName>style.visibility</p:attrName>
                                        </p:attrNameLst>
                                      </p:cBhvr>
                                      <p:to>
                                        <p:strVal val="visible"/>
                                      </p:to>
                                    </p:set>
                                    <p:animEffect filter="fade" transition="in">
                                      <p:cBhvr additive="repl">
                                        <p:cTn id="630" dur="500"/>
                                        <p:tgtEl>
                                          <p:spTgt spid="632"/>
                                        </p:tgtEl>
                                      </p:cBhvr>
                                    </p:animEffect>
                                  </p:childTnLst>
                                </p:cTn>
                              </p:par>
                              <p:par>
                                <p:cTn id="631" nodeType="withEffect" fill="hold" presetClass="entr" presetID="10">
                                  <p:stCondLst>
                                    <p:cond delay="0"/>
                                  </p:stCondLst>
                                  <p:childTnLst>
                                    <p:set>
                                      <p:cBhvr>
                                        <p:cTn id="632" dur="1" fill="hold">
                                          <p:stCondLst>
                                            <p:cond delay="0"/>
                                          </p:stCondLst>
                                        </p:cTn>
                                        <p:tgtEl>
                                          <p:spTgt spid="633"/>
                                        </p:tgtEl>
                                        <p:attrNameLst>
                                          <p:attrName>style.visibility</p:attrName>
                                        </p:attrNameLst>
                                      </p:cBhvr>
                                      <p:to>
                                        <p:strVal val="visible"/>
                                      </p:to>
                                    </p:set>
                                    <p:animEffect filter="fade" transition="in">
                                      <p:cBhvr additive="repl">
                                        <p:cTn id="633" dur="500"/>
                                        <p:tgtEl>
                                          <p:spTgt spid="633"/>
                                        </p:tgtEl>
                                      </p:cBhvr>
                                    </p:animEffect>
                                  </p:childTnLst>
                                </p:cTn>
                              </p:par>
                              <p:par>
                                <p:cTn id="634" nodeType="withEffect" fill="hold" presetClass="entr" presetID="10">
                                  <p:stCondLst>
                                    <p:cond delay="0"/>
                                  </p:stCondLst>
                                  <p:childTnLst>
                                    <p:set>
                                      <p:cBhvr>
                                        <p:cTn id="635" dur="1" fill="hold">
                                          <p:stCondLst>
                                            <p:cond delay="0"/>
                                          </p:stCondLst>
                                        </p:cTn>
                                        <p:tgtEl>
                                          <p:spTgt spid="634"/>
                                        </p:tgtEl>
                                        <p:attrNameLst>
                                          <p:attrName>style.visibility</p:attrName>
                                        </p:attrNameLst>
                                      </p:cBhvr>
                                      <p:to>
                                        <p:strVal val="visible"/>
                                      </p:to>
                                    </p:set>
                                    <p:animEffect filter="fade" transition="in">
                                      <p:cBhvr additive="repl">
                                        <p:cTn id="636" dur="500"/>
                                        <p:tgtEl>
                                          <p:spTgt spid="63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6" name="PlaceHolder 1"/>
          <p:cNvSpPr>
            <a:spLocks noGrp="1"/>
          </p:cNvSpPr>
          <p:nvPr>
            <p:ph type="title"/>
          </p:nvPr>
        </p:nvSpPr>
        <p:spPr>
          <a:xfrm>
            <a:off x="996840" y="3033000"/>
            <a:ext cx="10524240" cy="395280"/>
          </a:xfrm>
          <a:prstGeom prst="rect">
            <a:avLst/>
          </a:prstGeom>
          <a:noFill/>
          <a:ln w="0">
            <a:noFill/>
          </a:ln>
        </p:spPr>
        <p:txBody>
          <a:bodyPr lIns="0" rIns="91440" tIns="45720" bIns="45720" anchor="t">
            <a:noAutofit/>
          </a:bodyPr>
          <a:p>
            <a:pPr indent="0" defTabSz="914400">
              <a:lnSpc>
                <a:spcPct val="100000"/>
              </a:lnSpc>
              <a:buNone/>
              <a:tabLst>
                <a:tab algn="l" pos="0"/>
              </a:tabLst>
            </a:pPr>
            <a:r>
              <a:rPr b="0" lang="en-US" sz="2400" spc="35" strike="noStrike">
                <a:solidFill>
                  <a:schemeClr val="dk1"/>
                </a:solidFill>
                <a:latin typeface="Avenir Next LT Pro"/>
                <a:ea typeface="Avenir Next"/>
              </a:rPr>
              <a:t>Valor diferencial e Innovación</a:t>
            </a:r>
            <a:endParaRPr b="0" lang="es-AR" sz="2400" spc="-1" strike="noStrike">
              <a:solidFill>
                <a:srgbClr val="000000"/>
              </a:solidFill>
              <a:latin typeface="Arial"/>
            </a:endParaRPr>
          </a:p>
        </p:txBody>
      </p:sp>
      <p:sp>
        <p:nvSpPr>
          <p:cNvPr id="637" name="PlaceHolder 2"/>
          <p:cNvSpPr>
            <a:spLocks noGrp="1"/>
          </p:cNvSpPr>
          <p:nvPr>
            <p:ph/>
          </p:nvPr>
        </p:nvSpPr>
        <p:spPr>
          <a:xfrm>
            <a:off x="996840" y="3584520"/>
            <a:ext cx="10514880" cy="43884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1200" spc="55" strike="noStrike">
                <a:solidFill>
                  <a:schemeClr val="dk1"/>
                </a:solidFill>
                <a:latin typeface="Avenir Next LT Pro"/>
                <a:ea typeface="Avenir Next"/>
              </a:rPr>
              <a:t>Por qué esta solución y no otra</a:t>
            </a:r>
            <a:endParaRPr b="0" lang="es-AR" sz="1200" spc="-1" strike="noStrike">
              <a:solidFill>
                <a:srgbClr val="000000"/>
              </a:solidFill>
              <a:latin typeface="Arial"/>
            </a:endParaRPr>
          </a:p>
        </p:txBody>
      </p:sp>
      <p:sp>
        <p:nvSpPr>
          <p:cNvPr id="638" name="PlaceHolder 3"/>
          <p:cNvSpPr>
            <a:spLocks noGrp="1"/>
          </p:cNvSpPr>
          <p:nvPr>
            <p:ph/>
          </p:nvPr>
        </p:nvSpPr>
        <p:spPr>
          <a:xfrm>
            <a:off x="996840" y="1550520"/>
            <a:ext cx="1470960" cy="1102680"/>
          </a:xfrm>
          <a:prstGeom prst="rect">
            <a:avLst/>
          </a:prstGeom>
          <a:noFill/>
          <a:ln w="0">
            <a:noFill/>
          </a:ln>
        </p:spPr>
        <p:txBody>
          <a:bodyPr lIns="0" rIns="91440" tIns="45720" bIns="0" anchor="b">
            <a:noAutofit/>
          </a:bodyPr>
          <a:p>
            <a:pPr indent="0" defTabSz="914400">
              <a:lnSpc>
                <a:spcPct val="90000"/>
              </a:lnSpc>
              <a:spcBef>
                <a:spcPts val="1001"/>
              </a:spcBef>
              <a:buNone/>
              <a:tabLst>
                <a:tab algn="l" pos="0"/>
              </a:tabLst>
            </a:pPr>
            <a:r>
              <a:rPr b="0" lang="en-US" sz="3200" spc="46" strike="noStrike">
                <a:solidFill>
                  <a:schemeClr val="accent1"/>
                </a:solidFill>
                <a:latin typeface="Avenir Next LT Pro"/>
                <a:ea typeface="Avenir Next"/>
              </a:rPr>
              <a:t>04</a:t>
            </a:r>
            <a:endParaRPr b="0" lang="es-AR" sz="3200" spc="-1" strike="noStrike">
              <a:solidFill>
                <a:srgbClr val="000000"/>
              </a:solidFill>
              <a:latin typeface="Arial"/>
            </a:endParaRPr>
          </a:p>
        </p:txBody>
      </p:sp>
      <p:sp>
        <p:nvSpPr>
          <p:cNvPr id="639"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Franco Tomás Malfetano</a:t>
            </a:r>
            <a:endParaRPr b="0" lang="es-AR" sz="1000" spc="-1" strike="noStrike">
              <a:solidFill>
                <a:srgbClr val="000000"/>
              </a:solidFill>
              <a:latin typeface="Arial"/>
            </a:endParaRPr>
          </a:p>
        </p:txBody>
      </p:sp>
      <p:sp>
        <p:nvSpPr>
          <p:cNvPr id="5" name="PlaceHolder 4"/>
          <p:cNvSpPr>
            <a:spLocks noGrp="1"/>
          </p:cNvSpPr>
          <p:nvPr>
            <p:ph type="sldNum" idx="12"/>
          </p:nvPr>
        </p:nvSpPr>
        <p:spPr/>
        <p:txBody>
          <a:bodyPr/>
          <a:p>
            <a:fld id="{7BF94FC5-E2AF-41A3-B7A9-B9483F46FFEC}" type="slidenum">
              <a:t>18</a:t>
            </a:fld>
          </a:p>
        </p:txBody>
      </p:sp>
    </p:spTree>
  </p:cSld>
  <mc:AlternateContent>
    <mc:Choice Requires="p14">
      <p:transition spd="med" p14:dur="60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0" name="PlaceHolder 1"/>
          <p:cNvSpPr>
            <a:spLocks noGrp="1"/>
          </p:cNvSpPr>
          <p:nvPr>
            <p:ph type="title"/>
          </p:nvPr>
        </p:nvSpPr>
        <p:spPr>
          <a:xfrm>
            <a:off x="374760" y="502920"/>
            <a:ext cx="10514880" cy="102636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6" strike="noStrike">
                <a:solidFill>
                  <a:schemeClr val="dk1"/>
                </a:solidFill>
                <a:latin typeface="Avenir Next LT Pro"/>
                <a:ea typeface="Avenir Next"/>
              </a:rPr>
              <a:t>Precisa, honesta, clara y verificada</a:t>
            </a:r>
            <a:endParaRPr b="0" lang="es-AR" sz="2400" spc="-1" strike="noStrike">
              <a:solidFill>
                <a:srgbClr val="000000"/>
              </a:solidFill>
              <a:latin typeface="Arial"/>
            </a:endParaRPr>
          </a:p>
        </p:txBody>
      </p:sp>
      <p:sp>
        <p:nvSpPr>
          <p:cNvPr id="641" name="PlaceHolder 2"/>
          <p:cNvSpPr>
            <a:spLocks noGrp="1"/>
          </p:cNvSpPr>
          <p:nvPr>
            <p:ph/>
          </p:nvPr>
        </p:nvSpPr>
        <p:spPr>
          <a:xfrm>
            <a:off x="394920" y="286920"/>
            <a:ext cx="3901680" cy="21528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6" strike="noStrike" cap="all">
                <a:solidFill>
                  <a:schemeClr val="accent1"/>
                </a:solidFill>
                <a:latin typeface="Avenir Next LT Pro"/>
                <a:ea typeface="Avenir Next"/>
              </a:rPr>
              <a:t>04 · Valor diferencial e innovación</a:t>
            </a:r>
            <a:endParaRPr b="0" lang="es-AR" sz="900" spc="-1" strike="noStrike">
              <a:solidFill>
                <a:srgbClr val="000000"/>
              </a:solidFill>
              <a:latin typeface="Arial"/>
            </a:endParaRPr>
          </a:p>
        </p:txBody>
      </p:sp>
      <p:sp>
        <p:nvSpPr>
          <p:cNvPr id="642" name="PlaceHolder 3"/>
          <p:cNvSpPr>
            <a:spLocks noGrp="1"/>
          </p:cNvSpPr>
          <p:nvPr>
            <p:ph type="sldNum" idx="69"/>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FB7E155B-EB78-48F1-BAE2-AB1F65E7E6F1}"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643" name="c1_fondo"/>
          <p:cNvSpPr/>
          <p:nvPr/>
        </p:nvSpPr>
        <p:spPr>
          <a:xfrm>
            <a:off x="374760" y="1600200"/>
            <a:ext cx="2696760" cy="420552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44" name="c1_acento"/>
          <p:cNvSpPr/>
          <p:nvPr/>
        </p:nvSpPr>
        <p:spPr>
          <a:xfrm>
            <a:off x="374760" y="1600200"/>
            <a:ext cx="2696760" cy="7236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defTabSz="914400">
              <a:lnSpc>
                <a:spcPct val="100000"/>
              </a:lnSpc>
            </a:pPr>
            <a:endParaRPr b="0" lang="en-US" sz="1800" spc="-1" strike="noStrike">
              <a:solidFill>
                <a:schemeClr val="lt1"/>
              </a:solidFill>
              <a:latin typeface="Avenir Next LT Pro"/>
            </a:endParaRPr>
          </a:p>
        </p:txBody>
      </p:sp>
      <p:pic>
        <p:nvPicPr>
          <p:cNvPr id="645" name="c1_icono" descr="image19.png"/>
          <p:cNvPicPr/>
          <p:nvPr/>
        </p:nvPicPr>
        <p:blipFill>
          <a:blip r:embed="rId1"/>
          <a:stretch/>
        </p:blipFill>
        <p:spPr>
          <a:xfrm>
            <a:off x="1175040" y="2011680"/>
            <a:ext cx="1096560" cy="1096560"/>
          </a:xfrm>
          <a:prstGeom prst="rect">
            <a:avLst/>
          </a:prstGeom>
          <a:ln w="0">
            <a:noFill/>
          </a:ln>
        </p:spPr>
      </p:pic>
      <p:sp>
        <p:nvSpPr>
          <p:cNvPr id="646" name="c1_adj"/>
          <p:cNvSpPr/>
          <p:nvPr/>
        </p:nvSpPr>
        <p:spPr>
          <a:xfrm>
            <a:off x="603360" y="3337560"/>
            <a:ext cx="2239560" cy="4269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800" spc="-1" strike="noStrike">
                <a:solidFill>
                  <a:srgbClr val="1700f3"/>
                </a:solidFill>
                <a:latin typeface="Avenir Next LT Pro"/>
              </a:rPr>
              <a:t>Precisa</a:t>
            </a:r>
            <a:endParaRPr b="0" lang="es-AR" sz="2800" spc="-1" strike="noStrike">
              <a:solidFill>
                <a:srgbClr val="000000"/>
              </a:solidFill>
              <a:latin typeface="Arial"/>
            </a:endParaRPr>
          </a:p>
        </p:txBody>
      </p:sp>
      <p:sp>
        <p:nvSpPr>
          <p:cNvPr id="647" name="c1_txt"/>
          <p:cNvSpPr/>
          <p:nvPr/>
        </p:nvSpPr>
        <p:spPr>
          <a:xfrm>
            <a:off x="649080" y="4069080"/>
            <a:ext cx="2148120" cy="11430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500" spc="-1" strike="noStrike">
                <a:solidFill>
                  <a:srgbClr val="00095b"/>
                </a:solidFill>
                <a:latin typeface="Avenir Next LT Pro"/>
              </a:rPr>
              <a:t>Cada Ranger tiene su propio calendario, según sus kilómetros reales, no una fecha fija.</a:t>
            </a:r>
            <a:endParaRPr b="0" lang="es-AR" sz="1500" spc="-1" strike="noStrike">
              <a:solidFill>
                <a:srgbClr val="000000"/>
              </a:solidFill>
              <a:latin typeface="Arial"/>
            </a:endParaRPr>
          </a:p>
        </p:txBody>
      </p:sp>
      <p:sp>
        <p:nvSpPr>
          <p:cNvPr id="648" name="c2_fondo"/>
          <p:cNvSpPr/>
          <p:nvPr/>
        </p:nvSpPr>
        <p:spPr>
          <a:xfrm>
            <a:off x="3282840" y="1600200"/>
            <a:ext cx="2696760" cy="420552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49" name="c2_acento"/>
          <p:cNvSpPr/>
          <p:nvPr/>
        </p:nvSpPr>
        <p:spPr>
          <a:xfrm>
            <a:off x="3282840" y="1600200"/>
            <a:ext cx="2696760" cy="7236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defTabSz="914400">
              <a:lnSpc>
                <a:spcPct val="100000"/>
              </a:lnSpc>
            </a:pPr>
            <a:endParaRPr b="0" lang="en-US" sz="1800" spc="-1" strike="noStrike">
              <a:solidFill>
                <a:schemeClr val="lt1"/>
              </a:solidFill>
              <a:latin typeface="Avenir Next LT Pro"/>
            </a:endParaRPr>
          </a:p>
        </p:txBody>
      </p:sp>
      <p:pic>
        <p:nvPicPr>
          <p:cNvPr id="650" name="c2_icono" descr="image13.png"/>
          <p:cNvPicPr/>
          <p:nvPr/>
        </p:nvPicPr>
        <p:blipFill>
          <a:blip r:embed="rId2"/>
          <a:stretch/>
        </p:blipFill>
        <p:spPr>
          <a:xfrm>
            <a:off x="4082760" y="2011680"/>
            <a:ext cx="1096560" cy="1096560"/>
          </a:xfrm>
          <a:prstGeom prst="rect">
            <a:avLst/>
          </a:prstGeom>
          <a:ln w="0">
            <a:noFill/>
          </a:ln>
        </p:spPr>
      </p:pic>
      <p:sp>
        <p:nvSpPr>
          <p:cNvPr id="651" name="c2_adj"/>
          <p:cNvSpPr/>
          <p:nvPr/>
        </p:nvSpPr>
        <p:spPr>
          <a:xfrm>
            <a:off x="3511440" y="3337560"/>
            <a:ext cx="2239560" cy="4269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800" spc="-1" strike="noStrike">
                <a:solidFill>
                  <a:srgbClr val="1700f3"/>
                </a:solidFill>
                <a:latin typeface="Avenir Next LT Pro"/>
              </a:rPr>
              <a:t>Honesta</a:t>
            </a:r>
            <a:endParaRPr b="0" lang="es-AR" sz="2800" spc="-1" strike="noStrike">
              <a:solidFill>
                <a:srgbClr val="000000"/>
              </a:solidFill>
              <a:latin typeface="Arial"/>
            </a:endParaRPr>
          </a:p>
        </p:txBody>
      </p:sp>
      <p:sp>
        <p:nvSpPr>
          <p:cNvPr id="652" name="c2_txt"/>
          <p:cNvSpPr/>
          <p:nvPr/>
        </p:nvSpPr>
        <p:spPr>
          <a:xfrm>
            <a:off x="3557160" y="4069080"/>
            <a:ext cx="2148120" cy="11430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500" spc="-1" strike="noStrike">
                <a:solidFill>
                  <a:srgbClr val="00095b"/>
                </a:solidFill>
                <a:latin typeface="Avenir Next LT Pro"/>
              </a:rPr>
              <a:t>Sus resultados se sostienen: descartamos los datos que la hacían parecer mejor de lo que era.</a:t>
            </a:r>
            <a:endParaRPr b="0" lang="es-AR" sz="1500" spc="-1" strike="noStrike">
              <a:solidFill>
                <a:srgbClr val="000000"/>
              </a:solidFill>
              <a:latin typeface="Arial"/>
            </a:endParaRPr>
          </a:p>
        </p:txBody>
      </p:sp>
      <p:sp>
        <p:nvSpPr>
          <p:cNvPr id="653" name="c3_fondo"/>
          <p:cNvSpPr/>
          <p:nvPr/>
        </p:nvSpPr>
        <p:spPr>
          <a:xfrm>
            <a:off x="6190560" y="1600200"/>
            <a:ext cx="2696760" cy="420552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54" name="c3_acento"/>
          <p:cNvSpPr/>
          <p:nvPr/>
        </p:nvSpPr>
        <p:spPr>
          <a:xfrm>
            <a:off x="6190560" y="1600200"/>
            <a:ext cx="2696760" cy="7236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defTabSz="914400">
              <a:lnSpc>
                <a:spcPct val="100000"/>
              </a:lnSpc>
            </a:pPr>
            <a:endParaRPr b="0" lang="en-US" sz="1800" spc="-1" strike="noStrike">
              <a:solidFill>
                <a:schemeClr val="lt1"/>
              </a:solidFill>
              <a:latin typeface="Avenir Next LT Pro"/>
            </a:endParaRPr>
          </a:p>
        </p:txBody>
      </p:sp>
      <p:pic>
        <p:nvPicPr>
          <p:cNvPr id="655" name="c3_icono" descr="image15.png"/>
          <p:cNvPicPr/>
          <p:nvPr/>
        </p:nvPicPr>
        <p:blipFill>
          <a:blip r:embed="rId3"/>
          <a:stretch/>
        </p:blipFill>
        <p:spPr>
          <a:xfrm>
            <a:off x="6990480" y="2011680"/>
            <a:ext cx="1096560" cy="1096560"/>
          </a:xfrm>
          <a:prstGeom prst="rect">
            <a:avLst/>
          </a:prstGeom>
          <a:ln w="0">
            <a:noFill/>
          </a:ln>
        </p:spPr>
      </p:pic>
      <p:sp>
        <p:nvSpPr>
          <p:cNvPr id="656" name="c3_adj"/>
          <p:cNvSpPr/>
          <p:nvPr/>
        </p:nvSpPr>
        <p:spPr>
          <a:xfrm>
            <a:off x="6419160" y="3337560"/>
            <a:ext cx="2239560" cy="4269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800" spc="-1" strike="noStrike">
                <a:solidFill>
                  <a:srgbClr val="1700f3"/>
                </a:solidFill>
                <a:latin typeface="Avenir Next LT Pro"/>
              </a:rPr>
              <a:t>Clara</a:t>
            </a:r>
            <a:endParaRPr b="0" lang="es-AR" sz="2800" spc="-1" strike="noStrike">
              <a:solidFill>
                <a:srgbClr val="000000"/>
              </a:solidFill>
              <a:latin typeface="Arial"/>
            </a:endParaRPr>
          </a:p>
        </p:txBody>
      </p:sp>
      <p:sp>
        <p:nvSpPr>
          <p:cNvPr id="657" name="c3_txt"/>
          <p:cNvSpPr/>
          <p:nvPr/>
        </p:nvSpPr>
        <p:spPr>
          <a:xfrm>
            <a:off x="6464880" y="4069080"/>
            <a:ext cx="2148120" cy="9144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500" spc="-1" strike="noStrike">
                <a:solidFill>
                  <a:srgbClr val="00095b"/>
                </a:solidFill>
                <a:latin typeface="Avenir Next LT Pro"/>
              </a:rPr>
              <a:t>Cada caso llega explicado, en palabras que el asesor puede usar con el cliente.</a:t>
            </a:r>
            <a:endParaRPr b="0" lang="es-AR" sz="1500" spc="-1" strike="noStrike">
              <a:solidFill>
                <a:srgbClr val="000000"/>
              </a:solidFill>
              <a:latin typeface="Arial"/>
            </a:endParaRPr>
          </a:p>
        </p:txBody>
      </p:sp>
      <p:sp>
        <p:nvSpPr>
          <p:cNvPr id="658" name="c4_fondo"/>
          <p:cNvSpPr/>
          <p:nvPr/>
        </p:nvSpPr>
        <p:spPr>
          <a:xfrm>
            <a:off x="9098280" y="1600200"/>
            <a:ext cx="2696760" cy="420552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defTabSz="914400">
              <a:lnSpc>
                <a:spcPct val="100000"/>
              </a:lnSpc>
            </a:pPr>
            <a:endParaRPr b="0" lang="en-US" sz="1800" spc="-1" strike="noStrike">
              <a:solidFill>
                <a:schemeClr val="lt1"/>
              </a:solidFill>
              <a:latin typeface="Avenir Next LT Pro"/>
            </a:endParaRPr>
          </a:p>
        </p:txBody>
      </p:sp>
      <p:sp>
        <p:nvSpPr>
          <p:cNvPr id="659" name="c4_acento"/>
          <p:cNvSpPr/>
          <p:nvPr/>
        </p:nvSpPr>
        <p:spPr>
          <a:xfrm>
            <a:off x="9098280" y="1600200"/>
            <a:ext cx="2696760" cy="7236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90000" rIns="90000" tIns="28080" bIns="28080" anchor="ctr">
            <a:noAutofit/>
          </a:bodyPr>
          <a:p>
            <a:pPr defTabSz="914400">
              <a:lnSpc>
                <a:spcPct val="100000"/>
              </a:lnSpc>
            </a:pPr>
            <a:endParaRPr b="0" lang="en-US" sz="1800" spc="-1" strike="noStrike">
              <a:solidFill>
                <a:schemeClr val="lt1"/>
              </a:solidFill>
              <a:latin typeface="Avenir Next LT Pro"/>
            </a:endParaRPr>
          </a:p>
        </p:txBody>
      </p:sp>
      <p:pic>
        <p:nvPicPr>
          <p:cNvPr id="660" name="c4_icono" descr="image14.png"/>
          <p:cNvPicPr/>
          <p:nvPr/>
        </p:nvPicPr>
        <p:blipFill>
          <a:blip r:embed="rId4"/>
          <a:stretch/>
        </p:blipFill>
        <p:spPr>
          <a:xfrm>
            <a:off x="9898560" y="2011680"/>
            <a:ext cx="1096560" cy="1096560"/>
          </a:xfrm>
          <a:prstGeom prst="rect">
            <a:avLst/>
          </a:prstGeom>
          <a:ln w="0">
            <a:noFill/>
          </a:ln>
        </p:spPr>
      </p:pic>
      <p:sp>
        <p:nvSpPr>
          <p:cNvPr id="661" name="c4_adj"/>
          <p:cNvSpPr/>
          <p:nvPr/>
        </p:nvSpPr>
        <p:spPr>
          <a:xfrm>
            <a:off x="9326880" y="3337560"/>
            <a:ext cx="2239560" cy="4269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800" spc="-1" strike="noStrike">
                <a:solidFill>
                  <a:srgbClr val="1700f3"/>
                </a:solidFill>
                <a:latin typeface="Avenir Next LT Pro"/>
              </a:rPr>
              <a:t>Verificada</a:t>
            </a:r>
            <a:endParaRPr b="0" lang="es-AR" sz="2800" spc="-1" strike="noStrike">
              <a:solidFill>
                <a:srgbClr val="000000"/>
              </a:solidFill>
              <a:latin typeface="Arial"/>
            </a:endParaRPr>
          </a:p>
        </p:txBody>
      </p:sp>
      <p:sp>
        <p:nvSpPr>
          <p:cNvPr id="662" name="c4_txt"/>
          <p:cNvSpPr/>
          <p:nvPr/>
        </p:nvSpPr>
        <p:spPr>
          <a:xfrm>
            <a:off x="9372600" y="4069080"/>
            <a:ext cx="2148120" cy="11430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1500" spc="-1" strike="noStrike">
                <a:solidFill>
                  <a:srgbClr val="00095b"/>
                </a:solidFill>
                <a:latin typeface="Avenir Next LT Pro"/>
              </a:rPr>
              <a:t>Contrastada con una solución hecha por separado: confirmó el enfoque y corrigió un detalle.</a:t>
            </a:r>
            <a:endParaRPr b="0" lang="es-AR" sz="1500" spc="-1" strike="noStrike">
              <a:solidFill>
                <a:srgbClr val="000000"/>
              </a:solidFill>
              <a:latin typeface="Arial"/>
            </a:endParaRPr>
          </a:p>
        </p:txBody>
      </p:sp>
      <p:sp>
        <p:nvSpPr>
          <p:cNvPr id="663"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Franco Tomás Malfetano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637" dur="indefinite" restart="never" nodeType="tmRoot">
          <p:childTnLst>
            <p:seq>
              <p:cTn id="638" dur="indefinite" nodeType="mainSeq">
                <p:childTnLst>
                  <p:par>
                    <p:cTn id="639" fill="hold">
                      <p:stCondLst>
                        <p:cond delay="indefinite"/>
                      </p:stCondLst>
                      <p:childTnLst>
                        <p:par>
                          <p:cTn id="640" fill="hold">
                            <p:stCondLst>
                              <p:cond delay="0"/>
                            </p:stCondLst>
                            <p:childTnLst>
                              <p:par>
                                <p:cTn id="641" nodeType="clickEffect" fill="hold" presetClass="entr" presetID="10">
                                  <p:stCondLst>
                                    <p:cond delay="0"/>
                                  </p:stCondLst>
                                  <p:childTnLst>
                                    <p:set>
                                      <p:cBhvr>
                                        <p:cTn id="642" dur="1" fill="hold">
                                          <p:stCondLst>
                                            <p:cond delay="0"/>
                                          </p:stCondLst>
                                        </p:cTn>
                                        <p:tgtEl>
                                          <p:spTgt spid="643"/>
                                        </p:tgtEl>
                                        <p:attrNameLst>
                                          <p:attrName>style.visibility</p:attrName>
                                        </p:attrNameLst>
                                      </p:cBhvr>
                                      <p:to>
                                        <p:strVal val="visible"/>
                                      </p:to>
                                    </p:set>
                                    <p:animEffect filter="fade" transition="in">
                                      <p:cBhvr additive="repl">
                                        <p:cTn id="643" dur="500"/>
                                        <p:tgtEl>
                                          <p:spTgt spid="643"/>
                                        </p:tgtEl>
                                      </p:cBhvr>
                                    </p:animEffect>
                                  </p:childTnLst>
                                </p:cTn>
                              </p:par>
                              <p:par>
                                <p:cTn id="644" nodeType="withEffect" fill="hold" presetClass="entr" presetID="10">
                                  <p:stCondLst>
                                    <p:cond delay="0"/>
                                  </p:stCondLst>
                                  <p:childTnLst>
                                    <p:set>
                                      <p:cBhvr>
                                        <p:cTn id="645" dur="1" fill="hold">
                                          <p:stCondLst>
                                            <p:cond delay="0"/>
                                          </p:stCondLst>
                                        </p:cTn>
                                        <p:tgtEl>
                                          <p:spTgt spid="644"/>
                                        </p:tgtEl>
                                        <p:attrNameLst>
                                          <p:attrName>style.visibility</p:attrName>
                                        </p:attrNameLst>
                                      </p:cBhvr>
                                      <p:to>
                                        <p:strVal val="visible"/>
                                      </p:to>
                                    </p:set>
                                    <p:animEffect filter="fade" transition="in">
                                      <p:cBhvr additive="repl">
                                        <p:cTn id="646" dur="500"/>
                                        <p:tgtEl>
                                          <p:spTgt spid="644"/>
                                        </p:tgtEl>
                                      </p:cBhvr>
                                    </p:animEffect>
                                  </p:childTnLst>
                                </p:cTn>
                              </p:par>
                              <p:par>
                                <p:cTn id="647" nodeType="withEffect" fill="hold" presetClass="entr" presetID="10">
                                  <p:stCondLst>
                                    <p:cond delay="0"/>
                                  </p:stCondLst>
                                  <p:childTnLst>
                                    <p:set>
                                      <p:cBhvr>
                                        <p:cTn id="648" dur="1" fill="hold">
                                          <p:stCondLst>
                                            <p:cond delay="0"/>
                                          </p:stCondLst>
                                        </p:cTn>
                                        <p:tgtEl>
                                          <p:spTgt spid="645"/>
                                        </p:tgtEl>
                                        <p:attrNameLst>
                                          <p:attrName>style.visibility</p:attrName>
                                        </p:attrNameLst>
                                      </p:cBhvr>
                                      <p:to>
                                        <p:strVal val="visible"/>
                                      </p:to>
                                    </p:set>
                                    <p:animEffect filter="fade" transition="in">
                                      <p:cBhvr additive="repl">
                                        <p:cTn id="649" dur="500"/>
                                        <p:tgtEl>
                                          <p:spTgt spid="645"/>
                                        </p:tgtEl>
                                      </p:cBhvr>
                                    </p:animEffect>
                                  </p:childTnLst>
                                </p:cTn>
                              </p:par>
                              <p:par>
                                <p:cTn id="650" nodeType="withEffect" fill="hold" presetClass="entr" presetID="10">
                                  <p:stCondLst>
                                    <p:cond delay="0"/>
                                  </p:stCondLst>
                                  <p:childTnLst>
                                    <p:set>
                                      <p:cBhvr>
                                        <p:cTn id="651" dur="1" fill="hold">
                                          <p:stCondLst>
                                            <p:cond delay="0"/>
                                          </p:stCondLst>
                                        </p:cTn>
                                        <p:tgtEl>
                                          <p:spTgt spid="646"/>
                                        </p:tgtEl>
                                        <p:attrNameLst>
                                          <p:attrName>style.visibility</p:attrName>
                                        </p:attrNameLst>
                                      </p:cBhvr>
                                      <p:to>
                                        <p:strVal val="visible"/>
                                      </p:to>
                                    </p:set>
                                    <p:animEffect filter="fade" transition="in">
                                      <p:cBhvr additive="repl">
                                        <p:cTn id="652" dur="500"/>
                                        <p:tgtEl>
                                          <p:spTgt spid="646"/>
                                        </p:tgtEl>
                                      </p:cBhvr>
                                    </p:animEffect>
                                  </p:childTnLst>
                                </p:cTn>
                              </p:par>
                              <p:par>
                                <p:cTn id="653" nodeType="withEffect" fill="hold" presetClass="entr" presetID="10">
                                  <p:stCondLst>
                                    <p:cond delay="0"/>
                                  </p:stCondLst>
                                  <p:childTnLst>
                                    <p:set>
                                      <p:cBhvr>
                                        <p:cTn id="654" dur="1" fill="hold">
                                          <p:stCondLst>
                                            <p:cond delay="0"/>
                                          </p:stCondLst>
                                        </p:cTn>
                                        <p:tgtEl>
                                          <p:spTgt spid="647"/>
                                        </p:tgtEl>
                                        <p:attrNameLst>
                                          <p:attrName>style.visibility</p:attrName>
                                        </p:attrNameLst>
                                      </p:cBhvr>
                                      <p:to>
                                        <p:strVal val="visible"/>
                                      </p:to>
                                    </p:set>
                                    <p:animEffect filter="fade" transition="in">
                                      <p:cBhvr additive="repl">
                                        <p:cTn id="655" dur="500"/>
                                        <p:tgtEl>
                                          <p:spTgt spid="647"/>
                                        </p:tgtEl>
                                      </p:cBhvr>
                                    </p:animEffect>
                                  </p:childTnLst>
                                </p:cTn>
                              </p:par>
                            </p:childTnLst>
                          </p:cTn>
                        </p:par>
                      </p:childTnLst>
                    </p:cTn>
                  </p:par>
                  <p:par>
                    <p:cTn id="656" fill="hold">
                      <p:stCondLst>
                        <p:cond delay="indefinite"/>
                      </p:stCondLst>
                      <p:childTnLst>
                        <p:par>
                          <p:cTn id="657" fill="hold">
                            <p:stCondLst>
                              <p:cond delay="0"/>
                            </p:stCondLst>
                            <p:childTnLst>
                              <p:par>
                                <p:cTn id="658" nodeType="clickEffect" fill="hold" presetClass="entr" presetID="10">
                                  <p:stCondLst>
                                    <p:cond delay="0"/>
                                  </p:stCondLst>
                                  <p:childTnLst>
                                    <p:set>
                                      <p:cBhvr>
                                        <p:cTn id="659" dur="1" fill="hold">
                                          <p:stCondLst>
                                            <p:cond delay="0"/>
                                          </p:stCondLst>
                                        </p:cTn>
                                        <p:tgtEl>
                                          <p:spTgt spid="648"/>
                                        </p:tgtEl>
                                        <p:attrNameLst>
                                          <p:attrName>style.visibility</p:attrName>
                                        </p:attrNameLst>
                                      </p:cBhvr>
                                      <p:to>
                                        <p:strVal val="visible"/>
                                      </p:to>
                                    </p:set>
                                    <p:animEffect filter="fade" transition="in">
                                      <p:cBhvr additive="repl">
                                        <p:cTn id="660" dur="500"/>
                                        <p:tgtEl>
                                          <p:spTgt spid="648"/>
                                        </p:tgtEl>
                                      </p:cBhvr>
                                    </p:animEffect>
                                  </p:childTnLst>
                                </p:cTn>
                              </p:par>
                              <p:par>
                                <p:cTn id="661" nodeType="withEffect" fill="hold" presetClass="entr" presetID="10">
                                  <p:stCondLst>
                                    <p:cond delay="0"/>
                                  </p:stCondLst>
                                  <p:childTnLst>
                                    <p:set>
                                      <p:cBhvr>
                                        <p:cTn id="662" dur="1" fill="hold">
                                          <p:stCondLst>
                                            <p:cond delay="0"/>
                                          </p:stCondLst>
                                        </p:cTn>
                                        <p:tgtEl>
                                          <p:spTgt spid="649"/>
                                        </p:tgtEl>
                                        <p:attrNameLst>
                                          <p:attrName>style.visibility</p:attrName>
                                        </p:attrNameLst>
                                      </p:cBhvr>
                                      <p:to>
                                        <p:strVal val="visible"/>
                                      </p:to>
                                    </p:set>
                                    <p:animEffect filter="fade" transition="in">
                                      <p:cBhvr additive="repl">
                                        <p:cTn id="663" dur="500"/>
                                        <p:tgtEl>
                                          <p:spTgt spid="649"/>
                                        </p:tgtEl>
                                      </p:cBhvr>
                                    </p:animEffect>
                                  </p:childTnLst>
                                </p:cTn>
                              </p:par>
                              <p:par>
                                <p:cTn id="664" nodeType="withEffect" fill="hold" presetClass="entr" presetID="10">
                                  <p:stCondLst>
                                    <p:cond delay="0"/>
                                  </p:stCondLst>
                                  <p:childTnLst>
                                    <p:set>
                                      <p:cBhvr>
                                        <p:cTn id="665" dur="1" fill="hold">
                                          <p:stCondLst>
                                            <p:cond delay="0"/>
                                          </p:stCondLst>
                                        </p:cTn>
                                        <p:tgtEl>
                                          <p:spTgt spid="650"/>
                                        </p:tgtEl>
                                        <p:attrNameLst>
                                          <p:attrName>style.visibility</p:attrName>
                                        </p:attrNameLst>
                                      </p:cBhvr>
                                      <p:to>
                                        <p:strVal val="visible"/>
                                      </p:to>
                                    </p:set>
                                    <p:animEffect filter="fade" transition="in">
                                      <p:cBhvr additive="repl">
                                        <p:cTn id="666" dur="500"/>
                                        <p:tgtEl>
                                          <p:spTgt spid="650"/>
                                        </p:tgtEl>
                                      </p:cBhvr>
                                    </p:animEffect>
                                  </p:childTnLst>
                                </p:cTn>
                              </p:par>
                              <p:par>
                                <p:cTn id="667" nodeType="withEffect" fill="hold" presetClass="entr" presetID="10">
                                  <p:stCondLst>
                                    <p:cond delay="0"/>
                                  </p:stCondLst>
                                  <p:childTnLst>
                                    <p:set>
                                      <p:cBhvr>
                                        <p:cTn id="668" dur="1" fill="hold">
                                          <p:stCondLst>
                                            <p:cond delay="0"/>
                                          </p:stCondLst>
                                        </p:cTn>
                                        <p:tgtEl>
                                          <p:spTgt spid="651"/>
                                        </p:tgtEl>
                                        <p:attrNameLst>
                                          <p:attrName>style.visibility</p:attrName>
                                        </p:attrNameLst>
                                      </p:cBhvr>
                                      <p:to>
                                        <p:strVal val="visible"/>
                                      </p:to>
                                    </p:set>
                                    <p:animEffect filter="fade" transition="in">
                                      <p:cBhvr additive="repl">
                                        <p:cTn id="669" dur="500"/>
                                        <p:tgtEl>
                                          <p:spTgt spid="651"/>
                                        </p:tgtEl>
                                      </p:cBhvr>
                                    </p:animEffect>
                                  </p:childTnLst>
                                </p:cTn>
                              </p:par>
                              <p:par>
                                <p:cTn id="670" nodeType="withEffect" fill="hold" presetClass="entr" presetID="10">
                                  <p:stCondLst>
                                    <p:cond delay="0"/>
                                  </p:stCondLst>
                                  <p:childTnLst>
                                    <p:set>
                                      <p:cBhvr>
                                        <p:cTn id="671" dur="1" fill="hold">
                                          <p:stCondLst>
                                            <p:cond delay="0"/>
                                          </p:stCondLst>
                                        </p:cTn>
                                        <p:tgtEl>
                                          <p:spTgt spid="652"/>
                                        </p:tgtEl>
                                        <p:attrNameLst>
                                          <p:attrName>style.visibility</p:attrName>
                                        </p:attrNameLst>
                                      </p:cBhvr>
                                      <p:to>
                                        <p:strVal val="visible"/>
                                      </p:to>
                                    </p:set>
                                    <p:animEffect filter="fade" transition="in">
                                      <p:cBhvr additive="repl">
                                        <p:cTn id="672" dur="500"/>
                                        <p:tgtEl>
                                          <p:spTgt spid="652"/>
                                        </p:tgtEl>
                                      </p:cBhvr>
                                    </p:animEffect>
                                  </p:childTnLst>
                                </p:cTn>
                              </p:par>
                            </p:childTnLst>
                          </p:cTn>
                        </p:par>
                      </p:childTnLst>
                    </p:cTn>
                  </p:par>
                  <p:par>
                    <p:cTn id="673" fill="hold">
                      <p:stCondLst>
                        <p:cond delay="indefinite"/>
                      </p:stCondLst>
                      <p:childTnLst>
                        <p:par>
                          <p:cTn id="674" fill="hold">
                            <p:stCondLst>
                              <p:cond delay="0"/>
                            </p:stCondLst>
                            <p:childTnLst>
                              <p:par>
                                <p:cTn id="675" nodeType="clickEffect" fill="hold" presetClass="entr" presetID="10">
                                  <p:stCondLst>
                                    <p:cond delay="0"/>
                                  </p:stCondLst>
                                  <p:childTnLst>
                                    <p:set>
                                      <p:cBhvr>
                                        <p:cTn id="676" dur="1" fill="hold">
                                          <p:stCondLst>
                                            <p:cond delay="0"/>
                                          </p:stCondLst>
                                        </p:cTn>
                                        <p:tgtEl>
                                          <p:spTgt spid="653"/>
                                        </p:tgtEl>
                                        <p:attrNameLst>
                                          <p:attrName>style.visibility</p:attrName>
                                        </p:attrNameLst>
                                      </p:cBhvr>
                                      <p:to>
                                        <p:strVal val="visible"/>
                                      </p:to>
                                    </p:set>
                                    <p:animEffect filter="fade" transition="in">
                                      <p:cBhvr additive="repl">
                                        <p:cTn id="677" dur="500"/>
                                        <p:tgtEl>
                                          <p:spTgt spid="653"/>
                                        </p:tgtEl>
                                      </p:cBhvr>
                                    </p:animEffect>
                                  </p:childTnLst>
                                </p:cTn>
                              </p:par>
                              <p:par>
                                <p:cTn id="678" nodeType="withEffect" fill="hold" presetClass="entr" presetID="10">
                                  <p:stCondLst>
                                    <p:cond delay="0"/>
                                  </p:stCondLst>
                                  <p:childTnLst>
                                    <p:set>
                                      <p:cBhvr>
                                        <p:cTn id="679" dur="1" fill="hold">
                                          <p:stCondLst>
                                            <p:cond delay="0"/>
                                          </p:stCondLst>
                                        </p:cTn>
                                        <p:tgtEl>
                                          <p:spTgt spid="654"/>
                                        </p:tgtEl>
                                        <p:attrNameLst>
                                          <p:attrName>style.visibility</p:attrName>
                                        </p:attrNameLst>
                                      </p:cBhvr>
                                      <p:to>
                                        <p:strVal val="visible"/>
                                      </p:to>
                                    </p:set>
                                    <p:animEffect filter="fade" transition="in">
                                      <p:cBhvr additive="repl">
                                        <p:cTn id="680" dur="500"/>
                                        <p:tgtEl>
                                          <p:spTgt spid="654"/>
                                        </p:tgtEl>
                                      </p:cBhvr>
                                    </p:animEffect>
                                  </p:childTnLst>
                                </p:cTn>
                              </p:par>
                              <p:par>
                                <p:cTn id="681" nodeType="withEffect" fill="hold" presetClass="entr" presetID="10">
                                  <p:stCondLst>
                                    <p:cond delay="0"/>
                                  </p:stCondLst>
                                  <p:childTnLst>
                                    <p:set>
                                      <p:cBhvr>
                                        <p:cTn id="682" dur="1" fill="hold">
                                          <p:stCondLst>
                                            <p:cond delay="0"/>
                                          </p:stCondLst>
                                        </p:cTn>
                                        <p:tgtEl>
                                          <p:spTgt spid="655"/>
                                        </p:tgtEl>
                                        <p:attrNameLst>
                                          <p:attrName>style.visibility</p:attrName>
                                        </p:attrNameLst>
                                      </p:cBhvr>
                                      <p:to>
                                        <p:strVal val="visible"/>
                                      </p:to>
                                    </p:set>
                                    <p:animEffect filter="fade" transition="in">
                                      <p:cBhvr additive="repl">
                                        <p:cTn id="683" dur="500"/>
                                        <p:tgtEl>
                                          <p:spTgt spid="655"/>
                                        </p:tgtEl>
                                      </p:cBhvr>
                                    </p:animEffect>
                                  </p:childTnLst>
                                </p:cTn>
                              </p:par>
                              <p:par>
                                <p:cTn id="684" nodeType="withEffect" fill="hold" presetClass="entr" presetID="10">
                                  <p:stCondLst>
                                    <p:cond delay="0"/>
                                  </p:stCondLst>
                                  <p:childTnLst>
                                    <p:set>
                                      <p:cBhvr>
                                        <p:cTn id="685" dur="1" fill="hold">
                                          <p:stCondLst>
                                            <p:cond delay="0"/>
                                          </p:stCondLst>
                                        </p:cTn>
                                        <p:tgtEl>
                                          <p:spTgt spid="656"/>
                                        </p:tgtEl>
                                        <p:attrNameLst>
                                          <p:attrName>style.visibility</p:attrName>
                                        </p:attrNameLst>
                                      </p:cBhvr>
                                      <p:to>
                                        <p:strVal val="visible"/>
                                      </p:to>
                                    </p:set>
                                    <p:animEffect filter="fade" transition="in">
                                      <p:cBhvr additive="repl">
                                        <p:cTn id="686" dur="500"/>
                                        <p:tgtEl>
                                          <p:spTgt spid="656"/>
                                        </p:tgtEl>
                                      </p:cBhvr>
                                    </p:animEffect>
                                  </p:childTnLst>
                                </p:cTn>
                              </p:par>
                              <p:par>
                                <p:cTn id="687" nodeType="withEffect" fill="hold" presetClass="entr" presetID="10">
                                  <p:stCondLst>
                                    <p:cond delay="0"/>
                                  </p:stCondLst>
                                  <p:childTnLst>
                                    <p:set>
                                      <p:cBhvr>
                                        <p:cTn id="688" dur="1" fill="hold">
                                          <p:stCondLst>
                                            <p:cond delay="0"/>
                                          </p:stCondLst>
                                        </p:cTn>
                                        <p:tgtEl>
                                          <p:spTgt spid="657"/>
                                        </p:tgtEl>
                                        <p:attrNameLst>
                                          <p:attrName>style.visibility</p:attrName>
                                        </p:attrNameLst>
                                      </p:cBhvr>
                                      <p:to>
                                        <p:strVal val="visible"/>
                                      </p:to>
                                    </p:set>
                                    <p:animEffect filter="fade" transition="in">
                                      <p:cBhvr additive="repl">
                                        <p:cTn id="689" dur="500"/>
                                        <p:tgtEl>
                                          <p:spTgt spid="657"/>
                                        </p:tgtEl>
                                      </p:cBhvr>
                                    </p:animEffect>
                                  </p:childTnLst>
                                </p:cTn>
                              </p:par>
                            </p:childTnLst>
                          </p:cTn>
                        </p:par>
                      </p:childTnLst>
                    </p:cTn>
                  </p:par>
                  <p:par>
                    <p:cTn id="690" fill="hold">
                      <p:stCondLst>
                        <p:cond delay="indefinite"/>
                      </p:stCondLst>
                      <p:childTnLst>
                        <p:par>
                          <p:cTn id="691" fill="hold">
                            <p:stCondLst>
                              <p:cond delay="0"/>
                            </p:stCondLst>
                            <p:childTnLst>
                              <p:par>
                                <p:cTn id="692" nodeType="clickEffect" fill="hold" presetClass="entr" presetID="10">
                                  <p:stCondLst>
                                    <p:cond delay="0"/>
                                  </p:stCondLst>
                                  <p:childTnLst>
                                    <p:set>
                                      <p:cBhvr>
                                        <p:cTn id="693" dur="1" fill="hold">
                                          <p:stCondLst>
                                            <p:cond delay="0"/>
                                          </p:stCondLst>
                                        </p:cTn>
                                        <p:tgtEl>
                                          <p:spTgt spid="658"/>
                                        </p:tgtEl>
                                        <p:attrNameLst>
                                          <p:attrName>style.visibility</p:attrName>
                                        </p:attrNameLst>
                                      </p:cBhvr>
                                      <p:to>
                                        <p:strVal val="visible"/>
                                      </p:to>
                                    </p:set>
                                    <p:animEffect filter="fade" transition="in">
                                      <p:cBhvr additive="repl">
                                        <p:cTn id="694" dur="500"/>
                                        <p:tgtEl>
                                          <p:spTgt spid="658"/>
                                        </p:tgtEl>
                                      </p:cBhvr>
                                    </p:animEffect>
                                  </p:childTnLst>
                                </p:cTn>
                              </p:par>
                              <p:par>
                                <p:cTn id="695" nodeType="withEffect" fill="hold" presetClass="entr" presetID="10">
                                  <p:stCondLst>
                                    <p:cond delay="0"/>
                                  </p:stCondLst>
                                  <p:childTnLst>
                                    <p:set>
                                      <p:cBhvr>
                                        <p:cTn id="696" dur="1" fill="hold">
                                          <p:stCondLst>
                                            <p:cond delay="0"/>
                                          </p:stCondLst>
                                        </p:cTn>
                                        <p:tgtEl>
                                          <p:spTgt spid="659"/>
                                        </p:tgtEl>
                                        <p:attrNameLst>
                                          <p:attrName>style.visibility</p:attrName>
                                        </p:attrNameLst>
                                      </p:cBhvr>
                                      <p:to>
                                        <p:strVal val="visible"/>
                                      </p:to>
                                    </p:set>
                                    <p:animEffect filter="fade" transition="in">
                                      <p:cBhvr additive="repl">
                                        <p:cTn id="697" dur="500"/>
                                        <p:tgtEl>
                                          <p:spTgt spid="659"/>
                                        </p:tgtEl>
                                      </p:cBhvr>
                                    </p:animEffect>
                                  </p:childTnLst>
                                </p:cTn>
                              </p:par>
                              <p:par>
                                <p:cTn id="698" nodeType="withEffect" fill="hold" presetClass="entr" presetID="10">
                                  <p:stCondLst>
                                    <p:cond delay="0"/>
                                  </p:stCondLst>
                                  <p:childTnLst>
                                    <p:set>
                                      <p:cBhvr>
                                        <p:cTn id="699" dur="1" fill="hold">
                                          <p:stCondLst>
                                            <p:cond delay="0"/>
                                          </p:stCondLst>
                                        </p:cTn>
                                        <p:tgtEl>
                                          <p:spTgt spid="660"/>
                                        </p:tgtEl>
                                        <p:attrNameLst>
                                          <p:attrName>style.visibility</p:attrName>
                                        </p:attrNameLst>
                                      </p:cBhvr>
                                      <p:to>
                                        <p:strVal val="visible"/>
                                      </p:to>
                                    </p:set>
                                    <p:animEffect filter="fade" transition="in">
                                      <p:cBhvr additive="repl">
                                        <p:cTn id="700" dur="500"/>
                                        <p:tgtEl>
                                          <p:spTgt spid="660"/>
                                        </p:tgtEl>
                                      </p:cBhvr>
                                    </p:animEffect>
                                  </p:childTnLst>
                                </p:cTn>
                              </p:par>
                              <p:par>
                                <p:cTn id="701" nodeType="withEffect" fill="hold" presetClass="entr" presetID="10">
                                  <p:stCondLst>
                                    <p:cond delay="0"/>
                                  </p:stCondLst>
                                  <p:childTnLst>
                                    <p:set>
                                      <p:cBhvr>
                                        <p:cTn id="702" dur="1" fill="hold">
                                          <p:stCondLst>
                                            <p:cond delay="0"/>
                                          </p:stCondLst>
                                        </p:cTn>
                                        <p:tgtEl>
                                          <p:spTgt spid="661"/>
                                        </p:tgtEl>
                                        <p:attrNameLst>
                                          <p:attrName>style.visibility</p:attrName>
                                        </p:attrNameLst>
                                      </p:cBhvr>
                                      <p:to>
                                        <p:strVal val="visible"/>
                                      </p:to>
                                    </p:set>
                                    <p:animEffect filter="fade" transition="in">
                                      <p:cBhvr additive="repl">
                                        <p:cTn id="703" dur="500"/>
                                        <p:tgtEl>
                                          <p:spTgt spid="661"/>
                                        </p:tgtEl>
                                      </p:cBhvr>
                                    </p:animEffect>
                                  </p:childTnLst>
                                </p:cTn>
                              </p:par>
                              <p:par>
                                <p:cTn id="704" nodeType="withEffect" fill="hold" presetClass="entr" presetID="10">
                                  <p:stCondLst>
                                    <p:cond delay="0"/>
                                  </p:stCondLst>
                                  <p:childTnLst>
                                    <p:set>
                                      <p:cBhvr>
                                        <p:cTn id="705" dur="1" fill="hold">
                                          <p:stCondLst>
                                            <p:cond delay="0"/>
                                          </p:stCondLst>
                                        </p:cTn>
                                        <p:tgtEl>
                                          <p:spTgt spid="662"/>
                                        </p:tgtEl>
                                        <p:attrNameLst>
                                          <p:attrName>style.visibility</p:attrName>
                                        </p:attrNameLst>
                                      </p:cBhvr>
                                      <p:to>
                                        <p:strVal val="visible"/>
                                      </p:to>
                                    </p:set>
                                    <p:animEffect filter="fade" transition="in">
                                      <p:cBhvr additive="repl">
                                        <p:cTn id="706" dur="500"/>
                                        <p:tgtEl>
                                          <p:spTgt spid="66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4" name="PlaceHolder 1"/>
          <p:cNvSpPr>
            <a:spLocks noGrp="1"/>
          </p:cNvSpPr>
          <p:nvPr>
            <p:ph type="title"/>
          </p:nvPr>
        </p:nvSpPr>
        <p:spPr>
          <a:xfrm>
            <a:off x="996840" y="3033000"/>
            <a:ext cx="10524240" cy="395280"/>
          </a:xfrm>
          <a:prstGeom prst="rect">
            <a:avLst/>
          </a:prstGeom>
          <a:noFill/>
          <a:ln w="0">
            <a:noFill/>
          </a:ln>
        </p:spPr>
        <p:txBody>
          <a:bodyPr lIns="0" rIns="91440" tIns="45720" bIns="45720" anchor="t">
            <a:noAutofit/>
          </a:bodyPr>
          <a:p>
            <a:pPr indent="0" defTabSz="914400">
              <a:lnSpc>
                <a:spcPct val="100000"/>
              </a:lnSpc>
              <a:buNone/>
              <a:tabLst>
                <a:tab algn="l" pos="0"/>
              </a:tabLst>
            </a:pPr>
            <a:r>
              <a:rPr b="0" lang="en-US" sz="2400" spc="35" strike="noStrike">
                <a:solidFill>
                  <a:schemeClr val="dk1"/>
                </a:solidFill>
                <a:latin typeface="Avenir Next LT Pro"/>
                <a:ea typeface="Avenir Next"/>
              </a:rPr>
              <a:t>Trabajo Futuro</a:t>
            </a:r>
            <a:endParaRPr b="0" lang="es-AR" sz="2400" spc="-1" strike="noStrike">
              <a:solidFill>
                <a:srgbClr val="000000"/>
              </a:solidFill>
              <a:latin typeface="Arial"/>
            </a:endParaRPr>
          </a:p>
        </p:txBody>
      </p:sp>
      <p:sp>
        <p:nvSpPr>
          <p:cNvPr id="665" name="PlaceHolder 2"/>
          <p:cNvSpPr>
            <a:spLocks noGrp="1"/>
          </p:cNvSpPr>
          <p:nvPr>
            <p:ph/>
          </p:nvPr>
        </p:nvSpPr>
        <p:spPr>
          <a:xfrm>
            <a:off x="996840" y="3584520"/>
            <a:ext cx="10514880" cy="43884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1200" spc="55" strike="noStrike">
                <a:solidFill>
                  <a:schemeClr val="dk1"/>
                </a:solidFill>
                <a:latin typeface="Avenir Next LT Pro"/>
                <a:ea typeface="Avenir Next"/>
              </a:rPr>
              <a:t>De una lista de contactos a una relación que no se corta</a:t>
            </a:r>
            <a:endParaRPr b="0" lang="es-AR" sz="1200" spc="-1" strike="noStrike">
              <a:solidFill>
                <a:srgbClr val="000000"/>
              </a:solidFill>
              <a:latin typeface="Arial"/>
            </a:endParaRPr>
          </a:p>
        </p:txBody>
      </p:sp>
      <p:sp>
        <p:nvSpPr>
          <p:cNvPr id="666" name="PlaceHolder 3"/>
          <p:cNvSpPr>
            <a:spLocks noGrp="1"/>
          </p:cNvSpPr>
          <p:nvPr>
            <p:ph/>
          </p:nvPr>
        </p:nvSpPr>
        <p:spPr>
          <a:xfrm>
            <a:off x="996840" y="1550520"/>
            <a:ext cx="1470960" cy="1102680"/>
          </a:xfrm>
          <a:prstGeom prst="rect">
            <a:avLst/>
          </a:prstGeom>
          <a:noFill/>
          <a:ln w="0">
            <a:noFill/>
          </a:ln>
        </p:spPr>
        <p:txBody>
          <a:bodyPr lIns="0" rIns="91440" tIns="45720" bIns="0" anchor="b">
            <a:noAutofit/>
          </a:bodyPr>
          <a:p>
            <a:pPr indent="0" defTabSz="914400">
              <a:lnSpc>
                <a:spcPct val="90000"/>
              </a:lnSpc>
              <a:spcBef>
                <a:spcPts val="1001"/>
              </a:spcBef>
              <a:buNone/>
              <a:tabLst>
                <a:tab algn="l" pos="0"/>
              </a:tabLst>
            </a:pPr>
            <a:r>
              <a:rPr b="0" lang="en-US" sz="3200" spc="46" strike="noStrike">
                <a:solidFill>
                  <a:schemeClr val="accent1"/>
                </a:solidFill>
                <a:latin typeface="Avenir Next LT Pro"/>
                <a:ea typeface="Avenir Next"/>
              </a:rPr>
              <a:t>05</a:t>
            </a:r>
            <a:endParaRPr b="0" lang="es-AR" sz="3200" spc="-1" strike="noStrike">
              <a:solidFill>
                <a:srgbClr val="000000"/>
              </a:solidFill>
              <a:latin typeface="Arial"/>
            </a:endParaRPr>
          </a:p>
        </p:txBody>
      </p:sp>
      <p:sp>
        <p:nvSpPr>
          <p:cNvPr id="667"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
        <p:nvSpPr>
          <p:cNvPr id="5" name="PlaceHolder 4"/>
          <p:cNvSpPr>
            <a:spLocks noGrp="1"/>
          </p:cNvSpPr>
          <p:nvPr>
            <p:ph type="sldNum" idx="12"/>
          </p:nvPr>
        </p:nvSpPr>
        <p:spPr/>
        <p:txBody>
          <a:bodyPr/>
          <a:p>
            <a:fld id="{515B80A4-8722-45AF-AC8C-27CBFBA8475C}" type="slidenum">
              <a:t>20</a:t>
            </a:fld>
          </a:p>
        </p:txBody>
      </p:sp>
    </p:spTree>
  </p:cSld>
  <mc:AlternateContent>
    <mc:Choice Requires="p14">
      <p:transition spd="med" p14:dur="60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8" name="Text Placeholder 1"/>
          <p:cNvSpPr/>
          <p:nvPr/>
        </p:nvSpPr>
        <p:spPr>
          <a:xfrm>
            <a:off x="8484120" y="3879000"/>
            <a:ext cx="3370680" cy="2375640"/>
          </a:xfrm>
          <a:prstGeom prst="roundRect">
            <a:avLst>
              <a:gd name="adj" fmla="val 3710"/>
            </a:avLst>
          </a:prstGeom>
          <a:solidFill>
            <a:schemeClr val="bg1"/>
          </a:solidFill>
          <a:ln w="28575">
            <a:noFill/>
          </a:ln>
          <a:effectLst>
            <a:outerShdw algn="ctr" blurRad="166680" rotWithShape="0" sx="102000" sy="102000">
              <a:srgbClr val="000000">
                <a:alpha val="20000"/>
              </a:srgbClr>
            </a:outerShdw>
          </a:effectLst>
        </p:spPr>
        <p:style>
          <a:lnRef idx="0"/>
          <a:fillRef idx="0"/>
          <a:effectRef idx="0"/>
          <a:fontRef idx="minor"/>
        </p:style>
        <p:txBody>
          <a:bodyPr lIns="182880" rIns="90000" tIns="45000" bIns="45000" anchor="ctr">
            <a:noAutofit/>
          </a:bodyPr>
          <a:p>
            <a:pPr defTabSz="914400">
              <a:lnSpc>
                <a:spcPct val="100000"/>
              </a:lnSpc>
              <a:spcBef>
                <a:spcPts val="1001"/>
              </a:spcBef>
              <a:tabLst>
                <a:tab algn="l" pos="0"/>
              </a:tabLst>
            </a:pPr>
            <a:r>
              <a:rPr b="0" lang="es-AR" sz="1900" spc="-1" strike="noStrike">
                <a:solidFill>
                  <a:schemeClr val="dk1"/>
                </a:solidFill>
                <a:latin typeface="Avenir Next LT Pro"/>
                <a:ea typeface="Avenir Next"/>
              </a:rPr>
              <a:t>De service a recompra: usar la relación del taller para anticipar la próxima compra.</a:t>
            </a:r>
            <a:endParaRPr b="0" lang="es-AR" sz="1900" spc="-1" strike="noStrike">
              <a:solidFill>
                <a:srgbClr val="000000"/>
              </a:solidFill>
              <a:latin typeface="Arial"/>
            </a:endParaRPr>
          </a:p>
        </p:txBody>
      </p:sp>
      <p:sp>
        <p:nvSpPr>
          <p:cNvPr id="669" name="PlaceHolder 1"/>
          <p:cNvSpPr>
            <a:spLocks noGrp="1"/>
          </p:cNvSpPr>
          <p:nvPr>
            <p:ph/>
          </p:nvPr>
        </p:nvSpPr>
        <p:spPr>
          <a:xfrm>
            <a:off x="8415720" y="893520"/>
            <a:ext cx="3492360" cy="415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400" spc="94" strike="noStrike">
                <a:solidFill>
                  <a:schemeClr val="accent1"/>
                </a:solidFill>
                <a:latin typeface="Avenir Next LT Pro"/>
                <a:ea typeface="Avenir Next"/>
              </a:rPr>
              <a:t>Después</a:t>
            </a:r>
            <a:endParaRPr b="0" lang="es-AR" sz="1400" spc="-1" strike="noStrike">
              <a:solidFill>
                <a:srgbClr val="000000"/>
              </a:solidFill>
              <a:latin typeface="Arial"/>
            </a:endParaRPr>
          </a:p>
        </p:txBody>
      </p:sp>
      <p:sp>
        <p:nvSpPr>
          <p:cNvPr id="670" name="PlaceHolder 2"/>
          <p:cNvSpPr>
            <a:spLocks noGrp="1"/>
          </p:cNvSpPr>
          <p:nvPr>
            <p:ph/>
          </p:nvPr>
        </p:nvSpPr>
        <p:spPr>
          <a:xfrm>
            <a:off x="4345920" y="893520"/>
            <a:ext cx="3492360" cy="415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400" spc="94" strike="noStrike">
                <a:solidFill>
                  <a:schemeClr val="accent1"/>
                </a:solidFill>
                <a:latin typeface="Avenir Next LT Pro"/>
                <a:ea typeface="Avenir Next"/>
              </a:rPr>
              <a:t>Próximos 6 meses</a:t>
            </a:r>
            <a:endParaRPr b="0" lang="es-AR" sz="1400" spc="-1" strike="noStrike">
              <a:solidFill>
                <a:srgbClr val="000000"/>
              </a:solidFill>
              <a:latin typeface="Arial"/>
            </a:endParaRPr>
          </a:p>
        </p:txBody>
      </p:sp>
      <p:sp>
        <p:nvSpPr>
          <p:cNvPr id="671" name="PlaceHolder 3"/>
          <p:cNvSpPr>
            <a:spLocks noGrp="1"/>
          </p:cNvSpPr>
          <p:nvPr>
            <p:ph/>
          </p:nvPr>
        </p:nvSpPr>
        <p:spPr>
          <a:xfrm>
            <a:off x="283320" y="893520"/>
            <a:ext cx="3492360" cy="415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400" spc="94" strike="noStrike">
                <a:solidFill>
                  <a:schemeClr val="accent1"/>
                </a:solidFill>
                <a:latin typeface="Avenir Next LT Pro"/>
                <a:ea typeface="Avenir Next"/>
              </a:rPr>
              <a:t>Ahora</a:t>
            </a:r>
            <a:endParaRPr b="0" lang="es-AR" sz="1400" spc="-1" strike="noStrike">
              <a:solidFill>
                <a:srgbClr val="000000"/>
              </a:solidFill>
              <a:latin typeface="Arial"/>
            </a:endParaRPr>
          </a:p>
        </p:txBody>
      </p:sp>
      <p:sp>
        <p:nvSpPr>
          <p:cNvPr id="672" name="PlaceHolder 4"/>
          <p:cNvSpPr>
            <a:spLocks noGrp="1"/>
          </p:cNvSpPr>
          <p:nvPr>
            <p:ph/>
          </p:nvPr>
        </p:nvSpPr>
        <p:spPr>
          <a:xfrm>
            <a:off x="283320" y="1484640"/>
            <a:ext cx="3669480" cy="3070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200" spc="35" strike="noStrike">
                <a:solidFill>
                  <a:schemeClr val="dk1"/>
                </a:solidFill>
                <a:latin typeface="Avenir Next LT Pro"/>
                <a:ea typeface="Avenir Next"/>
              </a:rPr>
              <a:t>Piloto de 90 días</a:t>
            </a:r>
            <a:endParaRPr b="0" lang="es-AR" sz="1200" spc="-1" strike="noStrike">
              <a:solidFill>
                <a:srgbClr val="000000"/>
              </a:solidFill>
              <a:latin typeface="Arial"/>
            </a:endParaRPr>
          </a:p>
        </p:txBody>
      </p:sp>
      <p:sp>
        <p:nvSpPr>
          <p:cNvPr id="673" name="PlaceHolder 5"/>
          <p:cNvSpPr>
            <a:spLocks noGrp="1"/>
          </p:cNvSpPr>
          <p:nvPr>
            <p:ph/>
          </p:nvPr>
        </p:nvSpPr>
        <p:spPr>
          <a:xfrm>
            <a:off x="283320" y="1717560"/>
            <a:ext cx="3439080" cy="1598040"/>
          </a:xfrm>
          <a:prstGeom prst="rect">
            <a:avLst/>
          </a:prstGeom>
          <a:noFill/>
          <a:ln w="0">
            <a:noFill/>
          </a:ln>
        </p:spPr>
        <p:txBody>
          <a:bodyPr lIns="91440" rIns="91440" tIns="45720" bIns="45720" anchor="t">
            <a:noAutofit/>
          </a:bodyPr>
          <a:p>
            <a:pPr indent="0" defTabSz="914400">
              <a:lnSpc>
                <a:spcPct val="100000"/>
              </a:lnSpc>
              <a:spcBef>
                <a:spcPts val="1199"/>
              </a:spcBef>
              <a:buNone/>
              <a:tabLst>
                <a:tab algn="l" pos="0"/>
              </a:tabLst>
            </a:pPr>
            <a:r>
              <a:rPr b="0" lang="en-US" sz="1400" spc="-1" strike="noStrike">
                <a:solidFill>
                  <a:schemeClr val="dk1"/>
                </a:solidFill>
                <a:latin typeface="Avenir Next LT Pro"/>
                <a:ea typeface="Avenir Next"/>
              </a:rPr>
              <a:t>Con Posventa y un grupo de concesionarios, midiendo por grupo de riesgo.</a:t>
            </a:r>
            <a:endParaRPr b="0" lang="es-AR" sz="1400" spc="-1" strike="noStrike">
              <a:solidFill>
                <a:srgbClr val="000000"/>
              </a:solidFill>
              <a:latin typeface="Arial"/>
            </a:endParaRPr>
          </a:p>
        </p:txBody>
      </p:sp>
      <p:sp>
        <p:nvSpPr>
          <p:cNvPr id="674" name="PlaceHolder 6"/>
          <p:cNvSpPr>
            <a:spLocks noGrp="1"/>
          </p:cNvSpPr>
          <p:nvPr>
            <p:ph/>
          </p:nvPr>
        </p:nvSpPr>
        <p:spPr>
          <a:xfrm>
            <a:off x="283320" y="3646080"/>
            <a:ext cx="3669480" cy="3070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200" spc="35" strike="noStrike">
                <a:solidFill>
                  <a:schemeClr val="dk1"/>
                </a:solidFill>
                <a:latin typeface="Avenir Next LT Pro"/>
                <a:ea typeface="Avenir Next"/>
              </a:rPr>
              <a:t>Validar las reglas</a:t>
            </a:r>
            <a:endParaRPr b="0" lang="es-AR" sz="1200" spc="-1" strike="noStrike">
              <a:solidFill>
                <a:srgbClr val="000000"/>
              </a:solidFill>
              <a:latin typeface="Arial"/>
            </a:endParaRPr>
          </a:p>
        </p:txBody>
      </p:sp>
      <p:sp>
        <p:nvSpPr>
          <p:cNvPr id="675" name="PlaceHolder 7"/>
          <p:cNvSpPr>
            <a:spLocks noGrp="1"/>
          </p:cNvSpPr>
          <p:nvPr>
            <p:ph/>
          </p:nvPr>
        </p:nvSpPr>
        <p:spPr>
          <a:xfrm>
            <a:off x="283320" y="3879000"/>
            <a:ext cx="3439080" cy="1598040"/>
          </a:xfrm>
          <a:prstGeom prst="rect">
            <a:avLst/>
          </a:prstGeom>
          <a:noFill/>
          <a:ln w="0">
            <a:noFill/>
          </a:ln>
        </p:spPr>
        <p:txBody>
          <a:bodyPr lIns="91440" rIns="91440" tIns="45720" bIns="45720" anchor="t">
            <a:noAutofit/>
          </a:bodyPr>
          <a:p>
            <a:pPr indent="0" defTabSz="914400">
              <a:lnSpc>
                <a:spcPct val="100000"/>
              </a:lnSpc>
              <a:spcBef>
                <a:spcPts val="1199"/>
              </a:spcBef>
              <a:buNone/>
              <a:tabLst>
                <a:tab algn="l" pos="0"/>
              </a:tabLst>
            </a:pPr>
            <a:r>
              <a:rPr b="0" lang="en-US" sz="1400" spc="-1" strike="noStrike">
                <a:solidFill>
                  <a:schemeClr val="dk1"/>
                </a:solidFill>
                <a:latin typeface="Avenir Next LT Pro"/>
                <a:ea typeface="Avenir Next"/>
              </a:rPr>
              <a:t>Ventana por modelo y capacidad real de contacto de cada concesionario.</a:t>
            </a:r>
            <a:endParaRPr b="0" lang="es-AR" sz="1400" spc="-1" strike="noStrike">
              <a:solidFill>
                <a:srgbClr val="000000"/>
              </a:solidFill>
              <a:latin typeface="Arial"/>
            </a:endParaRPr>
          </a:p>
        </p:txBody>
      </p:sp>
      <p:sp>
        <p:nvSpPr>
          <p:cNvPr id="676" name="PlaceHolder 8"/>
          <p:cNvSpPr>
            <a:spLocks noGrp="1"/>
          </p:cNvSpPr>
          <p:nvPr>
            <p:ph/>
          </p:nvPr>
        </p:nvSpPr>
        <p:spPr>
          <a:xfrm>
            <a:off x="4345920" y="1484640"/>
            <a:ext cx="3669480" cy="3070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200" spc="35" strike="noStrike">
                <a:solidFill>
                  <a:schemeClr val="dk1"/>
                </a:solidFill>
                <a:latin typeface="Avenir Next LT Pro"/>
                <a:ea typeface="Avenir Next"/>
              </a:rPr>
              <a:t>Integrarlo a la operación</a:t>
            </a:r>
            <a:endParaRPr b="0" lang="es-AR" sz="1200" spc="-1" strike="noStrike">
              <a:solidFill>
                <a:srgbClr val="000000"/>
              </a:solidFill>
              <a:latin typeface="Arial"/>
            </a:endParaRPr>
          </a:p>
        </p:txBody>
      </p:sp>
      <p:sp>
        <p:nvSpPr>
          <p:cNvPr id="677" name="PlaceHolder 9"/>
          <p:cNvSpPr>
            <a:spLocks noGrp="1"/>
          </p:cNvSpPr>
          <p:nvPr>
            <p:ph/>
          </p:nvPr>
        </p:nvSpPr>
        <p:spPr>
          <a:xfrm>
            <a:off x="4345920" y="1717560"/>
            <a:ext cx="3439080" cy="1598040"/>
          </a:xfrm>
          <a:prstGeom prst="rect">
            <a:avLst/>
          </a:prstGeom>
          <a:noFill/>
          <a:ln w="0">
            <a:noFill/>
          </a:ln>
        </p:spPr>
        <p:txBody>
          <a:bodyPr lIns="91440" rIns="91440" tIns="45720" bIns="45720" anchor="t">
            <a:noAutofit/>
          </a:bodyPr>
          <a:p>
            <a:pPr indent="0" defTabSz="914400">
              <a:lnSpc>
                <a:spcPct val="100000"/>
              </a:lnSpc>
              <a:spcBef>
                <a:spcPts val="1199"/>
              </a:spcBef>
              <a:buNone/>
              <a:tabLst>
                <a:tab algn="l" pos="0"/>
              </a:tabLst>
            </a:pPr>
            <a:r>
              <a:rPr b="0" lang="en-US" sz="1400" spc="-1" strike="noStrike">
                <a:solidFill>
                  <a:schemeClr val="dk1"/>
                </a:solidFill>
                <a:latin typeface="Avenir Next LT Pro"/>
                <a:ea typeface="Avenir Next"/>
              </a:rPr>
              <a:t>La lista, dentro de Service Leads y Service Reminder, todos los meses.</a:t>
            </a:r>
            <a:endParaRPr b="0" lang="es-AR" sz="1400" spc="-1" strike="noStrike">
              <a:solidFill>
                <a:srgbClr val="000000"/>
              </a:solidFill>
              <a:latin typeface="Arial"/>
            </a:endParaRPr>
          </a:p>
        </p:txBody>
      </p:sp>
      <p:sp>
        <p:nvSpPr>
          <p:cNvPr id="678" name="PlaceHolder 10"/>
          <p:cNvSpPr>
            <a:spLocks noGrp="1"/>
          </p:cNvSpPr>
          <p:nvPr>
            <p:ph/>
          </p:nvPr>
        </p:nvSpPr>
        <p:spPr>
          <a:xfrm>
            <a:off x="4345920" y="3646080"/>
            <a:ext cx="3669480" cy="3070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200" spc="35" strike="noStrike">
                <a:solidFill>
                  <a:schemeClr val="dk1"/>
                </a:solidFill>
                <a:latin typeface="Avenir Next LT Pro"/>
                <a:ea typeface="Avenir Next"/>
              </a:rPr>
              <a:t>Kilómetros reales</a:t>
            </a:r>
            <a:endParaRPr b="0" lang="es-AR" sz="1200" spc="-1" strike="noStrike">
              <a:solidFill>
                <a:srgbClr val="000000"/>
              </a:solidFill>
              <a:latin typeface="Arial"/>
            </a:endParaRPr>
          </a:p>
        </p:txBody>
      </p:sp>
      <p:sp>
        <p:nvSpPr>
          <p:cNvPr id="679" name="PlaceHolder 11"/>
          <p:cNvSpPr>
            <a:spLocks noGrp="1"/>
          </p:cNvSpPr>
          <p:nvPr>
            <p:ph/>
          </p:nvPr>
        </p:nvSpPr>
        <p:spPr>
          <a:xfrm>
            <a:off x="4345920" y="3879000"/>
            <a:ext cx="3439080" cy="1598040"/>
          </a:xfrm>
          <a:prstGeom prst="rect">
            <a:avLst/>
          </a:prstGeom>
          <a:noFill/>
          <a:ln w="0">
            <a:noFill/>
          </a:ln>
        </p:spPr>
        <p:txBody>
          <a:bodyPr lIns="91440" rIns="91440" tIns="45720" bIns="45720" anchor="t">
            <a:noAutofit/>
          </a:bodyPr>
          <a:p>
            <a:pPr indent="0" defTabSz="914400">
              <a:lnSpc>
                <a:spcPct val="100000"/>
              </a:lnSpc>
              <a:spcBef>
                <a:spcPts val="1199"/>
              </a:spcBef>
              <a:buNone/>
              <a:tabLst>
                <a:tab algn="l" pos="0"/>
              </a:tabLst>
            </a:pPr>
            <a:r>
              <a:rPr b="0" lang="en-US" sz="1400" spc="-1" strike="noStrike">
                <a:solidFill>
                  <a:schemeClr val="dk1"/>
                </a:solidFill>
                <a:latin typeface="Avenir Next LT Pro"/>
                <a:ea typeface="Avenir Next"/>
              </a:rPr>
              <a:t>Con la telemetría de los vehículos conectados, el primer service se predice mejor.</a:t>
            </a:r>
            <a:endParaRPr b="0" lang="es-AR" sz="1400" spc="-1" strike="noStrike">
              <a:solidFill>
                <a:srgbClr val="000000"/>
              </a:solidFill>
              <a:latin typeface="Arial"/>
            </a:endParaRPr>
          </a:p>
        </p:txBody>
      </p:sp>
      <p:sp>
        <p:nvSpPr>
          <p:cNvPr id="680" name="PlaceHolder 12"/>
          <p:cNvSpPr>
            <a:spLocks noGrp="1"/>
          </p:cNvSpPr>
          <p:nvPr>
            <p:ph/>
          </p:nvPr>
        </p:nvSpPr>
        <p:spPr>
          <a:xfrm>
            <a:off x="8415720" y="1484640"/>
            <a:ext cx="3669480" cy="3070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200" spc="35" strike="noStrike">
                <a:solidFill>
                  <a:schemeClr val="dk1"/>
                </a:solidFill>
                <a:latin typeface="Avenir Next LT Pro"/>
                <a:ea typeface="Avenir Next"/>
              </a:rPr>
              <a:t>A quién conviene contactar</a:t>
            </a:r>
            <a:endParaRPr b="0" lang="es-AR" sz="1200" spc="-1" strike="noStrike">
              <a:solidFill>
                <a:srgbClr val="000000"/>
              </a:solidFill>
              <a:latin typeface="Arial"/>
            </a:endParaRPr>
          </a:p>
        </p:txBody>
      </p:sp>
      <p:sp>
        <p:nvSpPr>
          <p:cNvPr id="681" name="PlaceHolder 13"/>
          <p:cNvSpPr>
            <a:spLocks noGrp="1"/>
          </p:cNvSpPr>
          <p:nvPr>
            <p:ph/>
          </p:nvPr>
        </p:nvSpPr>
        <p:spPr>
          <a:xfrm>
            <a:off x="8415720" y="1717560"/>
            <a:ext cx="3439080" cy="875520"/>
          </a:xfrm>
          <a:prstGeom prst="rect">
            <a:avLst/>
          </a:prstGeom>
          <a:noFill/>
          <a:ln w="0">
            <a:noFill/>
          </a:ln>
        </p:spPr>
        <p:txBody>
          <a:bodyPr lIns="91440" rIns="91440" tIns="45720" bIns="45720" anchor="t">
            <a:noAutofit/>
          </a:bodyPr>
          <a:p>
            <a:pPr indent="0" defTabSz="914400">
              <a:lnSpc>
                <a:spcPct val="100000"/>
              </a:lnSpc>
              <a:spcBef>
                <a:spcPts val="1199"/>
              </a:spcBef>
              <a:buNone/>
              <a:tabLst>
                <a:tab algn="l" pos="0"/>
              </a:tabLst>
            </a:pPr>
            <a:r>
              <a:rPr b="0" lang="en-US" sz="1400" spc="-1" strike="noStrike">
                <a:solidFill>
                  <a:schemeClr val="dk1"/>
                </a:solidFill>
                <a:latin typeface="Avenir Next LT Pro"/>
                <a:ea typeface="Avenir Next"/>
              </a:rPr>
              <a:t>No sólo quién se va: a quién el contacto le cambia la decisión.</a:t>
            </a:r>
            <a:endParaRPr b="0" lang="es-AR" sz="1400" spc="-1" strike="noStrike">
              <a:solidFill>
                <a:srgbClr val="000000"/>
              </a:solidFill>
              <a:latin typeface="Arial"/>
            </a:endParaRPr>
          </a:p>
        </p:txBody>
      </p:sp>
      <p:sp>
        <p:nvSpPr>
          <p:cNvPr id="682" name="PlaceHolder 14"/>
          <p:cNvSpPr>
            <a:spLocks noGrp="1"/>
          </p:cNvSpPr>
          <p:nvPr>
            <p:ph/>
          </p:nvPr>
        </p:nvSpPr>
        <p:spPr>
          <a:xfrm>
            <a:off x="8415720" y="2740320"/>
            <a:ext cx="3669480" cy="3070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1200" spc="35" strike="noStrike">
                <a:solidFill>
                  <a:schemeClr val="dk1"/>
                </a:solidFill>
                <a:latin typeface="Avenir Next LT Pro"/>
                <a:ea typeface="Avenir Next"/>
              </a:rPr>
              <a:t>Toda la gama</a:t>
            </a:r>
            <a:endParaRPr b="0" lang="es-AR" sz="1200" spc="-1" strike="noStrike">
              <a:solidFill>
                <a:srgbClr val="000000"/>
              </a:solidFill>
              <a:latin typeface="Arial"/>
            </a:endParaRPr>
          </a:p>
        </p:txBody>
      </p:sp>
      <p:sp>
        <p:nvSpPr>
          <p:cNvPr id="683" name="PlaceHolder 15"/>
          <p:cNvSpPr>
            <a:spLocks noGrp="1"/>
          </p:cNvSpPr>
          <p:nvPr>
            <p:ph/>
          </p:nvPr>
        </p:nvSpPr>
        <p:spPr>
          <a:xfrm>
            <a:off x="8415720" y="2973240"/>
            <a:ext cx="3439080" cy="875520"/>
          </a:xfrm>
          <a:prstGeom prst="rect">
            <a:avLst/>
          </a:prstGeom>
          <a:noFill/>
          <a:ln w="0">
            <a:noFill/>
          </a:ln>
        </p:spPr>
        <p:txBody>
          <a:bodyPr lIns="91440" rIns="91440" tIns="45720" bIns="45720" anchor="t">
            <a:noAutofit/>
          </a:bodyPr>
          <a:p>
            <a:pPr indent="0" defTabSz="914400">
              <a:lnSpc>
                <a:spcPct val="100000"/>
              </a:lnSpc>
              <a:spcBef>
                <a:spcPts val="1199"/>
              </a:spcBef>
              <a:buNone/>
              <a:tabLst>
                <a:tab algn="l" pos="0"/>
              </a:tabLst>
            </a:pPr>
            <a:r>
              <a:rPr b="0" lang="en-US" sz="1400" spc="-1" strike="noStrike">
                <a:solidFill>
                  <a:schemeClr val="dk1"/>
                </a:solidFill>
                <a:latin typeface="Avenir Next LT Pro"/>
                <a:ea typeface="Avenir Next"/>
              </a:rPr>
              <a:t>La misma lógica para el resto de los modelos Ford.</a:t>
            </a:r>
            <a:endParaRPr b="0" lang="es-AR" sz="1400" spc="-1" strike="noStrike">
              <a:solidFill>
                <a:srgbClr val="000000"/>
              </a:solidFill>
              <a:latin typeface="Arial"/>
            </a:endParaRPr>
          </a:p>
        </p:txBody>
      </p:sp>
      <p:sp>
        <p:nvSpPr>
          <p:cNvPr id="684" name="PlaceHolder 16"/>
          <p:cNvSpPr>
            <a:spLocks noGrp="1"/>
          </p:cNvSpPr>
          <p:nvPr>
            <p:ph/>
          </p:nvPr>
        </p:nvSpPr>
        <p:spPr>
          <a:xfrm>
            <a:off x="394920" y="286920"/>
            <a:ext cx="4988160" cy="19800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6" strike="noStrike" cap="all">
                <a:solidFill>
                  <a:schemeClr val="accent1"/>
                </a:solidFill>
                <a:latin typeface="Avenir Next LT Pro"/>
                <a:ea typeface="Avenir Next"/>
              </a:rPr>
              <a:t>05 · Trabajo futuro</a:t>
            </a:r>
            <a:endParaRPr b="0" lang="es-AR" sz="900" spc="-1" strike="noStrike">
              <a:solidFill>
                <a:srgbClr val="000000"/>
              </a:solidFill>
              <a:latin typeface="Arial"/>
            </a:endParaRPr>
          </a:p>
        </p:txBody>
      </p:sp>
      <p:sp>
        <p:nvSpPr>
          <p:cNvPr id="685" name="PlaceHolder 17"/>
          <p:cNvSpPr>
            <a:spLocks noGrp="1"/>
          </p:cNvSpPr>
          <p:nvPr>
            <p:ph type="sldNum" idx="70"/>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AB26C83A-ACA0-4C1F-8FA1-170A03851C3F}"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686"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María Florencia Iuzzolino</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707" dur="indefinite" restart="never" nodeType="tmRoot">
          <p:childTnLst>
            <p:seq>
              <p:cTn id="708" dur="indefinite" nodeType="mainSeq">
                <p:childTnLst>
                  <p:par>
                    <p:cTn id="709" fill="hold">
                      <p:stCondLst>
                        <p:cond delay="indefinite"/>
                      </p:stCondLst>
                      <p:childTnLst>
                        <p:par>
                          <p:cTn id="710" fill="hold">
                            <p:stCondLst>
                              <p:cond delay="0"/>
                            </p:stCondLst>
                            <p:childTnLst>
                              <p:par>
                                <p:cTn id="711" nodeType="clickEffect" fill="hold" presetClass="entr" presetID="10">
                                  <p:stCondLst>
                                    <p:cond delay="0"/>
                                  </p:stCondLst>
                                  <p:childTnLst>
                                    <p:set>
                                      <p:cBhvr>
                                        <p:cTn id="712" dur="1" fill="hold">
                                          <p:stCondLst>
                                            <p:cond delay="0"/>
                                          </p:stCondLst>
                                        </p:cTn>
                                        <p:tgtEl>
                                          <p:spTgt spid="671"/>
                                        </p:tgtEl>
                                        <p:attrNameLst>
                                          <p:attrName>style.visibility</p:attrName>
                                        </p:attrNameLst>
                                      </p:cBhvr>
                                      <p:to>
                                        <p:strVal val="visible"/>
                                      </p:to>
                                    </p:set>
                                    <p:animEffect filter="fade" transition="in">
                                      <p:cBhvr additive="repl">
                                        <p:cTn id="713" dur="500"/>
                                        <p:tgtEl>
                                          <p:spTgt spid="671"/>
                                        </p:tgtEl>
                                      </p:cBhvr>
                                    </p:animEffect>
                                  </p:childTnLst>
                                </p:cTn>
                              </p:par>
                              <p:par>
                                <p:cTn id="714" nodeType="withEffect" fill="hold" presetClass="entr" presetID="10">
                                  <p:stCondLst>
                                    <p:cond delay="0"/>
                                  </p:stCondLst>
                                  <p:childTnLst>
                                    <p:set>
                                      <p:cBhvr>
                                        <p:cTn id="715" dur="1" fill="hold">
                                          <p:stCondLst>
                                            <p:cond delay="0"/>
                                          </p:stCondLst>
                                        </p:cTn>
                                        <p:tgtEl>
                                          <p:spTgt spid="672"/>
                                        </p:tgtEl>
                                        <p:attrNameLst>
                                          <p:attrName>style.visibility</p:attrName>
                                        </p:attrNameLst>
                                      </p:cBhvr>
                                      <p:to>
                                        <p:strVal val="visible"/>
                                      </p:to>
                                    </p:set>
                                    <p:animEffect filter="fade" transition="in">
                                      <p:cBhvr additive="repl">
                                        <p:cTn id="716" dur="500"/>
                                        <p:tgtEl>
                                          <p:spTgt spid="672"/>
                                        </p:tgtEl>
                                      </p:cBhvr>
                                    </p:animEffect>
                                  </p:childTnLst>
                                </p:cTn>
                              </p:par>
                              <p:par>
                                <p:cTn id="717" nodeType="withEffect" fill="hold" presetClass="entr" presetID="10">
                                  <p:stCondLst>
                                    <p:cond delay="0"/>
                                  </p:stCondLst>
                                  <p:childTnLst>
                                    <p:set>
                                      <p:cBhvr>
                                        <p:cTn id="718" dur="1" fill="hold">
                                          <p:stCondLst>
                                            <p:cond delay="0"/>
                                          </p:stCondLst>
                                        </p:cTn>
                                        <p:tgtEl>
                                          <p:spTgt spid="673"/>
                                        </p:tgtEl>
                                        <p:attrNameLst>
                                          <p:attrName>style.visibility</p:attrName>
                                        </p:attrNameLst>
                                      </p:cBhvr>
                                      <p:to>
                                        <p:strVal val="visible"/>
                                      </p:to>
                                    </p:set>
                                    <p:animEffect filter="fade" transition="in">
                                      <p:cBhvr additive="repl">
                                        <p:cTn id="719" dur="500"/>
                                        <p:tgtEl>
                                          <p:spTgt spid="673"/>
                                        </p:tgtEl>
                                      </p:cBhvr>
                                    </p:animEffect>
                                  </p:childTnLst>
                                </p:cTn>
                              </p:par>
                              <p:par>
                                <p:cTn id="720" nodeType="withEffect" fill="hold" presetClass="entr" presetID="10">
                                  <p:stCondLst>
                                    <p:cond delay="0"/>
                                  </p:stCondLst>
                                  <p:childTnLst>
                                    <p:set>
                                      <p:cBhvr>
                                        <p:cTn id="721" dur="1" fill="hold">
                                          <p:stCondLst>
                                            <p:cond delay="0"/>
                                          </p:stCondLst>
                                        </p:cTn>
                                        <p:tgtEl>
                                          <p:spTgt spid="674"/>
                                        </p:tgtEl>
                                        <p:attrNameLst>
                                          <p:attrName>style.visibility</p:attrName>
                                        </p:attrNameLst>
                                      </p:cBhvr>
                                      <p:to>
                                        <p:strVal val="visible"/>
                                      </p:to>
                                    </p:set>
                                    <p:animEffect filter="fade" transition="in">
                                      <p:cBhvr additive="repl">
                                        <p:cTn id="722" dur="500"/>
                                        <p:tgtEl>
                                          <p:spTgt spid="674"/>
                                        </p:tgtEl>
                                      </p:cBhvr>
                                    </p:animEffect>
                                  </p:childTnLst>
                                </p:cTn>
                              </p:par>
                              <p:par>
                                <p:cTn id="723" nodeType="withEffect" fill="hold" presetClass="entr" presetID="10">
                                  <p:stCondLst>
                                    <p:cond delay="0"/>
                                  </p:stCondLst>
                                  <p:childTnLst>
                                    <p:set>
                                      <p:cBhvr>
                                        <p:cTn id="724" dur="1" fill="hold">
                                          <p:stCondLst>
                                            <p:cond delay="0"/>
                                          </p:stCondLst>
                                        </p:cTn>
                                        <p:tgtEl>
                                          <p:spTgt spid="675"/>
                                        </p:tgtEl>
                                        <p:attrNameLst>
                                          <p:attrName>style.visibility</p:attrName>
                                        </p:attrNameLst>
                                      </p:cBhvr>
                                      <p:to>
                                        <p:strVal val="visible"/>
                                      </p:to>
                                    </p:set>
                                    <p:animEffect filter="fade" transition="in">
                                      <p:cBhvr additive="repl">
                                        <p:cTn id="725" dur="500"/>
                                        <p:tgtEl>
                                          <p:spTgt spid="675"/>
                                        </p:tgtEl>
                                      </p:cBhvr>
                                    </p:animEffect>
                                  </p:childTnLst>
                                </p:cTn>
                              </p:par>
                            </p:childTnLst>
                          </p:cTn>
                        </p:par>
                      </p:childTnLst>
                    </p:cTn>
                  </p:par>
                  <p:par>
                    <p:cTn id="726" fill="hold">
                      <p:stCondLst>
                        <p:cond delay="indefinite"/>
                      </p:stCondLst>
                      <p:childTnLst>
                        <p:par>
                          <p:cTn id="727" fill="hold">
                            <p:stCondLst>
                              <p:cond delay="0"/>
                            </p:stCondLst>
                            <p:childTnLst>
                              <p:par>
                                <p:cTn id="728" nodeType="clickEffect" fill="hold" presetClass="entr" presetID="10">
                                  <p:stCondLst>
                                    <p:cond delay="0"/>
                                  </p:stCondLst>
                                  <p:childTnLst>
                                    <p:set>
                                      <p:cBhvr>
                                        <p:cTn id="729" dur="1" fill="hold">
                                          <p:stCondLst>
                                            <p:cond delay="0"/>
                                          </p:stCondLst>
                                        </p:cTn>
                                        <p:tgtEl>
                                          <p:spTgt spid="670"/>
                                        </p:tgtEl>
                                        <p:attrNameLst>
                                          <p:attrName>style.visibility</p:attrName>
                                        </p:attrNameLst>
                                      </p:cBhvr>
                                      <p:to>
                                        <p:strVal val="visible"/>
                                      </p:to>
                                    </p:set>
                                    <p:animEffect filter="fade" transition="in">
                                      <p:cBhvr additive="repl">
                                        <p:cTn id="730" dur="500"/>
                                        <p:tgtEl>
                                          <p:spTgt spid="670"/>
                                        </p:tgtEl>
                                      </p:cBhvr>
                                    </p:animEffect>
                                  </p:childTnLst>
                                </p:cTn>
                              </p:par>
                              <p:par>
                                <p:cTn id="731" nodeType="withEffect" fill="hold" presetClass="entr" presetID="10">
                                  <p:stCondLst>
                                    <p:cond delay="0"/>
                                  </p:stCondLst>
                                  <p:childTnLst>
                                    <p:set>
                                      <p:cBhvr>
                                        <p:cTn id="732" dur="1" fill="hold">
                                          <p:stCondLst>
                                            <p:cond delay="0"/>
                                          </p:stCondLst>
                                        </p:cTn>
                                        <p:tgtEl>
                                          <p:spTgt spid="676"/>
                                        </p:tgtEl>
                                        <p:attrNameLst>
                                          <p:attrName>style.visibility</p:attrName>
                                        </p:attrNameLst>
                                      </p:cBhvr>
                                      <p:to>
                                        <p:strVal val="visible"/>
                                      </p:to>
                                    </p:set>
                                    <p:animEffect filter="fade" transition="in">
                                      <p:cBhvr additive="repl">
                                        <p:cTn id="733" dur="500"/>
                                        <p:tgtEl>
                                          <p:spTgt spid="676"/>
                                        </p:tgtEl>
                                      </p:cBhvr>
                                    </p:animEffect>
                                  </p:childTnLst>
                                </p:cTn>
                              </p:par>
                              <p:par>
                                <p:cTn id="734" nodeType="withEffect" fill="hold" presetClass="entr" presetID="10">
                                  <p:stCondLst>
                                    <p:cond delay="0"/>
                                  </p:stCondLst>
                                  <p:childTnLst>
                                    <p:set>
                                      <p:cBhvr>
                                        <p:cTn id="735" dur="1" fill="hold">
                                          <p:stCondLst>
                                            <p:cond delay="0"/>
                                          </p:stCondLst>
                                        </p:cTn>
                                        <p:tgtEl>
                                          <p:spTgt spid="677"/>
                                        </p:tgtEl>
                                        <p:attrNameLst>
                                          <p:attrName>style.visibility</p:attrName>
                                        </p:attrNameLst>
                                      </p:cBhvr>
                                      <p:to>
                                        <p:strVal val="visible"/>
                                      </p:to>
                                    </p:set>
                                    <p:animEffect filter="fade" transition="in">
                                      <p:cBhvr additive="repl">
                                        <p:cTn id="736" dur="500"/>
                                        <p:tgtEl>
                                          <p:spTgt spid="677"/>
                                        </p:tgtEl>
                                      </p:cBhvr>
                                    </p:animEffect>
                                  </p:childTnLst>
                                </p:cTn>
                              </p:par>
                              <p:par>
                                <p:cTn id="737" nodeType="withEffect" fill="hold" presetClass="entr" presetID="10">
                                  <p:stCondLst>
                                    <p:cond delay="0"/>
                                  </p:stCondLst>
                                  <p:childTnLst>
                                    <p:set>
                                      <p:cBhvr>
                                        <p:cTn id="738" dur="1" fill="hold">
                                          <p:stCondLst>
                                            <p:cond delay="0"/>
                                          </p:stCondLst>
                                        </p:cTn>
                                        <p:tgtEl>
                                          <p:spTgt spid="678"/>
                                        </p:tgtEl>
                                        <p:attrNameLst>
                                          <p:attrName>style.visibility</p:attrName>
                                        </p:attrNameLst>
                                      </p:cBhvr>
                                      <p:to>
                                        <p:strVal val="visible"/>
                                      </p:to>
                                    </p:set>
                                    <p:animEffect filter="fade" transition="in">
                                      <p:cBhvr additive="repl">
                                        <p:cTn id="739" dur="500"/>
                                        <p:tgtEl>
                                          <p:spTgt spid="678"/>
                                        </p:tgtEl>
                                      </p:cBhvr>
                                    </p:animEffect>
                                  </p:childTnLst>
                                </p:cTn>
                              </p:par>
                              <p:par>
                                <p:cTn id="740" nodeType="withEffect" fill="hold" presetClass="entr" presetID="10">
                                  <p:stCondLst>
                                    <p:cond delay="0"/>
                                  </p:stCondLst>
                                  <p:childTnLst>
                                    <p:set>
                                      <p:cBhvr>
                                        <p:cTn id="741" dur="1" fill="hold">
                                          <p:stCondLst>
                                            <p:cond delay="0"/>
                                          </p:stCondLst>
                                        </p:cTn>
                                        <p:tgtEl>
                                          <p:spTgt spid="679"/>
                                        </p:tgtEl>
                                        <p:attrNameLst>
                                          <p:attrName>style.visibility</p:attrName>
                                        </p:attrNameLst>
                                      </p:cBhvr>
                                      <p:to>
                                        <p:strVal val="visible"/>
                                      </p:to>
                                    </p:set>
                                    <p:animEffect filter="fade" transition="in">
                                      <p:cBhvr additive="repl">
                                        <p:cTn id="742" dur="500"/>
                                        <p:tgtEl>
                                          <p:spTgt spid="679"/>
                                        </p:tgtEl>
                                      </p:cBhvr>
                                    </p:animEffect>
                                  </p:childTnLst>
                                </p:cTn>
                              </p:par>
                            </p:childTnLst>
                          </p:cTn>
                        </p:par>
                      </p:childTnLst>
                    </p:cTn>
                  </p:par>
                  <p:par>
                    <p:cTn id="743" fill="hold">
                      <p:stCondLst>
                        <p:cond delay="indefinite"/>
                      </p:stCondLst>
                      <p:childTnLst>
                        <p:par>
                          <p:cTn id="744" fill="hold">
                            <p:stCondLst>
                              <p:cond delay="0"/>
                            </p:stCondLst>
                            <p:childTnLst>
                              <p:par>
                                <p:cTn id="745" nodeType="clickEffect" fill="hold" presetClass="entr" presetID="10">
                                  <p:stCondLst>
                                    <p:cond delay="0"/>
                                  </p:stCondLst>
                                  <p:childTnLst>
                                    <p:set>
                                      <p:cBhvr>
                                        <p:cTn id="746" dur="1" fill="hold">
                                          <p:stCondLst>
                                            <p:cond delay="0"/>
                                          </p:stCondLst>
                                        </p:cTn>
                                        <p:tgtEl>
                                          <p:spTgt spid="668"/>
                                        </p:tgtEl>
                                        <p:attrNameLst>
                                          <p:attrName>style.visibility</p:attrName>
                                        </p:attrNameLst>
                                      </p:cBhvr>
                                      <p:to>
                                        <p:strVal val="visible"/>
                                      </p:to>
                                    </p:set>
                                    <p:animEffect filter="fade" transition="in">
                                      <p:cBhvr additive="repl">
                                        <p:cTn id="747" dur="500"/>
                                        <p:tgtEl>
                                          <p:spTgt spid="668"/>
                                        </p:tgtEl>
                                      </p:cBhvr>
                                    </p:animEffect>
                                  </p:childTnLst>
                                </p:cTn>
                              </p:par>
                              <p:par>
                                <p:cTn id="748" nodeType="withEffect" fill="hold" presetClass="entr" presetID="10">
                                  <p:stCondLst>
                                    <p:cond delay="0"/>
                                  </p:stCondLst>
                                  <p:childTnLst>
                                    <p:set>
                                      <p:cBhvr>
                                        <p:cTn id="749" dur="1" fill="hold">
                                          <p:stCondLst>
                                            <p:cond delay="0"/>
                                          </p:stCondLst>
                                        </p:cTn>
                                        <p:tgtEl>
                                          <p:spTgt spid="669"/>
                                        </p:tgtEl>
                                        <p:attrNameLst>
                                          <p:attrName>style.visibility</p:attrName>
                                        </p:attrNameLst>
                                      </p:cBhvr>
                                      <p:to>
                                        <p:strVal val="visible"/>
                                      </p:to>
                                    </p:set>
                                    <p:animEffect filter="fade" transition="in">
                                      <p:cBhvr additive="repl">
                                        <p:cTn id="750" dur="500"/>
                                        <p:tgtEl>
                                          <p:spTgt spid="669"/>
                                        </p:tgtEl>
                                      </p:cBhvr>
                                    </p:animEffect>
                                  </p:childTnLst>
                                </p:cTn>
                              </p:par>
                              <p:par>
                                <p:cTn id="751" nodeType="withEffect" fill="hold" presetClass="entr" presetID="10">
                                  <p:stCondLst>
                                    <p:cond delay="0"/>
                                  </p:stCondLst>
                                  <p:childTnLst>
                                    <p:set>
                                      <p:cBhvr>
                                        <p:cTn id="752" dur="1" fill="hold">
                                          <p:stCondLst>
                                            <p:cond delay="0"/>
                                          </p:stCondLst>
                                        </p:cTn>
                                        <p:tgtEl>
                                          <p:spTgt spid="680"/>
                                        </p:tgtEl>
                                        <p:attrNameLst>
                                          <p:attrName>style.visibility</p:attrName>
                                        </p:attrNameLst>
                                      </p:cBhvr>
                                      <p:to>
                                        <p:strVal val="visible"/>
                                      </p:to>
                                    </p:set>
                                    <p:animEffect filter="fade" transition="in">
                                      <p:cBhvr additive="repl">
                                        <p:cTn id="753" dur="500"/>
                                        <p:tgtEl>
                                          <p:spTgt spid="680"/>
                                        </p:tgtEl>
                                      </p:cBhvr>
                                    </p:animEffect>
                                  </p:childTnLst>
                                </p:cTn>
                              </p:par>
                              <p:par>
                                <p:cTn id="754" nodeType="withEffect" fill="hold" presetClass="entr" presetID="10">
                                  <p:stCondLst>
                                    <p:cond delay="0"/>
                                  </p:stCondLst>
                                  <p:childTnLst>
                                    <p:set>
                                      <p:cBhvr>
                                        <p:cTn id="755" dur="1" fill="hold">
                                          <p:stCondLst>
                                            <p:cond delay="0"/>
                                          </p:stCondLst>
                                        </p:cTn>
                                        <p:tgtEl>
                                          <p:spTgt spid="681"/>
                                        </p:tgtEl>
                                        <p:attrNameLst>
                                          <p:attrName>style.visibility</p:attrName>
                                        </p:attrNameLst>
                                      </p:cBhvr>
                                      <p:to>
                                        <p:strVal val="visible"/>
                                      </p:to>
                                    </p:set>
                                    <p:animEffect filter="fade" transition="in">
                                      <p:cBhvr additive="repl">
                                        <p:cTn id="756" dur="500"/>
                                        <p:tgtEl>
                                          <p:spTgt spid="681"/>
                                        </p:tgtEl>
                                      </p:cBhvr>
                                    </p:animEffect>
                                  </p:childTnLst>
                                </p:cTn>
                              </p:par>
                              <p:par>
                                <p:cTn id="757" nodeType="withEffect" fill="hold" presetClass="entr" presetID="10">
                                  <p:stCondLst>
                                    <p:cond delay="0"/>
                                  </p:stCondLst>
                                  <p:childTnLst>
                                    <p:set>
                                      <p:cBhvr>
                                        <p:cTn id="758" dur="1" fill="hold">
                                          <p:stCondLst>
                                            <p:cond delay="0"/>
                                          </p:stCondLst>
                                        </p:cTn>
                                        <p:tgtEl>
                                          <p:spTgt spid="682"/>
                                        </p:tgtEl>
                                        <p:attrNameLst>
                                          <p:attrName>style.visibility</p:attrName>
                                        </p:attrNameLst>
                                      </p:cBhvr>
                                      <p:to>
                                        <p:strVal val="visible"/>
                                      </p:to>
                                    </p:set>
                                    <p:animEffect filter="fade" transition="in">
                                      <p:cBhvr additive="repl">
                                        <p:cTn id="759" dur="500"/>
                                        <p:tgtEl>
                                          <p:spTgt spid="682"/>
                                        </p:tgtEl>
                                      </p:cBhvr>
                                    </p:animEffect>
                                  </p:childTnLst>
                                </p:cTn>
                              </p:par>
                              <p:par>
                                <p:cTn id="760" nodeType="withEffect" fill="hold" presetClass="entr" presetID="10">
                                  <p:stCondLst>
                                    <p:cond delay="0"/>
                                  </p:stCondLst>
                                  <p:childTnLst>
                                    <p:set>
                                      <p:cBhvr>
                                        <p:cTn id="761" dur="1" fill="hold">
                                          <p:stCondLst>
                                            <p:cond delay="0"/>
                                          </p:stCondLst>
                                        </p:cTn>
                                        <p:tgtEl>
                                          <p:spTgt spid="683"/>
                                        </p:tgtEl>
                                        <p:attrNameLst>
                                          <p:attrName>style.visibility</p:attrName>
                                        </p:attrNameLst>
                                      </p:cBhvr>
                                      <p:to>
                                        <p:strVal val="visible"/>
                                      </p:to>
                                    </p:set>
                                    <p:animEffect filter="fade" transition="in">
                                      <p:cBhvr additive="repl">
                                        <p:cTn id="762" dur="500"/>
                                        <p:tgtEl>
                                          <p:spTgt spid="68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PlaceHolder 1"/>
          <p:cNvSpPr>
            <a:spLocks noGrp="1"/>
          </p:cNvSpPr>
          <p:nvPr>
            <p:ph type="title"/>
          </p:nvPr>
        </p:nvSpPr>
        <p:spPr>
          <a:xfrm>
            <a:off x="996840" y="3033000"/>
            <a:ext cx="10524240" cy="395280"/>
          </a:xfrm>
          <a:prstGeom prst="rect">
            <a:avLst/>
          </a:prstGeom>
          <a:noFill/>
          <a:ln w="0">
            <a:noFill/>
          </a:ln>
        </p:spPr>
        <p:txBody>
          <a:bodyPr lIns="0" rIns="91440" tIns="45720" bIns="45720" anchor="t">
            <a:noAutofit/>
          </a:bodyPr>
          <a:p>
            <a:pPr indent="0" defTabSz="914400">
              <a:lnSpc>
                <a:spcPct val="100000"/>
              </a:lnSpc>
              <a:buNone/>
              <a:tabLst>
                <a:tab algn="l" pos="0"/>
              </a:tabLst>
            </a:pPr>
            <a:r>
              <a:rPr b="0" lang="en-US" sz="2400" spc="35" strike="noStrike">
                <a:solidFill>
                  <a:schemeClr val="dk1"/>
                </a:solidFill>
                <a:latin typeface="Avenir Next LT Pro"/>
                <a:ea typeface="Avenir Next"/>
              </a:rPr>
              <a:t>Conclusiones</a:t>
            </a:r>
            <a:endParaRPr b="0" lang="es-AR" sz="2400" spc="-1" strike="noStrike">
              <a:solidFill>
                <a:srgbClr val="000000"/>
              </a:solidFill>
              <a:latin typeface="Arial"/>
            </a:endParaRPr>
          </a:p>
        </p:txBody>
      </p:sp>
      <p:sp>
        <p:nvSpPr>
          <p:cNvPr id="688" name="PlaceHolder 2"/>
          <p:cNvSpPr>
            <a:spLocks noGrp="1"/>
          </p:cNvSpPr>
          <p:nvPr>
            <p:ph/>
          </p:nvPr>
        </p:nvSpPr>
        <p:spPr>
          <a:xfrm>
            <a:off x="996840" y="3584520"/>
            <a:ext cx="10514880" cy="43884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1200" spc="55" strike="noStrike">
                <a:solidFill>
                  <a:schemeClr val="dk1"/>
                </a:solidFill>
                <a:latin typeface="Avenir Next LT Pro"/>
                <a:ea typeface="Avenir Next"/>
              </a:rPr>
              <a:t>Tres ideas para llevarse</a:t>
            </a:r>
            <a:endParaRPr b="0" lang="es-AR" sz="1200" spc="-1" strike="noStrike">
              <a:solidFill>
                <a:srgbClr val="000000"/>
              </a:solidFill>
              <a:latin typeface="Arial"/>
            </a:endParaRPr>
          </a:p>
        </p:txBody>
      </p:sp>
      <p:sp>
        <p:nvSpPr>
          <p:cNvPr id="689" name="PlaceHolder 3"/>
          <p:cNvSpPr>
            <a:spLocks noGrp="1"/>
          </p:cNvSpPr>
          <p:nvPr>
            <p:ph/>
          </p:nvPr>
        </p:nvSpPr>
        <p:spPr>
          <a:xfrm>
            <a:off x="996840" y="1550520"/>
            <a:ext cx="1470960" cy="1102680"/>
          </a:xfrm>
          <a:prstGeom prst="rect">
            <a:avLst/>
          </a:prstGeom>
          <a:noFill/>
          <a:ln w="0">
            <a:noFill/>
          </a:ln>
        </p:spPr>
        <p:txBody>
          <a:bodyPr lIns="0" rIns="91440" tIns="45720" bIns="0" anchor="b">
            <a:noAutofit/>
          </a:bodyPr>
          <a:p>
            <a:pPr indent="0" defTabSz="914400">
              <a:lnSpc>
                <a:spcPct val="90000"/>
              </a:lnSpc>
              <a:spcBef>
                <a:spcPts val="1001"/>
              </a:spcBef>
              <a:buNone/>
              <a:tabLst>
                <a:tab algn="l" pos="0"/>
              </a:tabLst>
            </a:pPr>
            <a:r>
              <a:rPr b="0" lang="en-US" sz="3200" spc="46" strike="noStrike">
                <a:solidFill>
                  <a:schemeClr val="accent1"/>
                </a:solidFill>
                <a:latin typeface="Avenir Next LT Pro"/>
                <a:ea typeface="Avenir Next"/>
              </a:rPr>
              <a:t>06</a:t>
            </a:r>
            <a:endParaRPr b="0" lang="es-AR" sz="3200" spc="-1" strike="noStrike">
              <a:solidFill>
                <a:srgbClr val="000000"/>
              </a:solidFill>
              <a:latin typeface="Arial"/>
            </a:endParaRPr>
          </a:p>
        </p:txBody>
      </p:sp>
      <p:sp>
        <p:nvSpPr>
          <p:cNvPr id="690"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Teodoro Samaan Piroli</a:t>
            </a:r>
            <a:endParaRPr b="0" lang="es-AR" sz="1000" spc="-1" strike="noStrike">
              <a:solidFill>
                <a:srgbClr val="000000"/>
              </a:solidFill>
              <a:latin typeface="Arial"/>
            </a:endParaRPr>
          </a:p>
        </p:txBody>
      </p:sp>
      <p:sp>
        <p:nvSpPr>
          <p:cNvPr id="5" name="PlaceHolder 4"/>
          <p:cNvSpPr>
            <a:spLocks noGrp="1"/>
          </p:cNvSpPr>
          <p:nvPr>
            <p:ph type="sldNum" idx="12"/>
          </p:nvPr>
        </p:nvSpPr>
        <p:spPr/>
        <p:txBody>
          <a:bodyPr/>
          <a:p>
            <a:fld id="{A69DA172-7CE4-4025-9E51-CB3CF781CD65}" type="slidenum">
              <a:t>22</a:t>
            </a:fld>
          </a:p>
        </p:txBody>
      </p:sp>
    </p:spTree>
  </p:cSld>
  <mc:AlternateContent>
    <mc:Choice Requires="p14">
      <p:transition spd="med" p14:dur="6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1" name="PlaceHolder 1"/>
          <p:cNvSpPr>
            <a:spLocks noGrp="1"/>
          </p:cNvSpPr>
          <p:nvPr>
            <p:ph type="title"/>
          </p:nvPr>
        </p:nvSpPr>
        <p:spPr>
          <a:xfrm>
            <a:off x="374760" y="502920"/>
            <a:ext cx="7701480" cy="1026360"/>
          </a:xfrm>
          <a:prstGeom prst="rect">
            <a:avLst/>
          </a:prstGeom>
          <a:noFill/>
          <a:ln w="0">
            <a:noFill/>
          </a:ln>
        </p:spPr>
        <p:txBody>
          <a:bodyPr lIns="0" rIns="91440" tIns="45720" bIns="45720" anchor="t">
            <a:noAutofit/>
          </a:bodyPr>
          <a:p>
            <a:pPr indent="0" defTabSz="914400">
              <a:lnSpc>
                <a:spcPct val="90000"/>
              </a:lnSpc>
              <a:buNone/>
              <a:tabLst>
                <a:tab algn="l" pos="0"/>
              </a:tabLst>
            </a:pPr>
            <a:r>
              <a:rPr b="0" lang="en-US" sz="2400" spc="66" strike="noStrike">
                <a:solidFill>
                  <a:schemeClr val="dk1"/>
                </a:solidFill>
                <a:latin typeface="Avenir Next LT Pro"/>
                <a:ea typeface="Avenir Next"/>
              </a:rPr>
              <a:t>Tres ideas para llevarse</a:t>
            </a:r>
            <a:endParaRPr b="0" lang="es-AR" sz="2400" spc="-1" strike="noStrike">
              <a:solidFill>
                <a:srgbClr val="000000"/>
              </a:solidFill>
              <a:latin typeface="Arial"/>
            </a:endParaRPr>
          </a:p>
        </p:txBody>
      </p:sp>
      <p:sp>
        <p:nvSpPr>
          <p:cNvPr id="692" name="PlaceHolder 2"/>
          <p:cNvSpPr>
            <a:spLocks noGrp="1"/>
          </p:cNvSpPr>
          <p:nvPr>
            <p:ph/>
          </p:nvPr>
        </p:nvSpPr>
        <p:spPr>
          <a:xfrm>
            <a:off x="394920" y="286920"/>
            <a:ext cx="5638680" cy="198000"/>
          </a:xfrm>
          <a:prstGeom prst="rect">
            <a:avLst/>
          </a:prstGeom>
          <a:noFill/>
          <a:ln w="0">
            <a:noFill/>
          </a:ln>
        </p:spPr>
        <p:txBody>
          <a:bodyPr lIns="0" rIns="91440" tIns="45720" bIns="45720" anchor="t">
            <a:noAutofit/>
          </a:bodyPr>
          <a:p>
            <a:pPr indent="0" defTabSz="914400">
              <a:lnSpc>
                <a:spcPct val="90000"/>
              </a:lnSpc>
              <a:spcBef>
                <a:spcPts val="1001"/>
              </a:spcBef>
              <a:buNone/>
              <a:tabLst>
                <a:tab algn="l" pos="0"/>
              </a:tabLst>
            </a:pPr>
            <a:r>
              <a:rPr b="0" lang="en-US" sz="900" spc="296" strike="noStrike" cap="all">
                <a:solidFill>
                  <a:schemeClr val="accent1"/>
                </a:solidFill>
                <a:latin typeface="Avenir Next LT Pro"/>
                <a:ea typeface="Avenir Next"/>
              </a:rPr>
              <a:t>06 · Conclusiones</a:t>
            </a:r>
            <a:endParaRPr b="0" lang="es-AR" sz="900" spc="-1" strike="noStrike">
              <a:solidFill>
                <a:srgbClr val="000000"/>
              </a:solidFill>
              <a:latin typeface="Arial"/>
            </a:endParaRPr>
          </a:p>
        </p:txBody>
      </p:sp>
      <p:sp>
        <p:nvSpPr>
          <p:cNvPr id="693" name="PlaceHolder 3"/>
          <p:cNvSpPr>
            <a:spLocks noGrp="1"/>
          </p:cNvSpPr>
          <p:nvPr>
            <p:ph type="sldNum" idx="71"/>
          </p:nvPr>
        </p:nvSpPr>
        <p:spPr>
          <a:xfrm>
            <a:off x="11521440" y="6486120"/>
            <a:ext cx="320040" cy="364320"/>
          </a:xfrm>
          <a:prstGeom prst="rect">
            <a:avLst/>
          </a:prstGeom>
          <a:noFill/>
          <a:ln w="0">
            <a:noFill/>
          </a:ln>
        </p:spPr>
        <p:txBody>
          <a:bodyPr lIns="0" rIns="0" tIns="45720" bIns="45720" anchor="t">
            <a:noAutofit/>
          </a:bodyPr>
          <a:lstStyle>
            <a:lvl1pPr indent="0" algn="r" defTabSz="914400">
              <a:lnSpc>
                <a:spcPct val="100000"/>
              </a:lnSpc>
              <a:buNone/>
              <a:tabLst>
                <a:tab algn="l" pos="0"/>
              </a:tabLst>
              <a:defRPr b="0" lang="en-US" sz="800" spc="-1" strike="noStrike">
                <a:solidFill>
                  <a:schemeClr val="dk1"/>
                </a:solidFill>
                <a:latin typeface="Avenir Next LT Pro"/>
                <a:ea typeface="Avenir Next"/>
              </a:defRPr>
            </a:lvl1pPr>
          </a:lstStyle>
          <a:p>
            <a:pPr indent="0" algn="r" defTabSz="914400">
              <a:lnSpc>
                <a:spcPct val="100000"/>
              </a:lnSpc>
              <a:buNone/>
              <a:tabLst>
                <a:tab algn="l" pos="0"/>
              </a:tabLst>
            </a:pPr>
            <a:fld id="{4F6152F6-AFEA-4C65-B5AD-35239D2F39E6}" type="slidenum">
              <a:rPr b="0" lang="en-US" sz="800" spc="-1" strike="noStrike">
                <a:solidFill>
                  <a:schemeClr val="dk1"/>
                </a:solidFill>
                <a:latin typeface="Avenir Next LT Pro"/>
                <a:ea typeface="Avenir Next"/>
              </a:rPr>
              <a:t>&lt;número&gt;</a:t>
            </a:fld>
            <a:endParaRPr b="0" lang="es-AR" sz="800" spc="-1" strike="noStrike">
              <a:solidFill>
                <a:srgbClr val="000000"/>
              </a:solidFill>
              <a:latin typeface="Times New Roman"/>
            </a:endParaRPr>
          </a:p>
        </p:txBody>
      </p:sp>
      <p:sp>
        <p:nvSpPr>
          <p:cNvPr id="694" name="idea1_n"/>
          <p:cNvSpPr/>
          <p:nvPr/>
        </p:nvSpPr>
        <p:spPr>
          <a:xfrm>
            <a:off x="374760" y="1828800"/>
            <a:ext cx="913680" cy="609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01</a:t>
            </a:r>
            <a:endParaRPr b="0" lang="es-AR" sz="4000" spc="-1" strike="noStrike">
              <a:solidFill>
                <a:srgbClr val="000000"/>
              </a:solidFill>
              <a:latin typeface="Arial"/>
            </a:endParaRPr>
          </a:p>
        </p:txBody>
      </p:sp>
      <p:sp>
        <p:nvSpPr>
          <p:cNvPr id="695" name="idea1_a"/>
          <p:cNvSpPr/>
          <p:nvPr/>
        </p:nvSpPr>
        <p:spPr>
          <a:xfrm>
            <a:off x="374760" y="2697480"/>
            <a:ext cx="2742480" cy="640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100" spc="-1" strike="noStrike">
                <a:solidFill>
                  <a:srgbClr val="00095b"/>
                </a:solidFill>
                <a:latin typeface="Avenir Next LT Pro"/>
              </a:rPr>
              <a:t>Hoy se pierden 4 de cada 10 services</a:t>
            </a:r>
            <a:endParaRPr b="0" lang="es-AR" sz="2100" spc="-1" strike="noStrike">
              <a:solidFill>
                <a:srgbClr val="000000"/>
              </a:solidFill>
              <a:latin typeface="Arial"/>
            </a:endParaRPr>
          </a:p>
        </p:txBody>
      </p:sp>
      <p:sp>
        <p:nvSpPr>
          <p:cNvPr id="696" name="idea1_b"/>
          <p:cNvSpPr/>
          <p:nvPr/>
        </p:nvSpPr>
        <p:spPr>
          <a:xfrm>
            <a:off x="374760" y="3840480"/>
            <a:ext cx="2742480" cy="259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700" spc="-1" strike="noStrike">
                <a:solidFill>
                  <a:srgbClr val="7f7f7f"/>
                </a:solidFill>
                <a:latin typeface="Avenir Next LT Pro"/>
              </a:rPr>
              <a:t>hablándole igual a todos.</a:t>
            </a:r>
            <a:endParaRPr b="0" lang="es-AR" sz="1700" spc="-1" strike="noStrike">
              <a:solidFill>
                <a:srgbClr val="000000"/>
              </a:solidFill>
              <a:latin typeface="Arial"/>
            </a:endParaRPr>
          </a:p>
        </p:txBody>
      </p:sp>
      <p:sp>
        <p:nvSpPr>
          <p:cNvPr id="697" name="idea2_n"/>
          <p:cNvSpPr/>
          <p:nvPr/>
        </p:nvSpPr>
        <p:spPr>
          <a:xfrm>
            <a:off x="4581000" y="1828800"/>
            <a:ext cx="913680" cy="609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02</a:t>
            </a:r>
            <a:endParaRPr b="0" lang="es-AR" sz="4000" spc="-1" strike="noStrike">
              <a:solidFill>
                <a:srgbClr val="000000"/>
              </a:solidFill>
              <a:latin typeface="Arial"/>
            </a:endParaRPr>
          </a:p>
        </p:txBody>
      </p:sp>
      <p:sp>
        <p:nvSpPr>
          <p:cNvPr id="698" name="idea2_a"/>
          <p:cNvSpPr/>
          <p:nvPr/>
        </p:nvSpPr>
        <p:spPr>
          <a:xfrm>
            <a:off x="4581000" y="2697480"/>
            <a:ext cx="2742480" cy="9601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100" spc="-1" strike="noStrike">
                <a:solidFill>
                  <a:srgbClr val="00095b"/>
                </a:solidFill>
                <a:latin typeface="Avenir Next LT Pro"/>
              </a:rPr>
              <a:t>Nuestra solución pone primero a quien se va</a:t>
            </a:r>
            <a:endParaRPr b="0" lang="es-AR" sz="2100" spc="-1" strike="noStrike">
              <a:solidFill>
                <a:srgbClr val="000000"/>
              </a:solidFill>
              <a:latin typeface="Arial"/>
            </a:endParaRPr>
          </a:p>
        </p:txBody>
      </p:sp>
      <p:sp>
        <p:nvSpPr>
          <p:cNvPr id="699" name="idea2_b"/>
          <p:cNvSpPr/>
          <p:nvPr/>
        </p:nvSpPr>
        <p:spPr>
          <a:xfrm>
            <a:off x="4581000" y="3840480"/>
            <a:ext cx="2742480" cy="5184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700" spc="-1" strike="noStrike">
                <a:solidFill>
                  <a:srgbClr val="7f7f7f"/>
                </a:solidFill>
                <a:latin typeface="Avenir Next LT Pro"/>
              </a:rPr>
              <a:t>y explica por qué: cada contacto rinde el doble.</a:t>
            </a:r>
            <a:endParaRPr b="0" lang="es-AR" sz="1700" spc="-1" strike="noStrike">
              <a:solidFill>
                <a:srgbClr val="000000"/>
              </a:solidFill>
              <a:latin typeface="Arial"/>
            </a:endParaRPr>
          </a:p>
        </p:txBody>
      </p:sp>
      <p:sp>
        <p:nvSpPr>
          <p:cNvPr id="700" name="idea3_n"/>
          <p:cNvSpPr/>
          <p:nvPr/>
        </p:nvSpPr>
        <p:spPr>
          <a:xfrm>
            <a:off x="8732520" y="1828800"/>
            <a:ext cx="913680" cy="609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4000" spc="-1" strike="noStrike">
                <a:solidFill>
                  <a:srgbClr val="1700f3"/>
                </a:solidFill>
                <a:latin typeface="Avenir Next LT Pro"/>
              </a:rPr>
              <a:t>03</a:t>
            </a:r>
            <a:endParaRPr b="0" lang="es-AR" sz="4000" spc="-1" strike="noStrike">
              <a:solidFill>
                <a:srgbClr val="000000"/>
              </a:solidFill>
              <a:latin typeface="Arial"/>
            </a:endParaRPr>
          </a:p>
        </p:txBody>
      </p:sp>
      <p:sp>
        <p:nvSpPr>
          <p:cNvPr id="701" name="idea3_a"/>
          <p:cNvSpPr/>
          <p:nvPr/>
        </p:nvSpPr>
        <p:spPr>
          <a:xfrm>
            <a:off x="8732520" y="2697480"/>
            <a:ext cx="2742480" cy="640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100" spc="-1" strike="noStrike">
                <a:solidFill>
                  <a:srgbClr val="00095b"/>
                </a:solidFill>
                <a:latin typeface="Avenir Next LT Pro"/>
              </a:rPr>
              <a:t>Funciona con lo que Ford ya tiene</a:t>
            </a:r>
            <a:endParaRPr b="0" lang="es-AR" sz="2100" spc="-1" strike="noStrike">
              <a:solidFill>
                <a:srgbClr val="000000"/>
              </a:solidFill>
              <a:latin typeface="Arial"/>
            </a:endParaRPr>
          </a:p>
        </p:txBody>
      </p:sp>
      <p:sp>
        <p:nvSpPr>
          <p:cNvPr id="702" name="idea3_b"/>
          <p:cNvSpPr/>
          <p:nvPr/>
        </p:nvSpPr>
        <p:spPr>
          <a:xfrm>
            <a:off x="8732520" y="3840480"/>
            <a:ext cx="2742480" cy="259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700" spc="-1" strike="noStrike">
                <a:solidFill>
                  <a:srgbClr val="7f7f7f"/>
                </a:solidFill>
                <a:latin typeface="Avenir Next LT Pro"/>
              </a:rPr>
              <a:t>y en 90 días se prueba.</a:t>
            </a:r>
            <a:endParaRPr b="0" lang="es-AR" sz="1700" spc="-1" strike="noStrike">
              <a:solidFill>
                <a:srgbClr val="000000"/>
              </a:solidFill>
              <a:latin typeface="Arial"/>
            </a:endParaRPr>
          </a:p>
        </p:txBody>
      </p:sp>
      <p:sp>
        <p:nvSpPr>
          <p:cNvPr id="703" name="orador"/>
          <p:cNvSpPr/>
          <p:nvPr/>
        </p:nvSpPr>
        <p:spPr>
          <a:xfrm>
            <a:off x="394920" y="6540120"/>
            <a:ext cx="4999320" cy="27936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pPr>
            <a:r>
              <a:rPr b="0" lang="en-US" sz="1000" spc="-1" strike="noStrike">
                <a:solidFill>
                  <a:srgbClr val="7f7f7f"/>
                </a:solidFill>
                <a:latin typeface="Avenir Next LT Pro"/>
              </a:rPr>
              <a:t>Teodoro Samaan Piroli</a:t>
            </a:r>
            <a:endParaRPr b="0" lang="es-AR" sz="1000" spc="-1" strike="noStrike">
              <a:solidFill>
                <a:srgbClr val="000000"/>
              </a:solidFill>
              <a:latin typeface="Arial"/>
            </a:endParaRPr>
          </a:p>
        </p:txBody>
      </p:sp>
    </p:spTree>
  </p:cSld>
  <mc:AlternateContent>
    <mc:Choice Requires="p14">
      <p:transition spd="med" p14:dur="600">
        <p:fade/>
      </p:transition>
    </mc:Choice>
    <mc:Fallback>
      <p:transition spd="med">
        <p:fade/>
      </p:transition>
    </mc:Fallback>
  </mc:AlternateContent>
  <p:timing>
    <p:tnLst>
      <p:par>
        <p:cTn id="763" dur="indefinite" restart="never" nodeType="tmRoot">
          <p:childTnLst>
            <p:seq>
              <p:cTn id="764" dur="indefinite" nodeType="mainSeq">
                <p:childTnLst>
                  <p:par>
                    <p:cTn id="765" fill="hold">
                      <p:stCondLst>
                        <p:cond delay="indefinite"/>
                      </p:stCondLst>
                      <p:childTnLst>
                        <p:par>
                          <p:cTn id="766" fill="hold">
                            <p:stCondLst>
                              <p:cond delay="0"/>
                            </p:stCondLst>
                            <p:childTnLst>
                              <p:par>
                                <p:cTn id="767" nodeType="clickEffect" fill="hold" presetClass="entr" presetID="10">
                                  <p:stCondLst>
                                    <p:cond delay="0"/>
                                  </p:stCondLst>
                                  <p:childTnLst>
                                    <p:set>
                                      <p:cBhvr>
                                        <p:cTn id="768" dur="1" fill="hold">
                                          <p:stCondLst>
                                            <p:cond delay="0"/>
                                          </p:stCondLst>
                                        </p:cTn>
                                        <p:tgtEl>
                                          <p:spTgt spid="694"/>
                                        </p:tgtEl>
                                        <p:attrNameLst>
                                          <p:attrName>style.visibility</p:attrName>
                                        </p:attrNameLst>
                                      </p:cBhvr>
                                      <p:to>
                                        <p:strVal val="visible"/>
                                      </p:to>
                                    </p:set>
                                    <p:animEffect filter="fade" transition="in">
                                      <p:cBhvr additive="repl">
                                        <p:cTn id="769" dur="500"/>
                                        <p:tgtEl>
                                          <p:spTgt spid="694"/>
                                        </p:tgtEl>
                                      </p:cBhvr>
                                    </p:animEffect>
                                  </p:childTnLst>
                                </p:cTn>
                              </p:par>
                              <p:par>
                                <p:cTn id="770" nodeType="withEffect" fill="hold" presetClass="entr" presetID="10">
                                  <p:stCondLst>
                                    <p:cond delay="0"/>
                                  </p:stCondLst>
                                  <p:childTnLst>
                                    <p:set>
                                      <p:cBhvr>
                                        <p:cTn id="771" dur="1" fill="hold">
                                          <p:stCondLst>
                                            <p:cond delay="0"/>
                                          </p:stCondLst>
                                        </p:cTn>
                                        <p:tgtEl>
                                          <p:spTgt spid="695"/>
                                        </p:tgtEl>
                                        <p:attrNameLst>
                                          <p:attrName>style.visibility</p:attrName>
                                        </p:attrNameLst>
                                      </p:cBhvr>
                                      <p:to>
                                        <p:strVal val="visible"/>
                                      </p:to>
                                    </p:set>
                                    <p:animEffect filter="fade" transition="in">
                                      <p:cBhvr additive="repl">
                                        <p:cTn id="772" dur="500"/>
                                        <p:tgtEl>
                                          <p:spTgt spid="695"/>
                                        </p:tgtEl>
                                      </p:cBhvr>
                                    </p:animEffect>
                                  </p:childTnLst>
                                </p:cTn>
                              </p:par>
                              <p:par>
                                <p:cTn id="773" nodeType="withEffect" fill="hold" presetClass="entr" presetID="10">
                                  <p:stCondLst>
                                    <p:cond delay="0"/>
                                  </p:stCondLst>
                                  <p:childTnLst>
                                    <p:set>
                                      <p:cBhvr>
                                        <p:cTn id="774" dur="1" fill="hold">
                                          <p:stCondLst>
                                            <p:cond delay="0"/>
                                          </p:stCondLst>
                                        </p:cTn>
                                        <p:tgtEl>
                                          <p:spTgt spid="696"/>
                                        </p:tgtEl>
                                        <p:attrNameLst>
                                          <p:attrName>style.visibility</p:attrName>
                                        </p:attrNameLst>
                                      </p:cBhvr>
                                      <p:to>
                                        <p:strVal val="visible"/>
                                      </p:to>
                                    </p:set>
                                    <p:animEffect filter="fade" transition="in">
                                      <p:cBhvr additive="repl">
                                        <p:cTn id="775" dur="500"/>
                                        <p:tgtEl>
                                          <p:spTgt spid="696"/>
                                        </p:tgtEl>
                                      </p:cBhvr>
                                    </p:animEffect>
                                  </p:childTnLst>
                                </p:cTn>
                              </p:par>
                            </p:childTnLst>
                          </p:cTn>
                        </p:par>
                      </p:childTnLst>
                    </p:cTn>
                  </p:par>
                  <p:par>
                    <p:cTn id="776" fill="hold">
                      <p:stCondLst>
                        <p:cond delay="indefinite"/>
                      </p:stCondLst>
                      <p:childTnLst>
                        <p:par>
                          <p:cTn id="777" fill="hold">
                            <p:stCondLst>
                              <p:cond delay="0"/>
                            </p:stCondLst>
                            <p:childTnLst>
                              <p:par>
                                <p:cTn id="778" nodeType="clickEffect" fill="hold" presetClass="entr" presetID="10">
                                  <p:stCondLst>
                                    <p:cond delay="0"/>
                                  </p:stCondLst>
                                  <p:childTnLst>
                                    <p:set>
                                      <p:cBhvr>
                                        <p:cTn id="779" dur="1" fill="hold">
                                          <p:stCondLst>
                                            <p:cond delay="0"/>
                                          </p:stCondLst>
                                        </p:cTn>
                                        <p:tgtEl>
                                          <p:spTgt spid="697"/>
                                        </p:tgtEl>
                                        <p:attrNameLst>
                                          <p:attrName>style.visibility</p:attrName>
                                        </p:attrNameLst>
                                      </p:cBhvr>
                                      <p:to>
                                        <p:strVal val="visible"/>
                                      </p:to>
                                    </p:set>
                                    <p:animEffect filter="fade" transition="in">
                                      <p:cBhvr additive="repl">
                                        <p:cTn id="780" dur="500"/>
                                        <p:tgtEl>
                                          <p:spTgt spid="697"/>
                                        </p:tgtEl>
                                      </p:cBhvr>
                                    </p:animEffect>
                                  </p:childTnLst>
                                </p:cTn>
                              </p:par>
                              <p:par>
                                <p:cTn id="781" nodeType="withEffect" fill="hold" presetClass="entr" presetID="10">
                                  <p:stCondLst>
                                    <p:cond delay="0"/>
                                  </p:stCondLst>
                                  <p:childTnLst>
                                    <p:set>
                                      <p:cBhvr>
                                        <p:cTn id="782" dur="1" fill="hold">
                                          <p:stCondLst>
                                            <p:cond delay="0"/>
                                          </p:stCondLst>
                                        </p:cTn>
                                        <p:tgtEl>
                                          <p:spTgt spid="698"/>
                                        </p:tgtEl>
                                        <p:attrNameLst>
                                          <p:attrName>style.visibility</p:attrName>
                                        </p:attrNameLst>
                                      </p:cBhvr>
                                      <p:to>
                                        <p:strVal val="visible"/>
                                      </p:to>
                                    </p:set>
                                    <p:animEffect filter="fade" transition="in">
                                      <p:cBhvr additive="repl">
                                        <p:cTn id="783" dur="500"/>
                                        <p:tgtEl>
                                          <p:spTgt spid="698"/>
                                        </p:tgtEl>
                                      </p:cBhvr>
                                    </p:animEffect>
                                  </p:childTnLst>
                                </p:cTn>
                              </p:par>
                              <p:par>
                                <p:cTn id="784" nodeType="withEffect" fill="hold" presetClass="entr" presetID="10">
                                  <p:stCondLst>
                                    <p:cond delay="0"/>
                                  </p:stCondLst>
                                  <p:childTnLst>
                                    <p:set>
                                      <p:cBhvr>
                                        <p:cTn id="785" dur="1" fill="hold">
                                          <p:stCondLst>
                                            <p:cond delay="0"/>
                                          </p:stCondLst>
                                        </p:cTn>
                                        <p:tgtEl>
                                          <p:spTgt spid="699"/>
                                        </p:tgtEl>
                                        <p:attrNameLst>
                                          <p:attrName>style.visibility</p:attrName>
                                        </p:attrNameLst>
                                      </p:cBhvr>
                                      <p:to>
                                        <p:strVal val="visible"/>
                                      </p:to>
                                    </p:set>
                                    <p:animEffect filter="fade" transition="in">
                                      <p:cBhvr additive="repl">
                                        <p:cTn id="786" dur="500"/>
                                        <p:tgtEl>
                                          <p:spTgt spid="699"/>
                                        </p:tgtEl>
                                      </p:cBhvr>
                                    </p:animEffect>
                                  </p:childTnLst>
                                </p:cTn>
                              </p:par>
                            </p:childTnLst>
                          </p:cTn>
                        </p:par>
                      </p:childTnLst>
                    </p:cTn>
                  </p:par>
                  <p:par>
                    <p:cTn id="787" fill="hold">
                      <p:stCondLst>
                        <p:cond delay="indefinite"/>
                      </p:stCondLst>
                      <p:childTnLst>
                        <p:par>
                          <p:cTn id="788" fill="hold">
                            <p:stCondLst>
                              <p:cond delay="0"/>
                            </p:stCondLst>
                            <p:childTnLst>
                              <p:par>
                                <p:cTn id="789" nodeType="clickEffect" fill="hold" presetClass="entr" presetID="10">
                                  <p:stCondLst>
                                    <p:cond delay="0"/>
                                  </p:stCondLst>
                                  <p:childTnLst>
                                    <p:set>
                                      <p:cBhvr>
                                        <p:cTn id="790" dur="1" fill="hold">
                                          <p:stCondLst>
                                            <p:cond delay="0"/>
                                          </p:stCondLst>
                                        </p:cTn>
                                        <p:tgtEl>
                                          <p:spTgt spid="700"/>
                                        </p:tgtEl>
                                        <p:attrNameLst>
                                          <p:attrName>style.visibility</p:attrName>
                                        </p:attrNameLst>
                                      </p:cBhvr>
                                      <p:to>
                                        <p:strVal val="visible"/>
                                      </p:to>
                                    </p:set>
                                    <p:animEffect filter="fade" transition="in">
                                      <p:cBhvr additive="repl">
                                        <p:cTn id="791" dur="500"/>
                                        <p:tgtEl>
                                          <p:spTgt spid="700"/>
                                        </p:tgtEl>
                                      </p:cBhvr>
                                    </p:animEffect>
                                  </p:childTnLst>
                                </p:cTn>
                              </p:par>
                              <p:par>
                                <p:cTn id="792" nodeType="withEffect" fill="hold" presetClass="entr" presetID="10">
                                  <p:stCondLst>
                                    <p:cond delay="0"/>
                                  </p:stCondLst>
                                  <p:childTnLst>
                                    <p:set>
                                      <p:cBhvr>
                                        <p:cTn id="793" dur="1" fill="hold">
                                          <p:stCondLst>
                                            <p:cond delay="0"/>
                                          </p:stCondLst>
                                        </p:cTn>
                                        <p:tgtEl>
                                          <p:spTgt spid="701"/>
                                        </p:tgtEl>
                                        <p:attrNameLst>
                                          <p:attrName>style.visibility</p:attrName>
                                        </p:attrNameLst>
                                      </p:cBhvr>
                                      <p:to>
                                        <p:strVal val="visible"/>
                                      </p:to>
                                    </p:set>
                                    <p:animEffect filter="fade" transition="in">
                                      <p:cBhvr additive="repl">
                                        <p:cTn id="794" dur="500"/>
                                        <p:tgtEl>
                                          <p:spTgt spid="701"/>
                                        </p:tgtEl>
                                      </p:cBhvr>
                                    </p:animEffect>
                                  </p:childTnLst>
                                </p:cTn>
                              </p:par>
                              <p:par>
                                <p:cTn id="795" nodeType="withEffect" fill="hold" presetClass="entr" presetID="10">
                                  <p:stCondLst>
                                    <p:cond delay="0"/>
                                  </p:stCondLst>
                                  <p:childTnLst>
                                    <p:set>
                                      <p:cBhvr>
                                        <p:cTn id="796" dur="1" fill="hold">
                                          <p:stCondLst>
                                            <p:cond delay="0"/>
                                          </p:stCondLst>
                                        </p:cTn>
                                        <p:tgtEl>
                                          <p:spTgt spid="702"/>
                                        </p:tgtEl>
                                        <p:attrNameLst>
                                          <p:attrName>style.visibility</p:attrName>
                                        </p:attrNameLst>
                                      </p:cBhvr>
                                      <p:to>
                                        <p:strVal val="visible"/>
                                      </p:to>
                                    </p:set>
                                    <p:animEffect filter="fade" transition="in">
                                      <p:cBhvr additive="repl">
                                        <p:cTn id="797" dur="500"/>
                                        <p:tgtEl>
                                          <p:spTgt spid="70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4" name="gracias"/>
          <p:cNvSpPr/>
          <p:nvPr/>
        </p:nvSpPr>
        <p:spPr>
          <a:xfrm>
            <a:off x="822960" y="4892040"/>
            <a:ext cx="10514880" cy="3351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2200" spc="-1" strike="noStrike">
                <a:solidFill>
                  <a:srgbClr val="00095b"/>
                </a:solidFill>
                <a:latin typeface="Avenir Next LT Pro"/>
              </a:rPr>
              <a:t>Muchas Gracias</a:t>
            </a:r>
            <a:endParaRPr b="0" lang="es-AR" sz="2200" spc="-1" strike="noStrike">
              <a:solidFill>
                <a:srgbClr val="000000"/>
              </a:solidFill>
              <a:latin typeface="Arial"/>
            </a:endParaRPr>
          </a:p>
        </p:txBody>
      </p:sp>
      <p:sp>
        <p:nvSpPr>
          <p:cNvPr id="2" name="PlaceHolder 1"/>
          <p:cNvSpPr>
            <a:spLocks noGrp="1"/>
          </p:cNvSpPr>
          <p:nvPr>
            <p:ph type="sldNum" idx="52"/>
          </p:nvPr>
        </p:nvSpPr>
        <p:spPr/>
        <p:txBody>
          <a:bodyPr/>
          <a:p>
            <a:fld id="{32E78A1F-3138-43DA-A31A-461B2CCDE5EA}" type="slidenum">
              <a:t>24</a:t>
            </a:fld>
          </a:p>
        </p:txBody>
      </p:sp>
    </p:spTree>
  </p:cSld>
  <mc:AlternateContent>
    <mc:Choice Requires="p14">
      <p:transition spd="med" p14:dur="600">
        <p:fade/>
      </p:transition>
    </mc:Choice>
    <mc:Fallback>
      <p:transition spd="med">
        <p:fade/>
      </p:transition>
    </mc:Fallback>
  </mc:AlternateContent>
</p:sld>
</file>

<file path=ppt/theme/theme1.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4.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5.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6.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7.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8.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9.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0.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1.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2.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3.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4.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5.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6.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7.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8.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9.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0.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1.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2.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3.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4.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5.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6.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7.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8.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9.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0.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1.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2.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3.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4.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5.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6.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7.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8.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9.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0.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1.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2.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3.xml><?xml version="1.0" encoding="utf-8"?>
<a:theme xmlns:a="http://schemas.openxmlformats.org/drawingml/2006/main" xmlns:r="http://schemas.openxmlformats.org/officeDocument/2006/relationships"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pitchFamily="0" charset="1"/>
        <a:ea typeface=""/>
        <a:cs typeface=""/>
      </a:majorFont>
      <a:minorFont>
        <a:latin typeface="Avenir Next LT Pro"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customXml/_rels/item1.xml.rels><?xml version="1.0" encoding="UTF-8"?>
<Relationships xmlns="http://schemas.openxmlformats.org/package/2006/relationships"><Relationship Id="rId1" Type="http://schemas.openxmlformats.org/officeDocument/2006/relationships/customXmlProps" Target="itemProps1.xml"/>
</Relationships>
</file>

<file path=customXml/_rels/item2.xml.rels><?xml version="1.0" encoding="UTF-8"?>
<Relationships xmlns="http://schemas.openxmlformats.org/package/2006/relationships"><Relationship Id="rId1" Type="http://schemas.openxmlformats.org/officeDocument/2006/relationships/customXmlProps" Target="itemProps2.xml"/>
</Relationships>
</file>

<file path=customXml/_rels/item3.xml.rels><?xml version="1.0" encoding="UTF-8"?>
<Relationships xmlns="http://schemas.openxmlformats.org/package/2006/relationships"><Relationship Id="rId1" Type="http://schemas.openxmlformats.org/officeDocument/2006/relationships/customXmlProps" Target="itemProps3.xml"/>
</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F98D95B3C7764478220B4640544549A" ma:contentTypeVersion="12" ma:contentTypeDescription="Create a new document." ma:contentTypeScope="" ma:versionID="fdd2da79dca7eceea7526dc50efcfcf0">
  <xsd:schema xmlns:xsd="http://www.w3.org/2001/XMLSchema" xmlns:xs="http://www.w3.org/2001/XMLSchema" xmlns:p="http://schemas.microsoft.com/office/2006/metadata/properties" xmlns:ns2="e207eda7-c60a-4298-ac2b-86dd5bc7ae7a" xmlns:ns3="5af6e66d-d4a6-4409-b3f2-9172cbc29d4b" targetNamespace="http://schemas.microsoft.com/office/2006/metadata/properties" ma:root="true" ma:fieldsID="4881c84358a8dc26e9e0ecb88e466808" ns2:_="" ns3:_="">
    <xsd:import namespace="e207eda7-c60a-4298-ac2b-86dd5bc7ae7a"/>
    <xsd:import namespace="5af6e66d-d4a6-4409-b3f2-9172cbc29d4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207eda7-c60a-4298-ac2b-86dd5bc7ae7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76f62536-3a25-4b8a-9b5d-7e17d0b0464e"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BillingMetadata" ma:index="19"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af6e66d-d4a6-4409-b3f2-9172cbc29d4b"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3b6336c-0b27-46de-820e-856c14d1331c}" ma:internalName="TaxCatchAll" ma:showField="CatchAllData" ma:web="5af6e66d-d4a6-4409-b3f2-9172cbc29d4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207eda7-c60a-4298-ac2b-86dd5bc7ae7a">
      <Terms xmlns="http://schemas.microsoft.com/office/infopath/2007/PartnerControls"/>
    </lcf76f155ced4ddcb4097134ff3c332f>
    <TaxCatchAll xmlns="5af6e66d-d4a6-4409-b3f2-9172cbc29d4b" xsi:nil="true"/>
  </documentManagement>
</p:properties>
</file>

<file path=customXml/itemProps1.xml><?xml version="1.0" encoding="utf-8"?>
<ds:datastoreItem xmlns:ds="http://schemas.openxmlformats.org/officeDocument/2006/customXml" ds:itemID="{8FEDE938-368F-4BC9-8142-87121823075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207eda7-c60a-4298-ac2b-86dd5bc7ae7a"/>
    <ds:schemaRef ds:uri="5af6e66d-d4a6-4409-b3f2-9172cbc29d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9D33F2B-C9B2-440A-B53E-437C3B44AFCE}">
  <ds:schemaRefs>
    <ds:schemaRef ds:uri="http://schemas.microsoft.com/sharepoint/v3/contenttype/forms"/>
  </ds:schemaRefs>
</ds:datastoreItem>
</file>

<file path=customXml/itemProps3.xml><?xml version="1.0" encoding="utf-8"?>
<ds:datastoreItem xmlns:ds="http://schemas.openxmlformats.org/officeDocument/2006/customXml" ds:itemID="{FBB3466F-646B-4C91-A899-EECD87AD0076}">
  <ds:schemaRefs>
    <ds:schemaRef ds:uri="http://schemas.microsoft.com/office/2006/metadata/properties"/>
    <ds:schemaRef ds:uri="http://schemas.microsoft.com/office/infopath/2007/PartnerControls"/>
    <ds:schemaRef ds:uri="09025dea-8cfb-412a-8bf6-3264536aef32"/>
    <ds:schemaRef ds:uri="6290ef22-d553-493d-996d-b074cf516d76"/>
    <ds:schemaRef ds:uri="bd70e923-ab84-4aa7-89d5-263cfb0d7c15"/>
    <ds:schemaRef ds:uri="2fd03a12-6bd2-4804-9bb4-b9172760b8e7"/>
    <ds:schemaRef ds:uri="3e68ea85-e2cf-4a10-960b-7a8b97a39b78"/>
    <ds:schemaRef ds:uri="4e27906e-a302-466b-aa1c-8b3e60c9d72f"/>
    <ds:schemaRef ds:uri="3e3276ed-9db0-4487-8795-b90f09998e0a"/>
    <ds:schemaRef ds:uri="c70d0ce2-6631-4134-8ae5-6a41f222d9a7"/>
    <ds:schemaRef ds:uri="e207eda7-c60a-4298-ac2b-86dd5bc7ae7a"/>
    <ds:schemaRef ds:uri="5af6e66d-d4a6-4409-b3f2-9172cbc29d4b"/>
  </ds:schemaRefs>
</ds:datastoreItem>
</file>

<file path=docMetadata/LabelInfo.xml><?xml version="1.0" encoding="utf-8"?>
<clbl:labelList xmlns:clbl="http://schemas.microsoft.com/office/2020/mipLabelMetadata">
  <clbl:label id="{4287bb64-a677-4999-a7e1-c729498cafc7}" enabled="1" method="Standard" siteId="{c990bb7a-51f4-439b-bd36-9c07fb1041c0}" contentBits="0" removed="0"/>
</clbl:labelList>
</file>

<file path=docProps/app.xml><?xml version="1.0" encoding="utf-8"?>
<Properties xmlns="http://schemas.openxmlformats.org/officeDocument/2006/extended-properties" xmlns:vt="http://schemas.openxmlformats.org/officeDocument/2006/docPropsVTypes">
  <Template>FORD</Template>
  <TotalTime>22875</TotalTime>
  <Application>LibreOffice/24.2.7.2$Linux_X86_64 LibreOffice_project/420$Build-2</Application>
  <AppVersion>15.0000</AppVersion>
  <Words>4857</Words>
  <Paragraphs>498</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2021-11-17T16:17:53Z</dcterms:created>
  <dc:creator>Jacob Woodworth</dc:creator>
  <dc:description/>
  <dc:language>es-AR</dc:language>
  <cp:lastModifiedBy/>
  <cp:lastPrinted>2018-03-16T18:50:22Z</cp:lastPrinted>
  <dcterms:modified xsi:type="dcterms:W3CDTF">2026-10-01T11:44:02Z</dcterms:modified>
  <cp:revision>260</cp:revision>
  <dc:subject/>
  <dc:title>Template Instructions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0x010100DF98D95B3C7764478220B4640544549A</vt:lpwstr>
  </property>
  <property fmtid="{D5CDD505-2E9C-101B-9397-08002B2CF9AE}" pid="3" name="HiddenSlides">
    <vt:i4>3</vt:i4>
  </property>
  <property fmtid="{D5CDD505-2E9C-101B-9397-08002B2CF9AE}" pid="4" name="MediaServiceImageTags">
    <vt:lpwstr/>
  </property>
  <property fmtid="{D5CDD505-2E9C-101B-9397-08002B2CF9AE}" pid="5" name="Notes">
    <vt:i4>27</vt:i4>
  </property>
  <property fmtid="{D5CDD505-2E9C-101B-9397-08002B2CF9AE}" pid="6" name="PresentationFormat">
    <vt:lpwstr>Panorámica</vt:lpwstr>
  </property>
  <property fmtid="{D5CDD505-2E9C-101B-9397-08002B2CF9AE}" pid="7" name="Slides">
    <vt:i4>27</vt:i4>
  </property>
</Properties>
</file>