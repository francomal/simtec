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4"/>
  </p:sldMasterIdLst>
  <p:notesMasterIdLst>
    <p:notesMasterId r:id="rId33"/>
  </p:notesMasterIdLst>
  <p:sldIdLst>
    <p:sldId id="496" r:id="rId5"/>
    <p:sldId id="500" r:id="rId6"/>
    <p:sldId id="573" r:id="rId7"/>
    <p:sldId id="574" r:id="rId8"/>
    <p:sldId id="575" r:id="rId9"/>
    <p:sldId id="576" r:id="rId10"/>
    <p:sldId id="567" r:id="rId11"/>
    <p:sldId id="577" r:id="rId12"/>
    <p:sldId id="578" r:id="rId13"/>
    <p:sldId id="579" r:id="rId14"/>
    <p:sldId id="580" r:id="rId15"/>
    <p:sldId id="581" r:id="rId16"/>
    <p:sldId id="582" r:id="rId17"/>
    <p:sldId id="568" r:id="rId18"/>
    <p:sldId id="583" r:id="rId19"/>
    <p:sldId id="584" r:id="rId20"/>
    <p:sldId id="569" r:id="rId21"/>
    <p:sldId id="585" r:id="rId22"/>
    <p:sldId id="570" r:id="rId23"/>
    <p:sldId id="586" r:id="rId24"/>
    <p:sldId id="571" r:id="rId25"/>
    <p:sldId id="587" r:id="rId26"/>
    <p:sldId id="572" r:id="rId27"/>
    <p:sldId id="588" r:id="rId28"/>
    <p:sldId id="589" r:id="rId29"/>
    <p:sldId id="590" r:id="rId30"/>
    <p:sldId id="591" r:id="rId31"/>
    <p:sldId id="59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7E7E07D-9F35-EF43-9F89-4BF82E3AFECA}">
          <p14:sldIdLst>
            <p14:sldId id="496"/>
            <p14:sldId id="500"/>
            <p14:sldId id="573"/>
            <p14:sldId id="574"/>
            <p14:sldId id="575"/>
            <p14:sldId id="576"/>
            <p14:sldId id="567"/>
            <p14:sldId id="577"/>
            <p14:sldId id="578"/>
            <p14:sldId id="579"/>
            <p14:sldId id="580"/>
            <p14:sldId id="581"/>
            <p14:sldId id="582"/>
            <p14:sldId id="568"/>
            <p14:sldId id="583"/>
            <p14:sldId id="584"/>
            <p14:sldId id="569"/>
            <p14:sldId id="585"/>
            <p14:sldId id="570"/>
            <p14:sldId id="586"/>
            <p14:sldId id="571"/>
            <p14:sldId id="587"/>
            <p14:sldId id="572"/>
            <p14:sldId id="588"/>
            <p14:sldId id="589"/>
            <p14:sldId id="590"/>
            <p14:sldId id="591"/>
            <p14:sldId id="592"/>
          </p14:sldIdLst>
        </p14:section>
      </p14:sectionLst>
    </p:ext>
    <p:ext uri="{EFAFB233-063F-42B5-8137-9DF3F51BA10A}">
      <p15:sldGuideLst xmlns:p15="http://schemas.microsoft.com/office/powerpoint/2012/main">
        <p15:guide id="7" pos="236" userDrawn="1">
          <p15:clr>
            <a:srgbClr val="A4A3A4"/>
          </p15:clr>
        </p15:guide>
        <p15:guide id="8" orient="horz" pos="3988" userDrawn="1">
          <p15:clr>
            <a:srgbClr val="A4A3A4"/>
          </p15:clr>
        </p15:guide>
        <p15:guide id="9" pos="74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190BE0F-E96E-E1DF-23BC-F08059CAEEF7}" name="Jacob Woodworth" initials="JW" userId="S::jacob.woodworth@makerhouseww.com::b2453e36-8d3b-4d38-9255-2d496dfef1bf" providerId="AD"/>
  <p188:author id="{4C28E78E-7A26-14FB-4F6E-88C0128D444E}" name="Anne Brinich" initials="AB" userId="S::anne.brinich@hogarthww.com::5a79ad6c-b314-4acf-8c67-18920a60d701" providerId="AD"/>
  <p188:author id="{79F014DE-BFE9-104B-0D91-45A531622148}" name="Andy Duenas" initials="AD" userId="S::andy.duenas@corplogin.com::e7b822d5-89e4-4108-bcca-bc05fe29d2e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BAFF"/>
    <a:srgbClr val="FF1495"/>
    <a:srgbClr val="00142E"/>
    <a:srgbClr val="F3F3F3"/>
    <a:srgbClr val="1700F3"/>
    <a:srgbClr val="D8117D"/>
    <a:srgbClr val="FF008C"/>
    <a:srgbClr val="1700F4"/>
    <a:srgbClr val="ECECEC"/>
    <a:srgbClr val="C8CCD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52"/>
    <p:restoredTop sz="95652"/>
  </p:normalViewPr>
  <p:slideViewPr>
    <p:cSldViewPr snapToGrid="0" snapToObjects="1" showGuides="1">
      <p:cViewPr varScale="1">
        <p:scale>
          <a:sx n="84" d="100"/>
          <a:sy n="84" d="100"/>
        </p:scale>
        <p:origin x="456" y="42"/>
      </p:cViewPr>
      <p:guideLst>
        <p:guide pos="236"/>
        <p:guide orient="horz" pos="3988"/>
        <p:guide pos="74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143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39065D-4032-554A-8CA5-41F0190DF726}" type="datetimeFigureOut">
              <a:rPr lang="en-US" smtClean="0"/>
              <a:t>9/29/2026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40D495-7193-5445-8C4B-C97D92EB04C1}" type="slidenum">
              <a:rPr lang="en-US" smtClean="0"/>
              <a:t>‹Nº›</a:t>
            </a:fld>
            <a:endParaRPr lang="en-US"/>
          </a:p>
        </p:txBody>
      </p:sp>
    </p:spTree>
    <p:extLst>
      <p:ext uri="{BB962C8B-B14F-4D97-AF65-F5344CB8AC3E}">
        <p14:creationId xmlns:p14="http://schemas.microsoft.com/office/powerpoint/2010/main" val="4619561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25 s  ·  de 0:00 a 0:25</a:t>
            </a:r>
          </a:p>
          <a:p>
            <a:endParaRPr/>
          </a:p>
          <a:p>
            <a:r>
              <a:t>Buen día. Somos el equipo SIMtec: yo soy Flor, y conmigo están Franco y Teo. Trabajamos el desafío 1, retención de service y recompra.</a:t>
            </a:r>
          </a:p>
          <a:p>
            <a:endParaRPr/>
          </a:p>
          <a:p>
            <a:r>
              <a:t>En los próximos quince minutos queremos contarles un problema que Ford tiene todos los meses, y una forma concreta de atacarlo con lo que Ford ya tiene.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5 s  ·  de 0:25 a 0:30</a:t>
            </a:r>
          </a:p>
          <a:p>
            <a:endParaRPr/>
          </a:p>
          <a:p>
            <a:r>
              <a:t>Empecemos por el desafío.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30 s  ·  de 0:30 a 1:00</a:t>
            </a:r>
          </a:p>
          <a:p>
            <a:endParaRPr/>
          </a:p>
          <a:p>
            <a:r>
              <a:t>Cada mes, más de seis mil Ranger entran en su ventana de service en Argentina. Es decir: les toca volver al concesionario.</a:t>
            </a:r>
          </a:p>
          <a:p>
            <a:endParaRPr/>
          </a:p>
          <a:p>
            <a:r>
              <a:t>[PAUSA]</a:t>
            </a:r>
          </a:p>
          <a:p>
            <a:endParaRPr/>
          </a:p>
          <a:p>
            <a:r>
              <a:t>Cada una de esas camionetas es una oportunidad: un cliente que vuelve a la red, que habla con su asesor, que sigue cerca de la marca.</a:t>
            </a:r>
          </a:p>
          <a:p>
            <a:endParaRPr/>
          </a:p>
          <a:p>
            <a:r>
              <a:t>[CLIC] O no.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45 s  ·  de 1:00 a 1:45</a:t>
            </a:r>
          </a:p>
          <a:p>
            <a:endParaRPr/>
          </a:p>
          <a:p>
            <a:r>
              <a:t>Pongámoslo en diez camionetas.</a:t>
            </a:r>
          </a:p>
          <a:p>
            <a:endParaRPr/>
          </a:p>
          <a:p>
            <a:r>
              <a:t>[CLIC] Cuatro de cada diez no vuelven a hacer ese service en la red oficial.</a:t>
            </a:r>
          </a:p>
          <a:p>
            <a:endParaRPr/>
          </a:p>
          <a:p>
            <a:r>
              <a:t>[PAUSA LARGA: dejar que el número se lea]</a:t>
            </a:r>
          </a:p>
          <a:p>
            <a:endParaRPr/>
          </a:p>
          <a:p>
            <a:r>
              <a:t>Y fíjense dónde están: mezcladas. No hay nada a simple vista que diga cuáles son.</a:t>
            </a:r>
          </a:p>
          <a:p>
            <a:endParaRPr/>
          </a:p>
          <a:p>
            <a:r>
              <a:t>[CLIC] En volumen, son unos dos mil quinientos services por mes que la red no hace. Todos los meses.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35 s  ·  de 1:45 a 2:20</a:t>
            </a:r>
          </a:p>
          <a:p>
            <a:endParaRPr/>
          </a:p>
          <a:p>
            <a:r>
              <a:t>Y un service perdido es más que un service.</a:t>
            </a:r>
          </a:p>
          <a:p>
            <a:endParaRPr/>
          </a:p>
          <a:p>
            <a:r>
              <a:t>[CLIC] Primero se pierde el trabajo de taller.</a:t>
            </a:r>
          </a:p>
          <a:p>
            <a:endParaRPr/>
          </a:p>
          <a:p>
            <a:r>
              <a:t>[CLIC] Pero después se corta la relación: el cliente deja de venir, deja de hablar con su concesionario, y la marca deja de estar presente en su vida.</a:t>
            </a:r>
          </a:p>
          <a:p>
            <a:endParaRPr/>
          </a:p>
          <a:p>
            <a:r>
              <a:t>[CLIC] Y cuando llega el momento de cambiar la camioneta, esa decisión se toma sin nosotros.</a:t>
            </a:r>
          </a:p>
          <a:p>
            <a:endParaRPr/>
          </a:p>
          <a:p>
            <a:r>
              <a:t>[CLIC] Por eso este desafío, que se llama de recompra, en realidad se juega en el taller.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35 s  ·  de 2:20 a 2:55</a:t>
            </a:r>
          </a:p>
          <a:p>
            <a:endParaRPr/>
          </a:p>
          <a:p>
            <a:r>
              <a:t>¿Qué pasa hoy?</a:t>
            </a:r>
          </a:p>
          <a:p>
            <a:endParaRPr/>
          </a:p>
          <a:p>
            <a:r>
              <a:t>[CLIC] Hoy la red le habla igual a todos: el mismo recordatorio, en el mismo orden. Y el cliente que se va recién se detecta cuando la ventana ya cerró. Cuando ya es tarde.</a:t>
            </a:r>
          </a:p>
          <a:p>
            <a:endParaRPr/>
          </a:p>
          <a:p>
            <a:r>
              <a:t>[CLIC] El resultado es que, de cada diez llamados que hace un concesionario, casi seis van a clientes que iban a volver igual.</a:t>
            </a:r>
          </a:p>
          <a:p>
            <a:endParaRPr/>
          </a:p>
          <a:p>
            <a:r>
              <a:t>[CLIC] Entonces la pregunta que nos hicimos fue una sola: ¿a quién llamo primero?</a:t>
            </a:r>
          </a:p>
          <a:p>
            <a:endParaRPr/>
          </a:p>
          <a:p>
            <a:r>
              <a:t>[PAUSA]</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5 s  ·  de 2:55 a 3:00</a:t>
            </a:r>
          </a:p>
          <a:p>
            <a:endParaRPr/>
          </a:p>
          <a:p>
            <a:r>
              <a:t>Para responderla, primero miramos los datos.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FLOR  ·  90 s  ·  de 3:00 a 4:30</a:t>
            </a:r>
          </a:p>
          <a:p>
            <a:endParaRPr/>
          </a:p>
          <a:p>
            <a:r>
              <a:t>Trabajamos con más de seiscientas mil líneas de la agenda de turnos y casi sesenta mil ventas de Ranger, de 2024 a hoy. Y aprendimos tres cosas que cambian cómo mirar el problema.</a:t>
            </a:r>
          </a:p>
          <a:p>
            <a:endParaRPr/>
          </a:p>
          <a:p>
            <a:r>
              <a:t>[CLIC] La primera: el service no va por calendario, va por kilómetros. Una Ranger hace unos veintidós mil kilómetros por año, así que le toca el service cada seis a ocho meses, no cada doce. Si esperamos "al año", llegamos tarde: para ese momento, el ochenta y seis por ciento ya lo había hecho. Por eso definimos la ventana de cada camioneta según su propio uso.</a:t>
            </a:r>
          </a:p>
          <a:p>
            <a:endParaRPr/>
          </a:p>
          <a:p>
            <a:r>
              <a:t>[CLIC] La segunda: el momento crítico es el primer service. Más de uno de cada tres clientes no lo hace en la red. En el segundo, la pérdida baja a uno de cada cuatro. El que entra a la red, se queda.</a:t>
            </a:r>
          </a:p>
          <a:p>
            <a:endParaRPr/>
          </a:p>
          <a:p>
            <a:r>
              <a:t>[CLIC] Y la tercera, la más importante para lo que viene: el que se va, se ve venir. Deja señales en su historia: llega tarde respecto del plan, viene poco, es una flota, depende de qué concesionario lo atiende. Y algo que nos sorprendió: la encuesta de satisfacción no anticipa nada.</a:t>
            </a:r>
          </a:p>
          <a:p>
            <a:endParaRPr/>
          </a:p>
          <a:p>
            <a:r>
              <a:t>Esas señales ya existen en los datos de Ford. Lo que faltaba era usarlas. Franco les cuenta cómo.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40 s  ·  de 4:30 a 5:10</a:t>
            </a:r>
          </a:p>
          <a:p>
            <a:endParaRPr/>
          </a:p>
          <a:p>
            <a:r>
              <a:t>Gracias, Flor. Lo que construimos se mete en el proceso que Ford ya tiene, sin cambiarlo.</a:t>
            </a:r>
          </a:p>
          <a:p>
            <a:endParaRPr/>
          </a:p>
          <a:p>
            <a:r>
              <a:t>[CLIC] Una Ranger entra en su ventana de service, como hoy.</a:t>
            </a:r>
          </a:p>
          <a:p>
            <a:endParaRPr/>
          </a:p>
          <a:p>
            <a:r>
              <a:t>[CLIC] Y acá está lo nuevo: una lista que la ordena por riesgo de no volver, y que dice por qué.</a:t>
            </a:r>
          </a:p>
          <a:p>
            <a:endParaRPr/>
          </a:p>
          <a:p>
            <a:r>
              <a:t>[CLIC] Con esa lista, el concesionario llama primero a quien más lo necesita, y al resto le llega un recordatorio.</a:t>
            </a:r>
          </a:p>
          <a:p>
            <a:endParaRPr/>
          </a:p>
          <a:p>
            <a:r>
              <a:t>[CLIC] Y el cliente vuelve al taller.</a:t>
            </a:r>
          </a:p>
          <a:p>
            <a:endParaRPr/>
          </a:p>
          <a:p>
            <a:r>
              <a:t>[CLIC] No cambiamos el proceso: le cambiamos el orden.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75 s  ·  de 5:10 a 6:25</a:t>
            </a:r>
          </a:p>
          <a:p>
            <a:endParaRPr/>
          </a:p>
          <a:p>
            <a:r>
              <a:t>¿Funciona? Lo probamos como se usaría de verdad: la entrenamos con el pasado y la pusimos a prueba en enero, febrero y marzo de este año, meses que nunca había visto.</a:t>
            </a:r>
          </a:p>
          <a:p>
            <a:endParaRPr/>
          </a:p>
          <a:p>
            <a:r>
              <a:t>[CLIC] Hoy, como se le habla a todos igual, de cada diez llamados, cuatro llegan a alguien que se iba.</a:t>
            </a:r>
          </a:p>
          <a:p>
            <a:endParaRPr/>
          </a:p>
          <a:p>
            <a:r>
              <a:t>[CLIC] Siguiendo la lista, son ocho.</a:t>
            </a:r>
          </a:p>
          <a:p>
            <a:endParaRPr/>
          </a:p>
          <a:p>
            <a:r>
              <a:t>[PAUSA] El doble, con el mismo esfuerzo.</a:t>
            </a:r>
          </a:p>
          <a:p>
            <a:endParaRPr/>
          </a:p>
          <a:p>
            <a:r>
              <a:t>[CLIC] Y arriba de todo de la lista, casi nueve de cada diez se estaban yendo.</a:t>
            </a:r>
          </a:p>
          <a:p>
            <a:endParaRPr/>
          </a:p>
          <a:p>
            <a:r>
              <a:t>[CLIC] Si la red completa hace tres mil llamados por mes, con la lista llega a dos de cada tres clientes que se están yendo.</a:t>
            </a:r>
          </a:p>
          <a:p>
            <a:endParaRPr/>
          </a:p>
          <a:p>
            <a:r>
              <a:t>Y un detalle que importa: cuando la lista dice que alguien tiene setenta por ciento de riesgo, efectivamente siete de cada diez de esos clientes no vuelven. Los números son reales.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50 s  ·  de 6:25 a 7:15</a:t>
            </a:r>
          </a:p>
          <a:p>
            <a:endParaRPr/>
          </a:p>
          <a:p>
            <a:r>
              <a:t>Pero un número solo no le sirve a un asesor. Por eso cada caso viene explicado.</a:t>
            </a:r>
          </a:p>
          <a:p>
            <a:endParaRPr/>
          </a:p>
          <a:p>
            <a:r>
              <a:t>Este es un caso real de la lista de hoy: una Ranger 2019, con setenta y seis por ciento de riesgo. ¿Por qué?</a:t>
            </a:r>
          </a:p>
          <a:p>
            <a:endParaRPr/>
          </a:p>
          <a:p>
            <a:r>
              <a:t>[CLIC] Tiene siete años, la etapa en la que más clientes se van de la red.</a:t>
            </a:r>
          </a:p>
          <a:p>
            <a:endParaRPr/>
          </a:p>
          <a:p>
            <a:r>
              <a:t>[CLIC] Viene menos de una vez por año, cuando por el uso que le da le tocaría cada cuatro o cinco meses.</a:t>
            </a:r>
          </a:p>
          <a:p>
            <a:endParaRPr/>
          </a:p>
          <a:p>
            <a:r>
              <a:t>[CLIC] Y entre sus dos últimos services pasaron trece meses.</a:t>
            </a:r>
          </a:p>
          <a:p>
            <a:endParaRPr/>
          </a:p>
          <a:p>
            <a:r>
              <a:t>[CLIC] Entonces la acción es clara: que el asesor lo llame esta semana.</a:t>
            </a:r>
          </a:p>
          <a:p>
            <a:endParaRPr/>
          </a:p>
          <a:p>
            <a:r>
              <a:t>[CLIC] El asesor no recibe un número: recibe una conversación. Teo les cuenta cómo se opera.</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65 s  ·  de 7:15 a 8:20</a:t>
            </a:r>
          </a:p>
          <a:p>
            <a:endParaRPr/>
          </a:p>
          <a:p>
            <a:r>
              <a:t>Gracias, Franco. La capacidad de llamar de un concesionario es finita, así que no a todos les corresponde lo mismo. Dividimos la lista en tres grupos.</a:t>
            </a:r>
          </a:p>
          <a:p>
            <a:endParaRPr/>
          </a:p>
          <a:p>
            <a:r>
              <a:t>[CLIC] El veinte por ciento de más riesgo: ahí ocho de cada diez se están yendo. A ellos, un llamado del asesor en las primeras cuarenta y ocho horas, con el beneficio de continuidad que Ford ya ofrece.</a:t>
            </a:r>
          </a:p>
          <a:p>
            <a:endParaRPr/>
          </a:p>
          <a:p>
            <a:r>
              <a:t>[CLIC] El treinta por ciento siguiente: un recordatorio personalizado por FordPass o WhatsApp, con un turno sugerido, y un segundo mensaje a los diez días si no agenda.</a:t>
            </a:r>
          </a:p>
          <a:p>
            <a:endParaRPr/>
          </a:p>
          <a:p>
            <a:r>
              <a:t>[CLIC] Y la mitad restante, donde tres de cada cuatro vuelven solos: el recordatorio automático de siempre, sin gastar llamados.</a:t>
            </a:r>
          </a:p>
          <a:p>
            <a:endParaRPr/>
          </a:p>
          <a:p>
            <a:r>
              <a:t>[CLIC] Y tres reglas de sentido común: si ya tiene turno, no se lo llama; si un cliente tiene varias camionetas, recibe un solo contacto; y primero va el que tiene menos días de margen.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50 s  ·  de 8:20 a 9:10</a:t>
            </a:r>
          </a:p>
          <a:p>
            <a:endParaRPr/>
          </a:p>
          <a:p>
            <a:r>
              <a:t>Así lo ve el concesionario.</a:t>
            </a:r>
          </a:p>
          <a:p>
            <a:endParaRPr/>
          </a:p>
          <a:p>
            <a:r>
              <a:t>[CLIC] Esta es la bandeja de un concesionario real: ochocientas doce camionetas en ventana o por entrar, ya ordenadas. Arriba ve cuántas están en riesgo alto y cuántos clientes se espera perder si no hace nada.</a:t>
            </a:r>
          </a:p>
          <a:p>
            <a:endParaRPr/>
          </a:p>
          <a:p>
            <a:r>
              <a:t>[CLIC] Y cuando el asesor abre un caso, ve la probabilidad, el grupo, la acción sugerida y los tres motivos. Es la misma Ranger que les mostró Franco.</a:t>
            </a:r>
          </a:p>
          <a:p>
            <a:endParaRPr/>
          </a:p>
          <a:p>
            <a:r>
              <a:t>No hace falta saber nada de modelos para usarlo: es una lista de llamados con su porqué.</a:t>
            </a:r>
          </a:p>
          <a:p>
            <a:endParaRPr/>
          </a:p>
          <a:p>
            <a:r>
              <a:t>(Si deciden hacer la demo en vivo, este es el momento: ver la slide de respaldo "Demo en vivo".)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5 s  ·  de 9:10 a 9:15</a:t>
            </a:r>
          </a:p>
          <a:p>
            <a:endParaRPr/>
          </a:p>
          <a:p>
            <a:r>
              <a:t>¿Y cuánto vale esto?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70 s  ·  de 9:15 a 10:25</a:t>
            </a:r>
          </a:p>
          <a:p>
            <a:endParaRPr/>
          </a:p>
          <a:p>
            <a:r>
              <a:t>Hicimos la cuenta con supuestos conservadores, escritos para que Posventa los reemplace por los suyos: un llamado recupera al quince por ciento de los que se iban, un service retenido vale doscientos cincuenta dólares y un llamado cuesta tres.</a:t>
            </a:r>
          </a:p>
          <a:p>
            <a:endParaRPr/>
          </a:p>
          <a:p>
            <a:r>
              <a:t>[CLIC] Con la misma cantidad de llamados, la lista recupera un ochenta por ciento más de services que llamando sin orden.</a:t>
            </a:r>
          </a:p>
          <a:p>
            <a:endParaRPr/>
          </a:p>
          <a:p>
            <a:r>
              <a:t>[CLIC] Son unos doscientos mil dólares por año de margen adicional. Y eso sin contar lo que vale la próxima compra.</a:t>
            </a:r>
          </a:p>
          <a:p>
            <a:endParaRPr/>
          </a:p>
          <a:p>
            <a:r>
              <a:t>[CLIC] ¿Y si nos equivocamos? Llamar de más cuesta tres dólares. No llamar a quien se va cuesta el service. Ochenta a uno: por eso conviene llamar a todo el grupo alto.</a:t>
            </a:r>
          </a:p>
          <a:p>
            <a:endParaRPr/>
          </a:p>
          <a:p>
            <a:r>
              <a:t>[CLIC] La inversión es de treinta a cuarenta y cinco mil dólares el primer año, y se recupera en el primer trimestre. Y sigue siendo rentable aunque el llamado recupere sólo a uno de cada veinte.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45 s  ·  de 10:25 a 11:10</a:t>
            </a:r>
          </a:p>
          <a:p>
            <a:endParaRPr/>
          </a:p>
          <a:p>
            <a:r>
              <a:t>Pero no les pedimos que nos crean: proponemos medirlo.</a:t>
            </a:r>
          </a:p>
          <a:p>
            <a:endParaRPr/>
          </a:p>
          <a:p>
            <a:r>
              <a:t>[CLIC] Tomamos la lista de un mes, ordenada por riesgo, en diez grupos.</a:t>
            </a:r>
          </a:p>
          <a:p>
            <a:endParaRPr/>
          </a:p>
          <a:p>
            <a:r>
              <a:t>[CLIC] En cada grupo, a la mitad de los clientes se le aplica la acción y la otra mitad sigue como hoy.</a:t>
            </a:r>
          </a:p>
          <a:p>
            <a:endParaRPr/>
          </a:p>
          <a:p>
            <a:r>
              <a:t>[CLIC] A los noventa días se compara quién hizo el service.</a:t>
            </a:r>
          </a:p>
          <a:p>
            <a:endParaRPr/>
          </a:p>
          <a:p>
            <a:r>
              <a:t>[CLIC] Con el volumen de la red, en dos meses ya se ve si el llamado mejora el retorno en cinco puntos. Y no hace falta ningún sistema nuevo: usa Service Leads, FordPass y Service Reminder, que Ford ya tiene.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5 s  ·  de 11:10 a 11:15</a:t>
            </a:r>
          </a:p>
          <a:p>
            <a:endParaRPr/>
          </a:p>
          <a:p>
            <a:r>
              <a:t>¿Qué lo hace distinto?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40 s  ·  de 11:15 a 11:55</a:t>
            </a:r>
          </a:p>
          <a:p>
            <a:endParaRPr/>
          </a:p>
          <a:p>
            <a:r>
              <a:t>Cuatro cosas.</a:t>
            </a:r>
          </a:p>
          <a:p>
            <a:endParaRPr/>
          </a:p>
          <a:p>
            <a:r>
              <a:t>[CLIC] Mide cuándo le toca de verdad a cada Ranger: por sus kilómetros, no por el calendario.</a:t>
            </a:r>
          </a:p>
          <a:p>
            <a:endParaRPr/>
          </a:p>
          <a:p>
            <a:r>
              <a:t>[CLIC] Sus números se sostienen. Había dos datos que hacían ver al modelo mejor de lo que era, porque eran información de hoy mezclada con el pasado. Los sacamos, aunque el resultado quedara menos lindo. Preferimos prometer lo que se puede cumplir.</a:t>
            </a:r>
          </a:p>
          <a:p>
            <a:endParaRPr/>
          </a:p>
          <a:p>
            <a:r>
              <a:t>[CLIC] Explica cada caso en palabras que el asesor puede usar.</a:t>
            </a:r>
          </a:p>
          <a:p>
            <a:endParaRPr/>
          </a:p>
          <a:p>
            <a:r>
              <a:t>[CLIC] Y lo revisamos contra una solución hecha por separado: nos confirmó la definición y nos corrigió un parámetro.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5 s  ·  de 11:55 a 12:00</a:t>
            </a:r>
          </a:p>
          <a:p>
            <a:endParaRPr/>
          </a:p>
          <a:p>
            <a:r>
              <a:t>¿Y después?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FRANCO  ·  40 s  ·  de 12:00 a 12:40</a:t>
            </a:r>
          </a:p>
          <a:p>
            <a:endParaRPr/>
          </a:p>
          <a:p>
            <a:r>
              <a:t>[CLIC] Ahora: el piloto de noventa días con Posventa y un grupo de concesionarios, y validar con ustedes las reglas de ventana y la capacidad real de llamados.</a:t>
            </a:r>
          </a:p>
          <a:p>
            <a:endParaRPr/>
          </a:p>
          <a:p>
            <a:r>
              <a:t>[CLIC] En los próximos meses: meter la lista dentro de Service Leads y Service Reminder, y sumar el kilometraje real de los vehículos conectados, que mejora sobre todo el primer service.</a:t>
            </a:r>
          </a:p>
          <a:p>
            <a:endParaRPr/>
          </a:p>
          <a:p>
            <a:r>
              <a:t>[CLIC] Y después, dar el salto: no sólo saber quién se va, sino a quién el llamado le cambia la decisión, y usar la relación de taller para anticipar la próxima compra.</a:t>
            </a:r>
          </a:p>
          <a:p>
            <a:endParaRPr/>
          </a:p>
          <a:p>
            <a:r>
              <a:t>Teo cierra.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5 s  ·  de 12:40 a 12:45</a:t>
            </a:r>
          </a:p>
          <a:p>
            <a:endParaRPr/>
          </a:p>
          <a:p>
            <a:r>
              <a:t>Para cerrar.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50 s  ·  de 12:45 a 13:35</a:t>
            </a:r>
          </a:p>
          <a:p>
            <a:endParaRPr/>
          </a:p>
          <a:p>
            <a:r>
              <a:t>Si se llevan tres ideas, que sean estas.</a:t>
            </a:r>
          </a:p>
          <a:p>
            <a:endParaRPr/>
          </a:p>
          <a:p>
            <a:r>
              <a:t>[CLIC] Hoy se pierden cuatro de cada diez services, hablándole igual a todos.</a:t>
            </a:r>
          </a:p>
          <a:p>
            <a:endParaRPr/>
          </a:p>
          <a:p>
            <a:r>
              <a:t>[CLIC] Con la lista, el primer llamado va a quien se está yendo, con su porqué: cada llamado rinde el doble.</a:t>
            </a:r>
          </a:p>
          <a:p>
            <a:endParaRPr/>
          </a:p>
          <a:p>
            <a:r>
              <a:t>[CLIC] Y funciona con lo que Ford ya tiene, y en noventa días se prueba.</a:t>
            </a:r>
          </a:p>
          <a:p>
            <a:endParaRPr/>
          </a:p>
          <a:p>
            <a:r>
              <a:t>[CLIC] Para arrancar necesitamos tres cosas de Ford: confirmar las reglas de ventana por modelo, la capacidad de contacto de cada concesionario y acceso al kilometraje de los vehículos conectados.</a:t>
            </a:r>
          </a:p>
          <a:p>
            <a:endParaRPr/>
          </a:p>
          <a:p>
            <a:r>
              <a:t>[PAUSA] Muchas gracias.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ORADOR: TEO  ·  5 s  ·  de 13:35 a 13:40</a:t>
            </a:r>
          </a:p>
          <a:p>
            <a:endParaRPr/>
          </a:p>
          <a:p>
            <a:r>
              <a:t>¿Preguntas?</a:t>
            </a:r>
          </a:p>
          <a:p>
            <a:endParaRPr/>
          </a:p>
          <a:p>
            <a:r>
              <a:t>[Respuestas cortas en las slides de respaldo, ocultas: número de slide + Enter.]</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RESPALDO (oculta) · responde: TEO</a:t>
            </a:r>
          </a:p>
          <a:p>
            <a:endParaRPr/>
          </a:p>
          <a:p>
            <a:r>
              <a:t>Si deciden mostrar el dashboard en vivo (en lugar de la slide "Así lo ve el concesionario"):</a:t>
            </a:r>
          </a:p>
          <a:p>
            <a:r>
              <a:t>1. Antes de la presentación, dejarlo abierto en el navegador: desde G:\SIMtec-presentacion\demo, correr</a:t>
            </a:r>
          </a:p>
          <a:p>
            <a:r>
              <a:t>   PYTHONPATH=src ..\.venv\Scripts\python.exe -m streamlit run app\app.py</a:t>
            </a:r>
          </a:p>
          <a:p>
            <a:r>
              <a:t>2. Recorrido (1 minuto): bandeja → filtro "Concesionario del último mantenimiento" = c08468899650 → pestaña "Ficha de vehículo" → vehículo e34f9e47700c8604 (la Ranger 2019 de la slide de Franco).</a:t>
            </a:r>
          </a:p>
          <a:p>
            <a:r>
              <a:t>3. Si algo falla: volver a esta slide; las capturas son de ese mismo recorrido.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RESPALDO (oculta) · responde: FRANCO</a:t>
            </a:r>
          </a:p>
          <a:p>
            <a:endParaRPr/>
          </a:p>
          <a:p>
            <a:r>
              <a:t>Respuesta corta: porque sacamos dos columnas que eran fotos del presente; con ellas daba 0,81 pero era mentira. 0,74 fuera de tiempo, calibrado y con el doble de efectividad en el primer 20 % es lo que se puede prometer.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RESPALDO (oculta) · responde: FLOR</a:t>
            </a:r>
          </a:p>
          <a:p>
            <a:endParaRPr/>
          </a:p>
          <a:p>
            <a:r>
              <a:t>¿Por qué 90 días y no un mes? Porque un mes deja afuera al treinta y cinco por ciento de los que vuelven un poco tarde, y los contaría como perdidos. Con noventa días capturamos al ochenta y cuatro por ciento de los que vuelven, y el resultado llega a tiempo para medir. La lista, igual, se arma todos los meses.</a:t>
            </a:r>
          </a:p>
          <a:p>
            <a:endParaRPr/>
          </a:p>
          <a:p>
            <a:r>
              <a:t>¿Los no-shows no sirven? Mirados solos no separan, porque el que falta a un turno es porque tuvo turnos, y tener turnos es lo que más pesa. A igual cantidad de turnos, un no-show sí baja el retorno: sesenta y siete contra setenta y tres por ciento. La lista usa las dos cosas juntas. Y el que cancela y reprograma, vuelve.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RESPALDO (oculta) · responde: TEO</a:t>
            </a:r>
          </a:p>
          <a:p>
            <a:endParaRPr/>
          </a:p>
          <a:p>
            <a:r>
              <a:t>¿Sirve para flotas? Sí. Son el grupo que menos vuelve a la red, y la lista lo ve: el tamaño de la flota es uno de los motivos que más pesa. Además, la vista por cliente junta todas sus unidades en un solo contacto.</a:t>
            </a:r>
          </a:p>
          <a:p>
            <a:endParaRPr/>
          </a:p>
          <a:p>
            <a:r>
              <a:t>¿Cómo sé que el llamado sirve? Todavía no lo sabemos, y no lo vamos a inventar: la lista ordena, el piloto mide. Por eso proponemos el piloto por grupo de riesgo antes de escalar.</a:t>
            </a:r>
          </a:p>
          <a:p>
            <a:endParaRPr/>
          </a:p>
          <a:p>
            <a:r>
              <a:t>¿Qué necesitan de Ford? Que nos confirmen las reglas de ventana por modelo, la capacidad de contacto de cada concesionario, y si hay kilometraje de telemetría y fecha de creación del turno.</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RESPALDO (oculta) · responde: FRANCO</a:t>
            </a:r>
          </a:p>
          <a:p>
            <a:endParaRPr/>
          </a:p>
          <a:p>
            <a:r>
              <a:t>Mostrar sólo si preguntan cómo se validó. Izquierda: si contactamos al veinte por ciento de mayor riesgo, alcanzamos al treinta y seis por ciento de los que se van; al azar serían veinte. Derecha: cuando la lista dice un porcentaje, ese porcentaje se cumple; el error es de un punto. Todo medido en enero a marzo de 2026, con un modelo entrenado sólo con datos hasta septiembre de 2025.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9A8DF057-B96A-6FF7-4819-609FC163437D}"/>
              </a:ext>
            </a:extLst>
          </p:cNvPr>
          <p:cNvSpPr>
            <a:spLocks noGrp="1"/>
          </p:cNvSpPr>
          <p:nvPr>
            <p:ph type="body" sz="quarter" idx="20" hasCustomPrompt="1"/>
          </p:nvPr>
        </p:nvSpPr>
        <p:spPr>
          <a:xfrm>
            <a:off x="996639" y="2868221"/>
            <a:ext cx="6100508" cy="571500"/>
          </a:xfrm>
        </p:spPr>
        <p:txBody>
          <a:bodyPr lIns="0" bIns="0" anchor="b">
            <a:noAutofit/>
          </a:bodyPr>
          <a:lstStyle>
            <a:lvl1pPr>
              <a:defRPr kumimoji="0" lang="en-US" sz="2400" b="0" i="0" u="none" strike="noStrike" kern="1200" cap="none" spc="40" normalizeH="0" baseline="0" dirty="0" smtClean="0">
                <a:ln>
                  <a:noFill/>
                </a:ln>
                <a:solidFill>
                  <a:schemeClr val="tx1"/>
                </a:solidFill>
                <a:effectLst/>
                <a:uLnTx/>
                <a:uFillTx/>
                <a:latin typeface="+mn-lt"/>
                <a:ea typeface="+mn-ea"/>
                <a:cs typeface="+mn-cs"/>
              </a:defRPr>
            </a:lvl1pPr>
            <a:lvl2pPr marL="0" indent="0">
              <a:buNone/>
              <a:defRPr/>
            </a:lvl2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Presentation Title here</a:t>
            </a:r>
          </a:p>
        </p:txBody>
      </p:sp>
      <p:pic>
        <p:nvPicPr>
          <p:cNvPr id="3" name="Picture 2" descr="Logo, company name&#10;&#10;Description automatically generated">
            <a:extLst>
              <a:ext uri="{FF2B5EF4-FFF2-40B4-BE49-F238E27FC236}">
                <a16:creationId xmlns:a16="http://schemas.microsoft.com/office/drawing/2014/main" id="{4C8FAD6D-B5F4-EA3B-2F5E-83CC0773DA2F}"/>
              </a:ext>
            </a:extLst>
          </p:cNvPr>
          <p:cNvPicPr>
            <a:picLocks noChangeAspect="1"/>
          </p:cNvPicPr>
          <p:nvPr userDrawn="1"/>
        </p:nvPicPr>
        <p:blipFill rotWithShape="1">
          <a:blip r:embed="rId2"/>
          <a:srcRect l="6480" t="-2130" r="3669" b="13543"/>
          <a:stretch/>
        </p:blipFill>
        <p:spPr>
          <a:xfrm>
            <a:off x="8039310" y="4599709"/>
            <a:ext cx="3998792" cy="2018145"/>
          </a:xfrm>
          <a:prstGeom prst="rect">
            <a:avLst/>
          </a:prstGeom>
          <a:effectLst/>
        </p:spPr>
      </p:pic>
      <p:cxnSp>
        <p:nvCxnSpPr>
          <p:cNvPr id="5" name="Straight Connector 4">
            <a:extLst>
              <a:ext uri="{FF2B5EF4-FFF2-40B4-BE49-F238E27FC236}">
                <a16:creationId xmlns:a16="http://schemas.microsoft.com/office/drawing/2014/main" id="{F8063D35-1A75-9EFF-5EC1-FAEF13AC537B}"/>
              </a:ext>
            </a:extLst>
          </p:cNvPr>
          <p:cNvCxnSpPr>
            <a:cxnSpLocks/>
          </p:cNvCxnSpPr>
          <p:nvPr userDrawn="1"/>
        </p:nvCxnSpPr>
        <p:spPr>
          <a:xfrm>
            <a:off x="983905" y="3485351"/>
            <a:ext cx="262143"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6">
            <a:extLst>
              <a:ext uri="{FF2B5EF4-FFF2-40B4-BE49-F238E27FC236}">
                <a16:creationId xmlns:a16="http://schemas.microsoft.com/office/drawing/2014/main" id="{AC12C122-AE0B-BE00-E8BF-A4C9FC90F11C}"/>
              </a:ext>
            </a:extLst>
          </p:cNvPr>
          <p:cNvSpPr>
            <a:spLocks noGrp="1"/>
          </p:cNvSpPr>
          <p:nvPr>
            <p:ph type="body" sz="quarter" idx="21" hasCustomPrompt="1"/>
          </p:nvPr>
        </p:nvSpPr>
        <p:spPr>
          <a:xfrm>
            <a:off x="996639" y="3542543"/>
            <a:ext cx="6100508" cy="571500"/>
          </a:xfrm>
        </p:spPr>
        <p:txBody>
          <a:bodyPr lIns="0" bIns="0" anchor="t">
            <a:noAutofit/>
          </a:bodyPr>
          <a:lstStyle>
            <a:lvl1pPr>
              <a:defRPr kumimoji="0" lang="en-US" sz="1000" b="0" i="0" u="none" strike="noStrike" kern="1200" cap="none" spc="300" normalizeH="0" baseline="0" dirty="0" smtClean="0">
                <a:ln>
                  <a:noFill/>
                </a:ln>
                <a:solidFill>
                  <a:schemeClr val="accent1"/>
                </a:solidFill>
                <a:effectLst/>
                <a:uLnTx/>
                <a:uFillTx/>
                <a:latin typeface="+mn-lt"/>
                <a:ea typeface="+mn-ea"/>
                <a:cs typeface="+mn-cs"/>
              </a:defRPr>
            </a:lvl1pPr>
            <a:lvl2pPr marL="0" indent="0">
              <a:buNone/>
              <a:defRPr/>
            </a:lvl2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XX.XX.20XX</a:t>
            </a:r>
          </a:p>
        </p:txBody>
      </p:sp>
      <p:sp>
        <p:nvSpPr>
          <p:cNvPr id="10" name="Slide Number Placeholder 5">
            <a:extLst>
              <a:ext uri="{FF2B5EF4-FFF2-40B4-BE49-F238E27FC236}">
                <a16:creationId xmlns:a16="http://schemas.microsoft.com/office/drawing/2014/main" id="{5A63E7E5-97EB-4DE1-9534-B5B7231F6FE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239868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Divider Slide-Pattern">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095F17-CB47-45E5-7432-5A7A8CCE534F}"/>
              </a:ext>
            </a:extLst>
          </p:cNvPr>
          <p:cNvPicPr>
            <a:picLocks noChangeAspect="1"/>
          </p:cNvPicPr>
          <p:nvPr userDrawn="1"/>
        </p:nvPicPr>
        <p:blipFill>
          <a:blip r:embed="rId2">
            <a:alphaModFix amt="65000"/>
            <a:extLst>
              <a:ext uri="{28A0092B-C50C-407E-A947-70E740481C1C}">
                <a14:useLocalDpi xmlns:a14="http://schemas.microsoft.com/office/drawing/2010/main"/>
              </a:ext>
            </a:extLst>
          </a:blip>
          <a:stretch>
            <a:fillRect/>
          </a:stretch>
        </p:blipFill>
        <p:spPr>
          <a:xfrm rot="10800000">
            <a:off x="0" y="0"/>
            <a:ext cx="12192000" cy="6858000"/>
          </a:xfrm>
          <a:prstGeom prst="rect">
            <a:avLst/>
          </a:prstGeom>
        </p:spPr>
      </p:pic>
      <p:sp>
        <p:nvSpPr>
          <p:cNvPr id="13" name="Title 1">
            <a:extLst>
              <a:ext uri="{FF2B5EF4-FFF2-40B4-BE49-F238E27FC236}">
                <a16:creationId xmlns:a16="http://schemas.microsoft.com/office/drawing/2014/main" id="{F2A3FFA0-58AF-EC43-A21F-25B7173D0ED5}"/>
              </a:ext>
            </a:extLst>
          </p:cNvPr>
          <p:cNvSpPr>
            <a:spLocks noGrp="1"/>
          </p:cNvSpPr>
          <p:nvPr>
            <p:ph type="title" hasCustomPrompt="1"/>
          </p:nvPr>
        </p:nvSpPr>
        <p:spPr>
          <a:xfrm>
            <a:off x="996696" y="3033165"/>
            <a:ext cx="10524785" cy="395835"/>
          </a:xfrm>
        </p:spPr>
        <p:txBody>
          <a:bodyPr lIns="0" anchor="t">
            <a:noAutofit/>
          </a:bodyPr>
          <a:lstStyle>
            <a:lvl1pPr marL="0" algn="l" defTabSz="914400" rtl="0" eaLnBrk="1" latinLnBrk="0" hangingPunct="1">
              <a:lnSpc>
                <a:spcPct val="100000"/>
              </a:lnSpc>
              <a:spcBef>
                <a:spcPct val="0"/>
              </a:spcBef>
              <a:buNone/>
              <a:defRPr lang="en-US" sz="2400" b="0" i="0" kern="1200" spc="40" baseline="0" dirty="0">
                <a:solidFill>
                  <a:schemeClr val="tx1"/>
                </a:solidFill>
                <a:latin typeface="+mj-lt"/>
                <a:ea typeface="Avenir Next" panose="020B0503020202020204" pitchFamily="34" charset="0"/>
                <a:cs typeface="Avenir Next" panose="020B0503020202020204" pitchFamily="34" charset="0"/>
              </a:defRPr>
            </a:lvl1pPr>
          </a:lstStyle>
          <a:p>
            <a:r>
              <a:rPr lang="en-US" dirty="0"/>
              <a:t>Section Break Goes Here</a:t>
            </a:r>
          </a:p>
        </p:txBody>
      </p:sp>
      <p:sp>
        <p:nvSpPr>
          <p:cNvPr id="14" name="Text Placeholder 8">
            <a:extLst>
              <a:ext uri="{FF2B5EF4-FFF2-40B4-BE49-F238E27FC236}">
                <a16:creationId xmlns:a16="http://schemas.microsoft.com/office/drawing/2014/main" id="{BC3041C3-FB5F-8E43-8838-ACD52A3D2931}"/>
              </a:ext>
            </a:extLst>
          </p:cNvPr>
          <p:cNvSpPr>
            <a:spLocks noGrp="1"/>
          </p:cNvSpPr>
          <p:nvPr>
            <p:ph type="body" sz="quarter" idx="13" hasCustomPrompt="1"/>
          </p:nvPr>
        </p:nvSpPr>
        <p:spPr>
          <a:xfrm>
            <a:off x="996696" y="3584448"/>
            <a:ext cx="10515600" cy="439738"/>
          </a:xfrm>
        </p:spPr>
        <p:txBody>
          <a:bodyPr lIns="0" anchor="t">
            <a:noAutofit/>
          </a:bodyPr>
          <a:lstStyle>
            <a:lvl1pPr marL="0" indent="0" algn="l" defTabSz="914400" rtl="0" eaLnBrk="1" latinLnBrk="0" hangingPunct="1">
              <a:lnSpc>
                <a:spcPct val="90000"/>
              </a:lnSpc>
              <a:spcBef>
                <a:spcPts val="1000"/>
              </a:spcBef>
              <a:buFont typeface="Arial"/>
              <a:buNone/>
              <a:defRPr lang="en-US" sz="1200" b="0" i="0" kern="1200" spc="60" baseline="0" dirty="0">
                <a:solidFill>
                  <a:schemeClr val="tx1"/>
                </a:solidFill>
                <a:latin typeface="+mj-lt"/>
                <a:ea typeface="Avenir Next" panose="020B0503020202020204" pitchFamily="34" charset="0"/>
                <a:cs typeface="Avenir Next" panose="020B0503020202020204" pitchFamily="34" charset="0"/>
              </a:defRPr>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34D476D0-D236-2C6A-84F2-E49C01191961}"/>
              </a:ext>
            </a:extLst>
          </p:cNvPr>
          <p:cNvCxnSpPr>
            <a:cxnSpLocks/>
          </p:cNvCxnSpPr>
          <p:nvPr userDrawn="1"/>
        </p:nvCxnSpPr>
        <p:spPr>
          <a:xfrm>
            <a:off x="971982" y="2788920"/>
            <a:ext cx="782677" cy="0"/>
          </a:xfrm>
          <a:prstGeom prst="line">
            <a:avLst/>
          </a:prstGeom>
          <a:ln w="19050">
            <a:solidFill>
              <a:schemeClr val="accent1"/>
            </a:solidFill>
            <a:tailEnd type="none" w="med" len="sm"/>
          </a:ln>
          <a:effectLst/>
        </p:spPr>
        <p:style>
          <a:lnRef idx="1">
            <a:schemeClr val="accent1"/>
          </a:lnRef>
          <a:fillRef idx="0">
            <a:schemeClr val="accent1"/>
          </a:fillRef>
          <a:effectRef idx="0">
            <a:schemeClr val="accent1"/>
          </a:effectRef>
          <a:fontRef idx="minor">
            <a:schemeClr val="tx1"/>
          </a:fontRef>
        </p:style>
      </p:cxnSp>
      <p:sp>
        <p:nvSpPr>
          <p:cNvPr id="12" name="Text Placeholder 11">
            <a:extLst>
              <a:ext uri="{FF2B5EF4-FFF2-40B4-BE49-F238E27FC236}">
                <a16:creationId xmlns:a16="http://schemas.microsoft.com/office/drawing/2014/main" id="{7D198DFD-85E0-E9DC-6122-B3B916B1E0D3}"/>
              </a:ext>
            </a:extLst>
          </p:cNvPr>
          <p:cNvSpPr>
            <a:spLocks noGrp="1"/>
          </p:cNvSpPr>
          <p:nvPr>
            <p:ph type="body" sz="quarter" idx="21" hasCustomPrompt="1"/>
          </p:nvPr>
        </p:nvSpPr>
        <p:spPr>
          <a:xfrm>
            <a:off x="996696" y="1550634"/>
            <a:ext cx="1471612" cy="1103312"/>
          </a:xfrm>
        </p:spPr>
        <p:txBody>
          <a:bodyPr lIns="0" bIns="0" anchor="b">
            <a:noAutofit/>
          </a:bodyPr>
          <a:lstStyle>
            <a:lvl1pPr>
              <a:defRPr sz="3200" b="0" i="0">
                <a:solidFill>
                  <a:schemeClr val="accent1"/>
                </a:solidFill>
                <a:latin typeface="+mn-lt"/>
              </a:defRPr>
            </a:lvl1pPr>
          </a:lstStyle>
          <a:p>
            <a:pPr lvl="0"/>
            <a:r>
              <a:rPr lang="en-US" dirty="0"/>
              <a:t>XX</a:t>
            </a:r>
          </a:p>
        </p:txBody>
      </p:sp>
      <p:sp>
        <p:nvSpPr>
          <p:cNvPr id="10" name="Slide Number Placeholder 5">
            <a:extLst>
              <a:ext uri="{FF2B5EF4-FFF2-40B4-BE49-F238E27FC236}">
                <a16:creationId xmlns:a16="http://schemas.microsoft.com/office/drawing/2014/main" id="{D06A3EA2-9AD7-4AA5-A0D6-EBB0412190C6}"/>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25641933"/>
      </p:ext>
    </p:extLst>
  </p:cSld>
  <p:clrMapOvr>
    <a:masterClrMapping/>
  </p:clrMapOvr>
  <p:extLst>
    <p:ext uri="{DCECCB84-F9BA-43D5-87BE-67443E8EF086}">
      <p15:sldGuideLst xmlns:p15="http://schemas.microsoft.com/office/powerpoint/2012/main">
        <p15:guide id="1" orient="horz" pos="2241">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4904" y="502920"/>
            <a:ext cx="5438458" cy="1079725"/>
          </a:xfrm>
        </p:spPr>
        <p:txBody>
          <a:bodyPr lIns="0" rIns="0">
            <a:noAutofit/>
          </a:bodyPr>
          <a:lstStyle>
            <a:lvl1pPr>
              <a:defRPr sz="2400" b="0" i="0" spc="70" baseline="0">
                <a:solidFill>
                  <a:schemeClr val="tx1"/>
                </a:solidFill>
                <a:latin typeface="+mn-lt"/>
              </a:defRPr>
            </a:lvl1pPr>
          </a:lstStyle>
          <a:p>
            <a:r>
              <a:rPr lang="en-US" dirty="0"/>
              <a:t>Agenda</a:t>
            </a:r>
          </a:p>
        </p:txBody>
      </p:sp>
      <p:sp>
        <p:nvSpPr>
          <p:cNvPr id="9" name="Text Placeholder 8"/>
          <p:cNvSpPr>
            <a:spLocks noGrp="1"/>
          </p:cNvSpPr>
          <p:nvPr>
            <p:ph type="body" sz="quarter" idx="13" hasCustomPrompt="1"/>
          </p:nvPr>
        </p:nvSpPr>
        <p:spPr>
          <a:xfrm>
            <a:off x="392156" y="286911"/>
            <a:ext cx="5438458" cy="198802"/>
          </a:xfrm>
        </p:spPr>
        <p:txBody>
          <a:bodyPr lIns="0" rIns="0" anchor="t">
            <a:noAutofit/>
          </a:bodyPr>
          <a:lstStyle>
            <a:lvl1pPr>
              <a:defRPr sz="900" b="0" i="0" cap="all" spc="300" baseline="0">
                <a:solidFill>
                  <a:schemeClr val="accent1"/>
                </a:solidFill>
                <a:latin typeface="+mn-lt"/>
              </a:defRPr>
            </a:lvl1pPr>
          </a:lstStyle>
          <a:p>
            <a:pPr lvl="0"/>
            <a:r>
              <a:rPr lang="en-US" dirty="0"/>
              <a:t>Click to add copy</a:t>
            </a:r>
          </a:p>
        </p:txBody>
      </p:sp>
      <p:sp>
        <p:nvSpPr>
          <p:cNvPr id="10" name="Content Placeholder 2">
            <a:extLst>
              <a:ext uri="{FF2B5EF4-FFF2-40B4-BE49-F238E27FC236}">
                <a16:creationId xmlns:a16="http://schemas.microsoft.com/office/drawing/2014/main" id="{741A42FA-80FE-6E4C-95DB-AF4CBA777B60}"/>
              </a:ext>
            </a:extLst>
          </p:cNvPr>
          <p:cNvSpPr>
            <a:spLocks noGrp="1"/>
          </p:cNvSpPr>
          <p:nvPr>
            <p:ph idx="1" hasCustomPrompt="1"/>
          </p:nvPr>
        </p:nvSpPr>
        <p:spPr>
          <a:xfrm>
            <a:off x="7409536" y="1448845"/>
            <a:ext cx="4533375" cy="371232"/>
          </a:xfrm>
        </p:spPr>
        <p:txBody>
          <a:bodyPr tIns="0" bIns="0" anchor="ctr">
            <a:noAutofit/>
          </a:bodyPr>
          <a:lstStyle>
            <a:lvl1pPr marL="0" indent="0">
              <a:lnSpc>
                <a:spcPct val="100000"/>
              </a:lnSpc>
              <a:spcBef>
                <a:spcPts val="1200"/>
              </a:spcBef>
              <a:buNone/>
              <a:defRPr sz="1600" b="0" i="0" spc="50" baseline="0">
                <a:solidFill>
                  <a:schemeClr val="tx1"/>
                </a:solidFill>
                <a:latin typeface="+mn-lt"/>
              </a:defRPr>
            </a:lvl1pPr>
            <a:lvl2pPr marL="0" indent="0">
              <a:lnSpc>
                <a:spcPct val="100000"/>
              </a:lnSpc>
              <a:spcBef>
                <a:spcPts val="1200"/>
              </a:spcBef>
              <a:buSzPct val="75000"/>
              <a:buNone/>
              <a:defRPr sz="2000" spc="0">
                <a:solidFill>
                  <a:schemeClr val="accent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p:txBody>
      </p:sp>
      <p:sp>
        <p:nvSpPr>
          <p:cNvPr id="12" name="Text Placeholder 4">
            <a:extLst>
              <a:ext uri="{FF2B5EF4-FFF2-40B4-BE49-F238E27FC236}">
                <a16:creationId xmlns:a16="http://schemas.microsoft.com/office/drawing/2014/main" id="{083A51FB-9E3C-F947-84EE-240FE1A46C11}"/>
              </a:ext>
            </a:extLst>
          </p:cNvPr>
          <p:cNvSpPr>
            <a:spLocks noGrp="1"/>
          </p:cNvSpPr>
          <p:nvPr>
            <p:ph type="body" sz="quarter" idx="19" hasCustomPrompt="1"/>
          </p:nvPr>
        </p:nvSpPr>
        <p:spPr>
          <a:xfrm>
            <a:off x="5964475" y="1249603"/>
            <a:ext cx="1193304" cy="757130"/>
          </a:xfrm>
        </p:spPr>
        <p:txBody>
          <a:bodyPr wrap="square" tIns="91440" bIns="0" anchor="ctr" anchorCtr="0">
            <a:noAutofit/>
          </a:bodyPr>
          <a:lstStyle>
            <a:lvl1pPr>
              <a:defRPr sz="4800" b="0" i="0" spc="-20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01 </a:t>
            </a:r>
          </a:p>
        </p:txBody>
      </p:sp>
      <p:sp>
        <p:nvSpPr>
          <p:cNvPr id="13" name="Text Placeholder 4">
            <a:extLst>
              <a:ext uri="{FF2B5EF4-FFF2-40B4-BE49-F238E27FC236}">
                <a16:creationId xmlns:a16="http://schemas.microsoft.com/office/drawing/2014/main" id="{6D119B84-A418-C24F-A5DE-7975282EAD36}"/>
              </a:ext>
            </a:extLst>
          </p:cNvPr>
          <p:cNvSpPr>
            <a:spLocks noGrp="1"/>
          </p:cNvSpPr>
          <p:nvPr>
            <p:ph type="body" sz="quarter" idx="20" hasCustomPrompt="1"/>
          </p:nvPr>
        </p:nvSpPr>
        <p:spPr>
          <a:xfrm>
            <a:off x="5964475" y="2276019"/>
            <a:ext cx="1193304" cy="757130"/>
          </a:xfrm>
        </p:spPr>
        <p:txBody>
          <a:bodyPr tIns="91440" bIns="0" anchor="ctr" anchorCtr="0">
            <a:noAutofit/>
          </a:bodyPr>
          <a:lstStyle>
            <a:lvl1pPr>
              <a:defRPr sz="4800" b="0" i="0" spc="-20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02 </a:t>
            </a:r>
          </a:p>
        </p:txBody>
      </p:sp>
      <p:sp>
        <p:nvSpPr>
          <p:cNvPr id="14" name="Text Placeholder 4">
            <a:extLst>
              <a:ext uri="{FF2B5EF4-FFF2-40B4-BE49-F238E27FC236}">
                <a16:creationId xmlns:a16="http://schemas.microsoft.com/office/drawing/2014/main" id="{5BAD016E-C071-E740-AF64-C9DFE0BF62F2}"/>
              </a:ext>
            </a:extLst>
          </p:cNvPr>
          <p:cNvSpPr>
            <a:spLocks noGrp="1"/>
          </p:cNvSpPr>
          <p:nvPr>
            <p:ph type="body" sz="quarter" idx="21" hasCustomPrompt="1"/>
          </p:nvPr>
        </p:nvSpPr>
        <p:spPr>
          <a:xfrm>
            <a:off x="5964476" y="3302435"/>
            <a:ext cx="1193304" cy="757130"/>
          </a:xfrm>
        </p:spPr>
        <p:txBody>
          <a:bodyPr tIns="91440" bIns="0" anchor="ctr" anchorCtr="0">
            <a:noAutofit/>
          </a:bodyPr>
          <a:lstStyle>
            <a:lvl1pPr>
              <a:defRPr sz="4800" b="0" i="0" spc="-20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03</a:t>
            </a:r>
          </a:p>
        </p:txBody>
      </p:sp>
      <p:sp>
        <p:nvSpPr>
          <p:cNvPr id="15" name="Text Placeholder 4">
            <a:extLst>
              <a:ext uri="{FF2B5EF4-FFF2-40B4-BE49-F238E27FC236}">
                <a16:creationId xmlns:a16="http://schemas.microsoft.com/office/drawing/2014/main" id="{D0315E9E-44B3-8846-9CF0-BD5BA4ECA7F7}"/>
              </a:ext>
            </a:extLst>
          </p:cNvPr>
          <p:cNvSpPr>
            <a:spLocks noGrp="1"/>
          </p:cNvSpPr>
          <p:nvPr>
            <p:ph type="body" sz="quarter" idx="22" hasCustomPrompt="1"/>
          </p:nvPr>
        </p:nvSpPr>
        <p:spPr>
          <a:xfrm>
            <a:off x="5964476" y="4328851"/>
            <a:ext cx="1193304" cy="757130"/>
          </a:xfrm>
        </p:spPr>
        <p:txBody>
          <a:bodyPr tIns="91440" bIns="0" anchor="ctr" anchorCtr="0">
            <a:noAutofit/>
          </a:bodyPr>
          <a:lstStyle>
            <a:lvl1pPr>
              <a:defRPr sz="4800" b="0" i="0" spc="-20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04 </a:t>
            </a:r>
          </a:p>
        </p:txBody>
      </p:sp>
      <p:sp>
        <p:nvSpPr>
          <p:cNvPr id="16" name="Content Placeholder 2">
            <a:extLst>
              <a:ext uri="{FF2B5EF4-FFF2-40B4-BE49-F238E27FC236}">
                <a16:creationId xmlns:a16="http://schemas.microsoft.com/office/drawing/2014/main" id="{F5A4DAE2-A99D-6447-AF73-EA87CA912047}"/>
              </a:ext>
            </a:extLst>
          </p:cNvPr>
          <p:cNvSpPr>
            <a:spLocks noGrp="1"/>
          </p:cNvSpPr>
          <p:nvPr>
            <p:ph idx="23" hasCustomPrompt="1"/>
          </p:nvPr>
        </p:nvSpPr>
        <p:spPr>
          <a:xfrm>
            <a:off x="7409536" y="2473688"/>
            <a:ext cx="4533375" cy="371232"/>
          </a:xfrm>
        </p:spPr>
        <p:txBody>
          <a:bodyPr tIns="0" bIns="0" anchor="ctr">
            <a:noAutofit/>
          </a:bodyPr>
          <a:lstStyle>
            <a:lvl1pPr marL="0" indent="0">
              <a:lnSpc>
                <a:spcPct val="100000"/>
              </a:lnSpc>
              <a:spcBef>
                <a:spcPts val="1200"/>
              </a:spcBef>
              <a:buNone/>
              <a:defRPr sz="1600" b="0" i="0" spc="50" baseline="0">
                <a:solidFill>
                  <a:schemeClr val="tx1"/>
                </a:solidFill>
                <a:latin typeface="+mn-lt"/>
              </a:defRPr>
            </a:lvl1pPr>
            <a:lvl2pPr marL="0" indent="0">
              <a:lnSpc>
                <a:spcPct val="100000"/>
              </a:lnSpc>
              <a:spcBef>
                <a:spcPts val="1200"/>
              </a:spcBef>
              <a:buSzPct val="75000"/>
              <a:buNone/>
              <a:defRPr sz="2000" spc="0">
                <a:solidFill>
                  <a:schemeClr val="accent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p:txBody>
      </p:sp>
      <p:sp>
        <p:nvSpPr>
          <p:cNvPr id="17" name="Content Placeholder 2">
            <a:extLst>
              <a:ext uri="{FF2B5EF4-FFF2-40B4-BE49-F238E27FC236}">
                <a16:creationId xmlns:a16="http://schemas.microsoft.com/office/drawing/2014/main" id="{9E1C1682-F07F-6946-8B54-7E3DA45B4EE1}"/>
              </a:ext>
            </a:extLst>
          </p:cNvPr>
          <p:cNvSpPr>
            <a:spLocks noGrp="1"/>
          </p:cNvSpPr>
          <p:nvPr>
            <p:ph idx="24" hasCustomPrompt="1"/>
          </p:nvPr>
        </p:nvSpPr>
        <p:spPr>
          <a:xfrm>
            <a:off x="7409536" y="3498530"/>
            <a:ext cx="4533375" cy="371232"/>
          </a:xfrm>
        </p:spPr>
        <p:txBody>
          <a:bodyPr tIns="0" bIns="0" anchor="ctr">
            <a:noAutofit/>
          </a:bodyPr>
          <a:lstStyle>
            <a:lvl1pPr marL="0" indent="0">
              <a:lnSpc>
                <a:spcPct val="100000"/>
              </a:lnSpc>
              <a:spcBef>
                <a:spcPts val="1200"/>
              </a:spcBef>
              <a:buNone/>
              <a:defRPr sz="1600" b="0" i="0" spc="50" baseline="0">
                <a:solidFill>
                  <a:schemeClr val="tx1"/>
                </a:solidFill>
                <a:latin typeface="+mn-lt"/>
              </a:defRPr>
            </a:lvl1pPr>
            <a:lvl2pPr marL="0" indent="0">
              <a:lnSpc>
                <a:spcPct val="100000"/>
              </a:lnSpc>
              <a:spcBef>
                <a:spcPts val="1200"/>
              </a:spcBef>
              <a:buSzPct val="75000"/>
              <a:buNone/>
              <a:defRPr sz="2000" spc="0">
                <a:solidFill>
                  <a:schemeClr val="accent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p:txBody>
      </p:sp>
      <p:sp>
        <p:nvSpPr>
          <p:cNvPr id="18" name="Content Placeholder 2">
            <a:extLst>
              <a:ext uri="{FF2B5EF4-FFF2-40B4-BE49-F238E27FC236}">
                <a16:creationId xmlns:a16="http://schemas.microsoft.com/office/drawing/2014/main" id="{46D89A07-9EB2-B141-B2B7-966F8AEEF2EF}"/>
              </a:ext>
            </a:extLst>
          </p:cNvPr>
          <p:cNvSpPr>
            <a:spLocks noGrp="1"/>
          </p:cNvSpPr>
          <p:nvPr>
            <p:ph idx="25" hasCustomPrompt="1"/>
          </p:nvPr>
        </p:nvSpPr>
        <p:spPr>
          <a:xfrm>
            <a:off x="7409536" y="4523372"/>
            <a:ext cx="4533375" cy="371232"/>
          </a:xfrm>
        </p:spPr>
        <p:txBody>
          <a:bodyPr tIns="0" bIns="0" anchor="ctr">
            <a:noAutofit/>
          </a:bodyPr>
          <a:lstStyle>
            <a:lvl1pPr marL="0" indent="0">
              <a:lnSpc>
                <a:spcPct val="100000"/>
              </a:lnSpc>
              <a:spcBef>
                <a:spcPts val="1200"/>
              </a:spcBef>
              <a:buNone/>
              <a:defRPr sz="1600" b="0" i="0" spc="50" baseline="0">
                <a:solidFill>
                  <a:schemeClr val="tx1"/>
                </a:solidFill>
                <a:latin typeface="+mn-lt"/>
              </a:defRPr>
            </a:lvl1pPr>
            <a:lvl2pPr marL="0" indent="0">
              <a:lnSpc>
                <a:spcPct val="100000"/>
              </a:lnSpc>
              <a:spcBef>
                <a:spcPts val="1200"/>
              </a:spcBef>
              <a:buSzPct val="75000"/>
              <a:buNone/>
              <a:defRPr sz="2000" spc="0">
                <a:solidFill>
                  <a:schemeClr val="accent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p:txBody>
      </p:sp>
      <p:sp>
        <p:nvSpPr>
          <p:cNvPr id="19" name="Text Placeholder 4">
            <a:extLst>
              <a:ext uri="{FF2B5EF4-FFF2-40B4-BE49-F238E27FC236}">
                <a16:creationId xmlns:a16="http://schemas.microsoft.com/office/drawing/2014/main" id="{F0F1D582-DD59-1947-89E8-E75E97322C72}"/>
              </a:ext>
            </a:extLst>
          </p:cNvPr>
          <p:cNvSpPr>
            <a:spLocks noGrp="1"/>
          </p:cNvSpPr>
          <p:nvPr>
            <p:ph type="body" sz="quarter" idx="26" hasCustomPrompt="1"/>
          </p:nvPr>
        </p:nvSpPr>
        <p:spPr>
          <a:xfrm>
            <a:off x="5964476" y="5355266"/>
            <a:ext cx="1193304" cy="757130"/>
          </a:xfrm>
        </p:spPr>
        <p:txBody>
          <a:bodyPr tIns="91440" bIns="0" anchor="ctr" anchorCtr="0">
            <a:noAutofit/>
          </a:bodyPr>
          <a:lstStyle>
            <a:lvl1pPr>
              <a:defRPr sz="4800" b="0" i="0" spc="-20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05 </a:t>
            </a:r>
          </a:p>
        </p:txBody>
      </p:sp>
      <p:sp>
        <p:nvSpPr>
          <p:cNvPr id="20" name="Content Placeholder 2">
            <a:extLst>
              <a:ext uri="{FF2B5EF4-FFF2-40B4-BE49-F238E27FC236}">
                <a16:creationId xmlns:a16="http://schemas.microsoft.com/office/drawing/2014/main" id="{98FFC2BD-5A1D-C342-9785-816A4C0299FC}"/>
              </a:ext>
            </a:extLst>
          </p:cNvPr>
          <p:cNvSpPr>
            <a:spLocks noGrp="1"/>
          </p:cNvSpPr>
          <p:nvPr>
            <p:ph idx="27" hasCustomPrompt="1"/>
          </p:nvPr>
        </p:nvSpPr>
        <p:spPr>
          <a:xfrm>
            <a:off x="7409536" y="5548215"/>
            <a:ext cx="4533375" cy="371232"/>
          </a:xfrm>
        </p:spPr>
        <p:txBody>
          <a:bodyPr tIns="0" bIns="0" anchor="ctr" anchorCtr="0">
            <a:noAutofit/>
          </a:bodyPr>
          <a:lstStyle>
            <a:lvl1pPr marL="0" indent="0">
              <a:lnSpc>
                <a:spcPct val="100000"/>
              </a:lnSpc>
              <a:spcBef>
                <a:spcPts val="1200"/>
              </a:spcBef>
              <a:buNone/>
              <a:defRPr sz="1600" b="0" i="0" spc="50" baseline="0">
                <a:solidFill>
                  <a:schemeClr val="tx1"/>
                </a:solidFill>
                <a:latin typeface="+mn-lt"/>
              </a:defRPr>
            </a:lvl1pPr>
            <a:lvl2pPr marL="0" indent="0">
              <a:lnSpc>
                <a:spcPct val="100000"/>
              </a:lnSpc>
              <a:spcBef>
                <a:spcPts val="1200"/>
              </a:spcBef>
              <a:buSzPct val="75000"/>
              <a:buNone/>
              <a:defRPr sz="2000" spc="0">
                <a:solidFill>
                  <a:schemeClr val="accent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p:txBody>
      </p:sp>
      <p:sp>
        <p:nvSpPr>
          <p:cNvPr id="24" name="Slide Number Placeholder 5">
            <a:extLst>
              <a:ext uri="{FF2B5EF4-FFF2-40B4-BE49-F238E27FC236}">
                <a16:creationId xmlns:a16="http://schemas.microsoft.com/office/drawing/2014/main" id="{55E70678-76E0-49E5-ADE5-F583465F8024}"/>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545932580"/>
      </p:ext>
    </p:extLst>
  </p:cSld>
  <p:clrMapOvr>
    <a:masterClrMapping/>
  </p:clrMapOvr>
  <p:extLst>
    <p:ext uri="{DCECCB84-F9BA-43D5-87BE-67443E8EF086}">
      <p15:sldGuideLst xmlns:p15="http://schemas.microsoft.com/office/powerpoint/2012/main">
        <p15:guide id="2" orient="horz" pos="2260" userDrawn="1">
          <p15:clr>
            <a:srgbClr val="FBAE40"/>
          </p15:clr>
        </p15:guide>
        <p15:guide id="3" orient="horz" pos="412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2">
    <p:bg>
      <p:bgPr>
        <a:solidFill>
          <a:schemeClr val="bg1"/>
        </a:solidFill>
        <a:effectLst/>
      </p:bgPr>
    </p:bg>
    <p:spTree>
      <p:nvGrpSpPr>
        <p:cNvPr id="1" name=""/>
        <p:cNvGrpSpPr/>
        <p:nvPr/>
      </p:nvGrpSpPr>
      <p:grpSpPr>
        <a:xfrm>
          <a:off x="0" y="0"/>
          <a:ext cx="0" cy="0"/>
          <a:chOff x="0" y="0"/>
          <a:chExt cx="0" cy="0"/>
        </a:xfrm>
      </p:grpSpPr>
      <p:sp>
        <p:nvSpPr>
          <p:cNvPr id="12" name="Text Placeholder 4">
            <a:extLst>
              <a:ext uri="{FF2B5EF4-FFF2-40B4-BE49-F238E27FC236}">
                <a16:creationId xmlns:a16="http://schemas.microsoft.com/office/drawing/2014/main" id="{083A51FB-9E3C-F947-84EE-240FE1A46C11}"/>
              </a:ext>
            </a:extLst>
          </p:cNvPr>
          <p:cNvSpPr>
            <a:spLocks noGrp="1"/>
          </p:cNvSpPr>
          <p:nvPr>
            <p:ph type="body" sz="quarter" idx="19" hasCustomPrompt="1"/>
          </p:nvPr>
        </p:nvSpPr>
        <p:spPr>
          <a:xfrm>
            <a:off x="2897133" y="1319496"/>
            <a:ext cx="1193304" cy="646331"/>
          </a:xfrm>
        </p:spPr>
        <p:txBody>
          <a:bodyPr wrap="square"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01 </a:t>
            </a:r>
          </a:p>
        </p:txBody>
      </p:sp>
      <p:sp>
        <p:nvSpPr>
          <p:cNvPr id="22" name="Text Placeholder 4">
            <a:extLst>
              <a:ext uri="{FF2B5EF4-FFF2-40B4-BE49-F238E27FC236}">
                <a16:creationId xmlns:a16="http://schemas.microsoft.com/office/drawing/2014/main" id="{9CE81BCA-C098-8E4B-8BBE-D837B9E552AB}"/>
              </a:ext>
            </a:extLst>
          </p:cNvPr>
          <p:cNvSpPr>
            <a:spLocks noGrp="1"/>
          </p:cNvSpPr>
          <p:nvPr>
            <p:ph type="body" sz="quarter" idx="29" hasCustomPrompt="1"/>
          </p:nvPr>
        </p:nvSpPr>
        <p:spPr>
          <a:xfrm>
            <a:off x="7822419" y="1319496"/>
            <a:ext cx="1193304" cy="646331"/>
          </a:xfrm>
        </p:spPr>
        <p:txBody>
          <a:bodyPr wrap="square"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06 </a:t>
            </a:r>
          </a:p>
        </p:txBody>
      </p:sp>
      <p:sp>
        <p:nvSpPr>
          <p:cNvPr id="31" name="Text Placeholder 4">
            <a:extLst>
              <a:ext uri="{FF2B5EF4-FFF2-40B4-BE49-F238E27FC236}">
                <a16:creationId xmlns:a16="http://schemas.microsoft.com/office/drawing/2014/main" id="{401BF23C-3D99-8E4B-92E4-F0E93BCE3397}"/>
              </a:ext>
            </a:extLst>
          </p:cNvPr>
          <p:cNvSpPr>
            <a:spLocks noGrp="1"/>
          </p:cNvSpPr>
          <p:nvPr>
            <p:ph type="body" sz="quarter" idx="39"/>
          </p:nvPr>
        </p:nvSpPr>
        <p:spPr>
          <a:xfrm>
            <a:off x="4108440" y="2523643"/>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2" name="Text Placeholder 4">
            <a:extLst>
              <a:ext uri="{FF2B5EF4-FFF2-40B4-BE49-F238E27FC236}">
                <a16:creationId xmlns:a16="http://schemas.microsoft.com/office/drawing/2014/main" id="{DF6B8C2A-A1D6-9B45-9B81-FFE9AB6D3959}"/>
              </a:ext>
            </a:extLst>
          </p:cNvPr>
          <p:cNvSpPr>
            <a:spLocks noGrp="1"/>
          </p:cNvSpPr>
          <p:nvPr>
            <p:ph type="body" sz="quarter" idx="40"/>
          </p:nvPr>
        </p:nvSpPr>
        <p:spPr>
          <a:xfrm>
            <a:off x="4108440" y="3548046"/>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3" name="Text Placeholder 4">
            <a:extLst>
              <a:ext uri="{FF2B5EF4-FFF2-40B4-BE49-F238E27FC236}">
                <a16:creationId xmlns:a16="http://schemas.microsoft.com/office/drawing/2014/main" id="{F4CE2E6E-FF0C-2540-9240-819F5B28C6FA}"/>
              </a:ext>
            </a:extLst>
          </p:cNvPr>
          <p:cNvSpPr>
            <a:spLocks noGrp="1"/>
          </p:cNvSpPr>
          <p:nvPr>
            <p:ph type="body" sz="quarter" idx="41"/>
          </p:nvPr>
        </p:nvSpPr>
        <p:spPr>
          <a:xfrm>
            <a:off x="4108440" y="4572449"/>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4" name="Text Placeholder 4">
            <a:extLst>
              <a:ext uri="{FF2B5EF4-FFF2-40B4-BE49-F238E27FC236}">
                <a16:creationId xmlns:a16="http://schemas.microsoft.com/office/drawing/2014/main" id="{DE8D63EE-9917-D943-9961-CEC8BEE53C47}"/>
              </a:ext>
            </a:extLst>
          </p:cNvPr>
          <p:cNvSpPr>
            <a:spLocks noGrp="1"/>
          </p:cNvSpPr>
          <p:nvPr>
            <p:ph type="body" sz="quarter" idx="42"/>
          </p:nvPr>
        </p:nvSpPr>
        <p:spPr>
          <a:xfrm>
            <a:off x="4108440" y="5596852"/>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5" name="Text Placeholder 4">
            <a:extLst>
              <a:ext uri="{FF2B5EF4-FFF2-40B4-BE49-F238E27FC236}">
                <a16:creationId xmlns:a16="http://schemas.microsoft.com/office/drawing/2014/main" id="{B2D0578B-F58C-704B-86B0-99FDF047074C}"/>
              </a:ext>
            </a:extLst>
          </p:cNvPr>
          <p:cNvSpPr>
            <a:spLocks noGrp="1"/>
          </p:cNvSpPr>
          <p:nvPr>
            <p:ph type="body" sz="quarter" idx="38"/>
          </p:nvPr>
        </p:nvSpPr>
        <p:spPr>
          <a:xfrm>
            <a:off x="4108440" y="1492364"/>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2" name="Title 1"/>
          <p:cNvSpPr>
            <a:spLocks noGrp="1"/>
          </p:cNvSpPr>
          <p:nvPr>
            <p:ph type="title" hasCustomPrompt="1"/>
          </p:nvPr>
        </p:nvSpPr>
        <p:spPr>
          <a:xfrm>
            <a:off x="374904" y="502920"/>
            <a:ext cx="5475988" cy="640761"/>
          </a:xfrm>
        </p:spPr>
        <p:txBody>
          <a:bodyPr lIns="0">
            <a:noAutofit/>
          </a:bodyPr>
          <a:lstStyle>
            <a:lvl1pPr>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Agenda</a:t>
            </a:r>
          </a:p>
        </p:txBody>
      </p:sp>
      <p:sp>
        <p:nvSpPr>
          <p:cNvPr id="9" name="Text Placeholder 8"/>
          <p:cNvSpPr>
            <a:spLocks noGrp="1"/>
          </p:cNvSpPr>
          <p:nvPr>
            <p:ph type="body" sz="quarter" idx="13" hasCustomPrompt="1"/>
          </p:nvPr>
        </p:nvSpPr>
        <p:spPr>
          <a:xfrm>
            <a:off x="393192" y="286911"/>
            <a:ext cx="5438458" cy="197950"/>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add copy</a:t>
            </a:r>
          </a:p>
        </p:txBody>
      </p:sp>
      <p:sp>
        <p:nvSpPr>
          <p:cNvPr id="13" name="Text Placeholder 4">
            <a:extLst>
              <a:ext uri="{FF2B5EF4-FFF2-40B4-BE49-F238E27FC236}">
                <a16:creationId xmlns:a16="http://schemas.microsoft.com/office/drawing/2014/main" id="{6D119B84-A418-C24F-A5DE-7975282EAD36}"/>
              </a:ext>
            </a:extLst>
          </p:cNvPr>
          <p:cNvSpPr>
            <a:spLocks noGrp="1"/>
          </p:cNvSpPr>
          <p:nvPr>
            <p:ph type="body" sz="quarter" idx="20" hasCustomPrompt="1"/>
          </p:nvPr>
        </p:nvSpPr>
        <p:spPr>
          <a:xfrm>
            <a:off x="2897133" y="2345912"/>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02 </a:t>
            </a:r>
          </a:p>
        </p:txBody>
      </p:sp>
      <p:sp>
        <p:nvSpPr>
          <p:cNvPr id="14" name="Text Placeholder 4">
            <a:extLst>
              <a:ext uri="{FF2B5EF4-FFF2-40B4-BE49-F238E27FC236}">
                <a16:creationId xmlns:a16="http://schemas.microsoft.com/office/drawing/2014/main" id="{5BAD016E-C071-E740-AF64-C9DFE0BF62F2}"/>
              </a:ext>
            </a:extLst>
          </p:cNvPr>
          <p:cNvSpPr>
            <a:spLocks noGrp="1"/>
          </p:cNvSpPr>
          <p:nvPr>
            <p:ph type="body" sz="quarter" idx="21" hasCustomPrompt="1"/>
          </p:nvPr>
        </p:nvSpPr>
        <p:spPr>
          <a:xfrm>
            <a:off x="2897134" y="3372328"/>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03</a:t>
            </a:r>
          </a:p>
        </p:txBody>
      </p:sp>
      <p:sp>
        <p:nvSpPr>
          <p:cNvPr id="15" name="Text Placeholder 4">
            <a:extLst>
              <a:ext uri="{FF2B5EF4-FFF2-40B4-BE49-F238E27FC236}">
                <a16:creationId xmlns:a16="http://schemas.microsoft.com/office/drawing/2014/main" id="{D0315E9E-44B3-8846-9CF0-BD5BA4ECA7F7}"/>
              </a:ext>
            </a:extLst>
          </p:cNvPr>
          <p:cNvSpPr>
            <a:spLocks noGrp="1"/>
          </p:cNvSpPr>
          <p:nvPr>
            <p:ph type="body" sz="quarter" idx="22" hasCustomPrompt="1"/>
          </p:nvPr>
        </p:nvSpPr>
        <p:spPr>
          <a:xfrm>
            <a:off x="2897134" y="4398744"/>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04 </a:t>
            </a:r>
          </a:p>
        </p:txBody>
      </p:sp>
      <p:sp>
        <p:nvSpPr>
          <p:cNvPr id="19" name="Text Placeholder 4">
            <a:extLst>
              <a:ext uri="{FF2B5EF4-FFF2-40B4-BE49-F238E27FC236}">
                <a16:creationId xmlns:a16="http://schemas.microsoft.com/office/drawing/2014/main" id="{F0F1D582-DD59-1947-89E8-E75E97322C72}"/>
              </a:ext>
            </a:extLst>
          </p:cNvPr>
          <p:cNvSpPr>
            <a:spLocks noGrp="1"/>
          </p:cNvSpPr>
          <p:nvPr>
            <p:ph type="body" sz="quarter" idx="26" hasCustomPrompt="1"/>
          </p:nvPr>
        </p:nvSpPr>
        <p:spPr>
          <a:xfrm>
            <a:off x="2897134" y="5425159"/>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05 </a:t>
            </a:r>
          </a:p>
        </p:txBody>
      </p:sp>
      <p:sp>
        <p:nvSpPr>
          <p:cNvPr id="23" name="Text Placeholder 4">
            <a:extLst>
              <a:ext uri="{FF2B5EF4-FFF2-40B4-BE49-F238E27FC236}">
                <a16:creationId xmlns:a16="http://schemas.microsoft.com/office/drawing/2014/main" id="{D56E5795-01DD-6043-94A8-F499AB73F961}"/>
              </a:ext>
            </a:extLst>
          </p:cNvPr>
          <p:cNvSpPr>
            <a:spLocks noGrp="1"/>
          </p:cNvSpPr>
          <p:nvPr>
            <p:ph type="body" sz="quarter" idx="30" hasCustomPrompt="1"/>
          </p:nvPr>
        </p:nvSpPr>
        <p:spPr>
          <a:xfrm>
            <a:off x="7822419" y="2345912"/>
            <a:ext cx="1193304" cy="646331"/>
          </a:xfrm>
        </p:spPr>
        <p:txBody>
          <a:bodyPr tIns="91440" bIns="0" anchor="ctr" anchorCtr="0">
            <a:noAutofit/>
          </a:bodyPr>
          <a:lstStyle>
            <a:lvl1pPr>
              <a:defRPr sz="4000" b="0" i="0" spc="-20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07</a:t>
            </a:r>
          </a:p>
        </p:txBody>
      </p:sp>
      <p:sp>
        <p:nvSpPr>
          <p:cNvPr id="24" name="Text Placeholder 4">
            <a:extLst>
              <a:ext uri="{FF2B5EF4-FFF2-40B4-BE49-F238E27FC236}">
                <a16:creationId xmlns:a16="http://schemas.microsoft.com/office/drawing/2014/main" id="{E84276F7-C9B2-D84D-ADD0-71C5434D3F87}"/>
              </a:ext>
            </a:extLst>
          </p:cNvPr>
          <p:cNvSpPr>
            <a:spLocks noGrp="1"/>
          </p:cNvSpPr>
          <p:nvPr>
            <p:ph type="body" sz="quarter" idx="31" hasCustomPrompt="1"/>
          </p:nvPr>
        </p:nvSpPr>
        <p:spPr>
          <a:xfrm>
            <a:off x="7822420" y="3372328"/>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08</a:t>
            </a:r>
          </a:p>
        </p:txBody>
      </p:sp>
      <p:sp>
        <p:nvSpPr>
          <p:cNvPr id="25" name="Text Placeholder 4">
            <a:extLst>
              <a:ext uri="{FF2B5EF4-FFF2-40B4-BE49-F238E27FC236}">
                <a16:creationId xmlns:a16="http://schemas.microsoft.com/office/drawing/2014/main" id="{E471C3FB-B3F6-744B-A296-00DDC878B0AC}"/>
              </a:ext>
            </a:extLst>
          </p:cNvPr>
          <p:cNvSpPr>
            <a:spLocks noGrp="1"/>
          </p:cNvSpPr>
          <p:nvPr>
            <p:ph type="body" sz="quarter" idx="32" hasCustomPrompt="1"/>
          </p:nvPr>
        </p:nvSpPr>
        <p:spPr>
          <a:xfrm>
            <a:off x="7822420" y="4398744"/>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09</a:t>
            </a:r>
          </a:p>
        </p:txBody>
      </p:sp>
      <p:sp>
        <p:nvSpPr>
          <p:cNvPr id="29" name="Text Placeholder 4">
            <a:extLst>
              <a:ext uri="{FF2B5EF4-FFF2-40B4-BE49-F238E27FC236}">
                <a16:creationId xmlns:a16="http://schemas.microsoft.com/office/drawing/2014/main" id="{CE1CEB61-A22E-444D-B87A-AD4205A7BB59}"/>
              </a:ext>
            </a:extLst>
          </p:cNvPr>
          <p:cNvSpPr>
            <a:spLocks noGrp="1"/>
          </p:cNvSpPr>
          <p:nvPr>
            <p:ph type="body" sz="quarter" idx="36" hasCustomPrompt="1"/>
          </p:nvPr>
        </p:nvSpPr>
        <p:spPr>
          <a:xfrm>
            <a:off x="7822420" y="5425159"/>
            <a:ext cx="1193304" cy="646331"/>
          </a:xfrm>
        </p:spPr>
        <p:txBody>
          <a:bodyPr tIns="91440" bIns="0" anchor="ctr" anchorCtr="0">
            <a:noAutofit/>
          </a:bodyPr>
          <a:lstStyle>
            <a:lvl1pPr>
              <a:defRPr sz="4000" b="0" i="0" spc="-35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10</a:t>
            </a:r>
          </a:p>
        </p:txBody>
      </p:sp>
      <p:sp>
        <p:nvSpPr>
          <p:cNvPr id="35" name="Text Placeholder 4">
            <a:extLst>
              <a:ext uri="{FF2B5EF4-FFF2-40B4-BE49-F238E27FC236}">
                <a16:creationId xmlns:a16="http://schemas.microsoft.com/office/drawing/2014/main" id="{49258B9B-B0F1-7A46-880B-40B510E1B385}"/>
              </a:ext>
            </a:extLst>
          </p:cNvPr>
          <p:cNvSpPr>
            <a:spLocks noGrp="1"/>
          </p:cNvSpPr>
          <p:nvPr>
            <p:ph type="body" sz="quarter" idx="43"/>
          </p:nvPr>
        </p:nvSpPr>
        <p:spPr>
          <a:xfrm>
            <a:off x="9033726" y="2523643"/>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6" name="Text Placeholder 4">
            <a:extLst>
              <a:ext uri="{FF2B5EF4-FFF2-40B4-BE49-F238E27FC236}">
                <a16:creationId xmlns:a16="http://schemas.microsoft.com/office/drawing/2014/main" id="{EB9B68E6-53A8-354C-9455-ABE0394F226A}"/>
              </a:ext>
            </a:extLst>
          </p:cNvPr>
          <p:cNvSpPr>
            <a:spLocks noGrp="1"/>
          </p:cNvSpPr>
          <p:nvPr>
            <p:ph type="body" sz="quarter" idx="44"/>
          </p:nvPr>
        </p:nvSpPr>
        <p:spPr>
          <a:xfrm>
            <a:off x="9033726" y="3548046"/>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7" name="Text Placeholder 4">
            <a:extLst>
              <a:ext uri="{FF2B5EF4-FFF2-40B4-BE49-F238E27FC236}">
                <a16:creationId xmlns:a16="http://schemas.microsoft.com/office/drawing/2014/main" id="{B202948B-1C87-494D-8E9B-B02926867206}"/>
              </a:ext>
            </a:extLst>
          </p:cNvPr>
          <p:cNvSpPr>
            <a:spLocks noGrp="1"/>
          </p:cNvSpPr>
          <p:nvPr>
            <p:ph type="body" sz="quarter" idx="45"/>
          </p:nvPr>
        </p:nvSpPr>
        <p:spPr>
          <a:xfrm>
            <a:off x="9033726" y="4572449"/>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8" name="Text Placeholder 4">
            <a:extLst>
              <a:ext uri="{FF2B5EF4-FFF2-40B4-BE49-F238E27FC236}">
                <a16:creationId xmlns:a16="http://schemas.microsoft.com/office/drawing/2014/main" id="{7C16E18E-CAE0-AD41-8F2B-DD98ED319ACB}"/>
              </a:ext>
            </a:extLst>
          </p:cNvPr>
          <p:cNvSpPr>
            <a:spLocks noGrp="1"/>
          </p:cNvSpPr>
          <p:nvPr>
            <p:ph type="body" sz="quarter" idx="46"/>
          </p:nvPr>
        </p:nvSpPr>
        <p:spPr>
          <a:xfrm>
            <a:off x="9033726" y="5596852"/>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39" name="Text Placeholder 4">
            <a:extLst>
              <a:ext uri="{FF2B5EF4-FFF2-40B4-BE49-F238E27FC236}">
                <a16:creationId xmlns:a16="http://schemas.microsoft.com/office/drawing/2014/main" id="{D6A3AD81-78AD-F247-999C-689AE0C7368E}"/>
              </a:ext>
            </a:extLst>
          </p:cNvPr>
          <p:cNvSpPr>
            <a:spLocks noGrp="1"/>
          </p:cNvSpPr>
          <p:nvPr>
            <p:ph type="body" sz="quarter" idx="47"/>
          </p:nvPr>
        </p:nvSpPr>
        <p:spPr>
          <a:xfrm>
            <a:off x="9033726" y="1492364"/>
            <a:ext cx="3335784" cy="776288"/>
          </a:xfrm>
        </p:spPr>
        <p:txBody>
          <a:bodyPr>
            <a:noAutofit/>
          </a:bodyPr>
          <a:lstStyle>
            <a:lvl1pPr>
              <a:defRPr sz="1600" b="0" i="0" spc="0" baseline="0">
                <a:solidFill>
                  <a:schemeClr val="tx1"/>
                </a:solidFill>
                <a:latin typeface="+mn-lt"/>
              </a:defRPr>
            </a:lvl1pPr>
            <a:lvl2pPr marL="169863" indent="-169863">
              <a:defRPr sz="1200" b="0" i="0" spc="0">
                <a:solidFill>
                  <a:schemeClr val="tx1"/>
                </a:solidFill>
                <a:latin typeface="+mn-lt"/>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
        <p:nvSpPr>
          <p:cNvPr id="27" name="Slide Number Placeholder 5">
            <a:extLst>
              <a:ext uri="{FF2B5EF4-FFF2-40B4-BE49-F238E27FC236}">
                <a16:creationId xmlns:a16="http://schemas.microsoft.com/office/drawing/2014/main" id="{A94209CA-4FA4-4040-BEAB-CBB5E32F6C83}"/>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60942217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608" userDrawn="1">
          <p15:clr>
            <a:srgbClr val="FBAE40"/>
          </p15:clr>
        </p15:guide>
        <p15:guide id="4" orient="horz" pos="4045" userDrawn="1">
          <p15:clr>
            <a:srgbClr val="FBAE40"/>
          </p15:clr>
        </p15:guide>
        <p15:guide id="5" orient="horz" pos="1032" userDrawn="1">
          <p15:clr>
            <a:srgbClr val="FBAE40"/>
          </p15:clr>
        </p15:guide>
        <p15:guide id="6" orient="horz" pos="1845" userDrawn="1">
          <p15:clr>
            <a:srgbClr val="FBAE40"/>
          </p15:clr>
        </p15:guide>
        <p15:guide id="7" orient="horz" pos="2663" userDrawn="1">
          <p15:clr>
            <a:srgbClr val="FBAE40"/>
          </p15:clr>
        </p15:guide>
        <p15:guide id="8" orient="horz" pos="3473"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Executive Summary">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9C1E200-8DFA-9E42-B307-DF304F8A15BC}"/>
              </a:ext>
            </a:extLst>
          </p:cNvPr>
          <p:cNvSpPr/>
          <p:nvPr userDrawn="1"/>
        </p:nvSpPr>
        <p:spPr>
          <a:xfrm>
            <a:off x="0" y="1816962"/>
            <a:ext cx="12192000" cy="50410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438458" cy="213074"/>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484957"/>
            <a:ext cx="8631395" cy="425329"/>
          </a:xfrm>
        </p:spPr>
        <p:txBody>
          <a:bodyPr lIns="0">
            <a:noAutofit/>
          </a:bodyPr>
          <a:lstStyle>
            <a:lvl1pPr>
              <a:defRPr sz="1400" b="1" i="0" spc="-20" baseline="0">
                <a:solidFill>
                  <a:schemeClr val="tx1"/>
                </a:solidFill>
                <a:latin typeface="Avenir Next LT Pro Demi" panose="020B0504020202020204" pitchFamily="34" charset="77"/>
              </a:defRPr>
            </a:lvl1pPr>
          </a:lstStyle>
          <a:p>
            <a:pPr lvl="0"/>
            <a:r>
              <a:rPr lang="en-US" dirty="0"/>
              <a:t>Click to edit Master text styles</a:t>
            </a:r>
          </a:p>
        </p:txBody>
      </p:sp>
      <p:cxnSp>
        <p:nvCxnSpPr>
          <p:cNvPr id="13" name="Straight Connector 12">
            <a:extLst>
              <a:ext uri="{FF2B5EF4-FFF2-40B4-BE49-F238E27FC236}">
                <a16:creationId xmlns:a16="http://schemas.microsoft.com/office/drawing/2014/main" id="{33B54D66-D9A2-A342-8778-8E97E1782828}"/>
              </a:ext>
            </a:extLst>
          </p:cNvPr>
          <p:cNvCxnSpPr>
            <a:cxnSpLocks/>
          </p:cNvCxnSpPr>
          <p:nvPr userDrawn="1"/>
        </p:nvCxnSpPr>
        <p:spPr>
          <a:xfrm>
            <a:off x="4288810" y="1816962"/>
            <a:ext cx="0" cy="5041038"/>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6AE7F39-2379-CF4F-A88B-5D54E32B3408}"/>
              </a:ext>
            </a:extLst>
          </p:cNvPr>
          <p:cNvCxnSpPr>
            <a:cxnSpLocks/>
          </p:cNvCxnSpPr>
          <p:nvPr userDrawn="1"/>
        </p:nvCxnSpPr>
        <p:spPr>
          <a:xfrm>
            <a:off x="2144405" y="1816962"/>
            <a:ext cx="0" cy="5041038"/>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273FDD5-19C1-844D-B396-4910BE9DFB46}"/>
              </a:ext>
            </a:extLst>
          </p:cNvPr>
          <p:cNvCxnSpPr>
            <a:cxnSpLocks/>
          </p:cNvCxnSpPr>
          <p:nvPr userDrawn="1"/>
        </p:nvCxnSpPr>
        <p:spPr>
          <a:xfrm>
            <a:off x="8240405" y="1816962"/>
            <a:ext cx="0" cy="5041038"/>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sp>
        <p:nvSpPr>
          <p:cNvPr id="6" name="Text Placeholder 5">
            <a:extLst>
              <a:ext uri="{FF2B5EF4-FFF2-40B4-BE49-F238E27FC236}">
                <a16:creationId xmlns:a16="http://schemas.microsoft.com/office/drawing/2014/main" id="{831261D3-AAF9-A6B4-C539-63F3943DCA27}"/>
              </a:ext>
            </a:extLst>
          </p:cNvPr>
          <p:cNvSpPr>
            <a:spLocks noGrp="1"/>
          </p:cNvSpPr>
          <p:nvPr>
            <p:ph type="body" sz="quarter" idx="29" hasCustomPrompt="1"/>
          </p:nvPr>
        </p:nvSpPr>
        <p:spPr>
          <a:xfrm>
            <a:off x="212725" y="1919710"/>
            <a:ext cx="1931673" cy="619913"/>
          </a:xfrm>
        </p:spPr>
        <p:txBody>
          <a:bodyPr>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Type of Meeting </a:t>
            </a:r>
            <a:br>
              <a:rPr lang="en-US" dirty="0"/>
            </a:br>
            <a:r>
              <a:rPr lang="en-US" dirty="0"/>
              <a:t>&amp; Discussion: </a:t>
            </a:r>
            <a:br>
              <a:rPr lang="en-US" dirty="0"/>
            </a:br>
            <a:r>
              <a:rPr lang="en-US" dirty="0"/>
              <a:t>Check Appropriate Box</a:t>
            </a:r>
          </a:p>
        </p:txBody>
      </p:sp>
      <p:sp>
        <p:nvSpPr>
          <p:cNvPr id="25" name="Text Placeholder 5">
            <a:extLst>
              <a:ext uri="{FF2B5EF4-FFF2-40B4-BE49-F238E27FC236}">
                <a16:creationId xmlns:a16="http://schemas.microsoft.com/office/drawing/2014/main" id="{0B8CC19D-7573-84AE-344C-89D0E4AD8CED}"/>
              </a:ext>
            </a:extLst>
          </p:cNvPr>
          <p:cNvSpPr>
            <a:spLocks noGrp="1"/>
          </p:cNvSpPr>
          <p:nvPr>
            <p:ph type="body" sz="quarter" idx="30" hasCustomPrompt="1"/>
          </p:nvPr>
        </p:nvSpPr>
        <p:spPr>
          <a:xfrm>
            <a:off x="212725" y="4676661"/>
            <a:ext cx="1931673" cy="440377"/>
          </a:xfrm>
        </p:spPr>
        <p:txBody>
          <a:bodyPr>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Corporate Objective(s) </a:t>
            </a:r>
            <a:br>
              <a:rPr lang="en-US" dirty="0"/>
            </a:br>
            <a:r>
              <a:rPr lang="en-US" dirty="0"/>
              <a:t>Addressed:</a:t>
            </a:r>
          </a:p>
        </p:txBody>
      </p:sp>
      <p:sp>
        <p:nvSpPr>
          <p:cNvPr id="26" name="Text Placeholder 5">
            <a:extLst>
              <a:ext uri="{FF2B5EF4-FFF2-40B4-BE49-F238E27FC236}">
                <a16:creationId xmlns:a16="http://schemas.microsoft.com/office/drawing/2014/main" id="{40655C5A-7261-900D-811F-87EFCE938ED3}"/>
              </a:ext>
            </a:extLst>
          </p:cNvPr>
          <p:cNvSpPr>
            <a:spLocks noGrp="1"/>
          </p:cNvSpPr>
          <p:nvPr>
            <p:ph type="body" sz="quarter" idx="31" hasCustomPrompt="1"/>
          </p:nvPr>
        </p:nvSpPr>
        <p:spPr>
          <a:xfrm>
            <a:off x="2217454" y="1919710"/>
            <a:ext cx="1931673" cy="430887"/>
          </a:xfrm>
        </p:spPr>
        <p:txBody>
          <a:bodyPr>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Directly Responsible </a:t>
            </a:r>
            <a:br>
              <a:rPr lang="en-US" dirty="0"/>
            </a:br>
            <a:r>
              <a:rPr lang="en-US" dirty="0"/>
              <a:t>Individual:</a:t>
            </a:r>
          </a:p>
        </p:txBody>
      </p:sp>
      <p:sp>
        <p:nvSpPr>
          <p:cNvPr id="27" name="Text Placeholder 5">
            <a:extLst>
              <a:ext uri="{FF2B5EF4-FFF2-40B4-BE49-F238E27FC236}">
                <a16:creationId xmlns:a16="http://schemas.microsoft.com/office/drawing/2014/main" id="{925DA0CB-30FD-E608-6678-992572E923CF}"/>
              </a:ext>
            </a:extLst>
          </p:cNvPr>
          <p:cNvSpPr>
            <a:spLocks noGrp="1"/>
          </p:cNvSpPr>
          <p:nvPr>
            <p:ph type="body" sz="quarter" idx="32" hasCustomPrompt="1"/>
          </p:nvPr>
        </p:nvSpPr>
        <p:spPr>
          <a:xfrm>
            <a:off x="2217454" y="4676661"/>
            <a:ext cx="1931673" cy="440377"/>
          </a:xfrm>
        </p:spPr>
        <p:txBody>
          <a:bodyPr>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Required Decision Makers/Stakeholders: </a:t>
            </a:r>
          </a:p>
        </p:txBody>
      </p:sp>
      <p:sp>
        <p:nvSpPr>
          <p:cNvPr id="28" name="Text Placeholder 5">
            <a:extLst>
              <a:ext uri="{FF2B5EF4-FFF2-40B4-BE49-F238E27FC236}">
                <a16:creationId xmlns:a16="http://schemas.microsoft.com/office/drawing/2014/main" id="{0724039A-930F-636D-07AF-23F88AB6460E}"/>
              </a:ext>
            </a:extLst>
          </p:cNvPr>
          <p:cNvSpPr>
            <a:spLocks noGrp="1"/>
          </p:cNvSpPr>
          <p:nvPr>
            <p:ph type="body" sz="quarter" idx="33" hasCustomPrompt="1"/>
          </p:nvPr>
        </p:nvSpPr>
        <p:spPr>
          <a:xfrm>
            <a:off x="2217454" y="3077951"/>
            <a:ext cx="1931673" cy="260841"/>
          </a:xfrm>
        </p:spPr>
        <p:txBody>
          <a:bodyPr>
            <a:noAutofit/>
          </a:bodyPr>
          <a:lstStyle>
            <a:lvl1pPr marL="0" marR="0" indent="0" algn="l" defTabSz="914400" rtl="0" eaLnBrk="1" fontAlgn="auto" latinLnBrk="0" hangingPunct="1">
              <a:lnSpc>
                <a:spcPts val="142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Discussion Leads: </a:t>
            </a:r>
          </a:p>
        </p:txBody>
      </p:sp>
      <p:sp>
        <p:nvSpPr>
          <p:cNvPr id="29" name="Text Placeholder 5">
            <a:extLst>
              <a:ext uri="{FF2B5EF4-FFF2-40B4-BE49-F238E27FC236}">
                <a16:creationId xmlns:a16="http://schemas.microsoft.com/office/drawing/2014/main" id="{14D97DCA-30D3-FD69-66FA-45E1ACF69CB3}"/>
              </a:ext>
            </a:extLst>
          </p:cNvPr>
          <p:cNvSpPr>
            <a:spLocks noGrp="1"/>
          </p:cNvSpPr>
          <p:nvPr>
            <p:ph type="body" sz="quarter" idx="34" hasCustomPrompt="1"/>
          </p:nvPr>
        </p:nvSpPr>
        <p:spPr>
          <a:xfrm>
            <a:off x="4356142" y="1919710"/>
            <a:ext cx="2691019" cy="260841"/>
          </a:xfrm>
        </p:spPr>
        <p:txBody>
          <a:bodyPr>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Background and Key Points:</a:t>
            </a:r>
          </a:p>
        </p:txBody>
      </p:sp>
      <p:sp>
        <p:nvSpPr>
          <p:cNvPr id="30" name="Text Placeholder 5">
            <a:extLst>
              <a:ext uri="{FF2B5EF4-FFF2-40B4-BE49-F238E27FC236}">
                <a16:creationId xmlns:a16="http://schemas.microsoft.com/office/drawing/2014/main" id="{69AE8DBA-FDBF-6315-B46E-7CB26A9C2352}"/>
              </a:ext>
            </a:extLst>
          </p:cNvPr>
          <p:cNvSpPr>
            <a:spLocks noGrp="1"/>
          </p:cNvSpPr>
          <p:nvPr>
            <p:ph type="body" sz="quarter" idx="35" hasCustomPrompt="1"/>
          </p:nvPr>
        </p:nvSpPr>
        <p:spPr>
          <a:xfrm>
            <a:off x="4356142" y="4676661"/>
            <a:ext cx="2691024" cy="440377"/>
          </a:xfrm>
        </p:spPr>
        <p:txBody>
          <a:bodyPr>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Expected Outcomes from </a:t>
            </a:r>
            <a:br>
              <a:rPr lang="en-US" dirty="0"/>
            </a:br>
            <a:r>
              <a:rPr lang="en-US" dirty="0"/>
              <a:t>Today’s Meeting:</a:t>
            </a:r>
          </a:p>
        </p:txBody>
      </p:sp>
      <p:sp>
        <p:nvSpPr>
          <p:cNvPr id="31" name="Text Placeholder 5">
            <a:extLst>
              <a:ext uri="{FF2B5EF4-FFF2-40B4-BE49-F238E27FC236}">
                <a16:creationId xmlns:a16="http://schemas.microsoft.com/office/drawing/2014/main" id="{20DDD09D-53BC-7E6E-7D51-1F69E2E67851}"/>
              </a:ext>
            </a:extLst>
          </p:cNvPr>
          <p:cNvSpPr>
            <a:spLocks noGrp="1"/>
          </p:cNvSpPr>
          <p:nvPr>
            <p:ph type="body" sz="quarter" idx="36" hasCustomPrompt="1"/>
          </p:nvPr>
        </p:nvSpPr>
        <p:spPr>
          <a:xfrm>
            <a:off x="8296130" y="1919710"/>
            <a:ext cx="3724383" cy="440377"/>
          </a:xfrm>
        </p:spPr>
        <p:txBody>
          <a:bodyPr wrap="square">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Key Considerations, Counterpoints </a:t>
            </a:r>
            <a:br>
              <a:rPr lang="en-US" dirty="0"/>
            </a:br>
            <a:r>
              <a:rPr lang="en-US" dirty="0"/>
              <a:t>and Tradeoffs</a:t>
            </a:r>
          </a:p>
        </p:txBody>
      </p:sp>
      <p:sp>
        <p:nvSpPr>
          <p:cNvPr id="42" name="Text Placeholder 5">
            <a:extLst>
              <a:ext uri="{FF2B5EF4-FFF2-40B4-BE49-F238E27FC236}">
                <a16:creationId xmlns:a16="http://schemas.microsoft.com/office/drawing/2014/main" id="{EC24C288-6926-0E18-0744-57E9955DAB4A}"/>
              </a:ext>
            </a:extLst>
          </p:cNvPr>
          <p:cNvSpPr>
            <a:spLocks noGrp="1"/>
          </p:cNvSpPr>
          <p:nvPr>
            <p:ph type="body" sz="quarter" idx="37" hasCustomPrompt="1"/>
          </p:nvPr>
        </p:nvSpPr>
        <p:spPr>
          <a:xfrm>
            <a:off x="8296130" y="4676661"/>
            <a:ext cx="3724383" cy="260841"/>
          </a:xfrm>
        </p:spPr>
        <p:txBody>
          <a:bodyPr wrap="square">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Help/Feedback Needed:</a:t>
            </a:r>
          </a:p>
        </p:txBody>
      </p:sp>
      <p:sp>
        <p:nvSpPr>
          <p:cNvPr id="48" name="Text Placeholder 5">
            <a:extLst>
              <a:ext uri="{FF2B5EF4-FFF2-40B4-BE49-F238E27FC236}">
                <a16:creationId xmlns:a16="http://schemas.microsoft.com/office/drawing/2014/main" id="{294A7792-00C3-EA4B-0DF4-B4C0899FAE71}"/>
              </a:ext>
            </a:extLst>
          </p:cNvPr>
          <p:cNvSpPr>
            <a:spLocks noGrp="1"/>
          </p:cNvSpPr>
          <p:nvPr>
            <p:ph type="body" sz="quarter" idx="38" hasCustomPrompt="1"/>
          </p:nvPr>
        </p:nvSpPr>
        <p:spPr>
          <a:xfrm>
            <a:off x="8296130" y="5761327"/>
            <a:ext cx="3724383" cy="260841"/>
          </a:xfrm>
        </p:spPr>
        <p:txBody>
          <a:bodyPr wrap="square">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1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Next Steps:</a:t>
            </a:r>
          </a:p>
        </p:txBody>
      </p:sp>
      <p:sp>
        <p:nvSpPr>
          <p:cNvPr id="60" name="Text Placeholder 59">
            <a:extLst>
              <a:ext uri="{FF2B5EF4-FFF2-40B4-BE49-F238E27FC236}">
                <a16:creationId xmlns:a16="http://schemas.microsoft.com/office/drawing/2014/main" id="{F69944D9-B135-75C7-8994-06E189602FF2}"/>
              </a:ext>
            </a:extLst>
          </p:cNvPr>
          <p:cNvSpPr>
            <a:spLocks noGrp="1"/>
          </p:cNvSpPr>
          <p:nvPr>
            <p:ph type="body" sz="quarter" idx="43"/>
          </p:nvPr>
        </p:nvSpPr>
        <p:spPr>
          <a:xfrm>
            <a:off x="512064" y="2634649"/>
            <a:ext cx="1550492" cy="294889"/>
          </a:xfrm>
        </p:spPr>
        <p:txBody>
          <a:bodyPr tIns="0" bIns="0" anchor="ctr">
            <a:spAutoFit/>
          </a:bodyPr>
          <a:lstStyle>
            <a:lvl1pPr>
              <a:defRPr sz="1050" b="0" i="0" spc="0" baseline="0">
                <a:latin typeface="+mn-lt"/>
              </a:defRPr>
            </a:lvl1pPr>
          </a:lstStyle>
          <a:p>
            <a:pPr lvl="0"/>
            <a:r>
              <a:rPr lang="en-US" dirty="0"/>
              <a:t>Click to edit Master text styles</a:t>
            </a:r>
          </a:p>
        </p:txBody>
      </p:sp>
      <p:sp>
        <p:nvSpPr>
          <p:cNvPr id="61" name="Text Placeholder 59">
            <a:extLst>
              <a:ext uri="{FF2B5EF4-FFF2-40B4-BE49-F238E27FC236}">
                <a16:creationId xmlns:a16="http://schemas.microsoft.com/office/drawing/2014/main" id="{ACBC388F-DF8C-7183-1E67-C0633747ECA0}"/>
              </a:ext>
            </a:extLst>
          </p:cNvPr>
          <p:cNvSpPr>
            <a:spLocks noGrp="1"/>
          </p:cNvSpPr>
          <p:nvPr>
            <p:ph type="body" sz="quarter" idx="44"/>
          </p:nvPr>
        </p:nvSpPr>
        <p:spPr>
          <a:xfrm>
            <a:off x="512064" y="3091849"/>
            <a:ext cx="1550492" cy="294889"/>
          </a:xfrm>
        </p:spPr>
        <p:txBody>
          <a:bodyPr tIns="0" bIns="0" anchor="ctr">
            <a:spAutoFit/>
          </a:bodyPr>
          <a:lstStyle>
            <a:lvl1pPr>
              <a:defRPr sz="1050" b="0" i="0" spc="0" baseline="0">
                <a:latin typeface="+mn-lt"/>
              </a:defRPr>
            </a:lvl1pPr>
          </a:lstStyle>
          <a:p>
            <a:pPr lvl="0"/>
            <a:r>
              <a:rPr lang="en-US" dirty="0"/>
              <a:t>Click to edit Master text styles</a:t>
            </a:r>
          </a:p>
        </p:txBody>
      </p:sp>
      <p:sp>
        <p:nvSpPr>
          <p:cNvPr id="62" name="Text Placeholder 59">
            <a:extLst>
              <a:ext uri="{FF2B5EF4-FFF2-40B4-BE49-F238E27FC236}">
                <a16:creationId xmlns:a16="http://schemas.microsoft.com/office/drawing/2014/main" id="{41163D1C-7DDB-43E5-775B-80EC72D3F25E}"/>
              </a:ext>
            </a:extLst>
          </p:cNvPr>
          <p:cNvSpPr>
            <a:spLocks noGrp="1"/>
          </p:cNvSpPr>
          <p:nvPr>
            <p:ph type="body" sz="quarter" idx="45"/>
          </p:nvPr>
        </p:nvSpPr>
        <p:spPr>
          <a:xfrm>
            <a:off x="512064" y="3539905"/>
            <a:ext cx="1550492" cy="294889"/>
          </a:xfrm>
        </p:spPr>
        <p:txBody>
          <a:bodyPr tIns="0" bIns="0" anchor="ctr">
            <a:spAutoFit/>
          </a:bodyPr>
          <a:lstStyle>
            <a:lvl1pPr>
              <a:defRPr sz="1050" b="0" i="0" spc="0" baseline="0">
                <a:latin typeface="+mn-lt"/>
              </a:defRPr>
            </a:lvl1pPr>
          </a:lstStyle>
          <a:p>
            <a:pPr lvl="0"/>
            <a:r>
              <a:rPr lang="en-US" dirty="0"/>
              <a:t>Click to edit Master text styles</a:t>
            </a:r>
          </a:p>
        </p:txBody>
      </p:sp>
      <p:sp>
        <p:nvSpPr>
          <p:cNvPr id="63" name="Text Placeholder 59">
            <a:extLst>
              <a:ext uri="{FF2B5EF4-FFF2-40B4-BE49-F238E27FC236}">
                <a16:creationId xmlns:a16="http://schemas.microsoft.com/office/drawing/2014/main" id="{56BFD7DE-4527-6233-80C3-61BA8EF12A2F}"/>
              </a:ext>
            </a:extLst>
          </p:cNvPr>
          <p:cNvSpPr>
            <a:spLocks noGrp="1"/>
          </p:cNvSpPr>
          <p:nvPr>
            <p:ph type="body" sz="quarter" idx="46"/>
          </p:nvPr>
        </p:nvSpPr>
        <p:spPr>
          <a:xfrm>
            <a:off x="512064" y="3997105"/>
            <a:ext cx="1550492" cy="294889"/>
          </a:xfrm>
        </p:spPr>
        <p:txBody>
          <a:bodyPr tIns="0" bIns="0" anchor="ctr">
            <a:spAutoFit/>
          </a:bodyPr>
          <a:lstStyle>
            <a:lvl1pPr>
              <a:defRPr sz="1050" b="0" i="0" spc="0" baseline="0">
                <a:latin typeface="+mn-lt"/>
              </a:defRPr>
            </a:lvl1pPr>
          </a:lstStyle>
          <a:p>
            <a:pPr lvl="0"/>
            <a:r>
              <a:rPr lang="en-US" dirty="0"/>
              <a:t>Click to edit Master text styles</a:t>
            </a:r>
          </a:p>
        </p:txBody>
      </p:sp>
      <p:sp>
        <p:nvSpPr>
          <p:cNvPr id="64" name="Text Placeholder 59">
            <a:extLst>
              <a:ext uri="{FF2B5EF4-FFF2-40B4-BE49-F238E27FC236}">
                <a16:creationId xmlns:a16="http://schemas.microsoft.com/office/drawing/2014/main" id="{CC03F222-4D10-6055-C958-B009182E8692}"/>
              </a:ext>
            </a:extLst>
          </p:cNvPr>
          <p:cNvSpPr>
            <a:spLocks noGrp="1"/>
          </p:cNvSpPr>
          <p:nvPr>
            <p:ph type="body" sz="quarter" idx="47"/>
          </p:nvPr>
        </p:nvSpPr>
        <p:spPr>
          <a:xfrm>
            <a:off x="212724" y="5128644"/>
            <a:ext cx="1826267" cy="1209905"/>
          </a:xfrm>
        </p:spPr>
        <p:txBody>
          <a:bodyPr wrap="square" tIns="0" bIns="0" anchor="t">
            <a:noAutofit/>
          </a:bodyPr>
          <a:lstStyle>
            <a:lvl1pPr>
              <a:defRPr sz="1050" b="0" i="0" spc="0" baseline="0">
                <a:latin typeface="+mn-lt"/>
              </a:defRPr>
            </a:lvl1pPr>
          </a:lstStyle>
          <a:p>
            <a:pPr lvl="0"/>
            <a:r>
              <a:rPr lang="en-US" dirty="0"/>
              <a:t>Click to edit Master text styles</a:t>
            </a:r>
          </a:p>
        </p:txBody>
      </p:sp>
      <p:sp>
        <p:nvSpPr>
          <p:cNvPr id="65" name="Text Placeholder 59">
            <a:extLst>
              <a:ext uri="{FF2B5EF4-FFF2-40B4-BE49-F238E27FC236}">
                <a16:creationId xmlns:a16="http://schemas.microsoft.com/office/drawing/2014/main" id="{D09E59A6-573D-31D0-2044-D61413F3D77D}"/>
              </a:ext>
            </a:extLst>
          </p:cNvPr>
          <p:cNvSpPr>
            <a:spLocks noGrp="1"/>
          </p:cNvSpPr>
          <p:nvPr>
            <p:ph type="body" sz="quarter" idx="48"/>
          </p:nvPr>
        </p:nvSpPr>
        <p:spPr>
          <a:xfrm>
            <a:off x="2217453" y="5128644"/>
            <a:ext cx="2059025" cy="1209905"/>
          </a:xfrm>
        </p:spPr>
        <p:txBody>
          <a:bodyPr wrap="square" tIns="0" rIns="0" bIns="0" anchor="t">
            <a:noAutofit/>
          </a:bodyPr>
          <a:lstStyle>
            <a:lvl1pPr>
              <a:defRPr sz="1050" b="0" i="0" spc="0" baseline="0">
                <a:latin typeface="+mn-lt"/>
              </a:defRPr>
            </a:lvl1pPr>
          </a:lstStyle>
          <a:p>
            <a:pPr lvl="0"/>
            <a:r>
              <a:rPr lang="en-US" dirty="0"/>
              <a:t>Click to edit Master text styles</a:t>
            </a:r>
          </a:p>
        </p:txBody>
      </p:sp>
      <p:sp>
        <p:nvSpPr>
          <p:cNvPr id="66" name="Text Placeholder 59">
            <a:extLst>
              <a:ext uri="{FF2B5EF4-FFF2-40B4-BE49-F238E27FC236}">
                <a16:creationId xmlns:a16="http://schemas.microsoft.com/office/drawing/2014/main" id="{88BC7428-02BE-D03F-1A26-347F052C520E}"/>
              </a:ext>
            </a:extLst>
          </p:cNvPr>
          <p:cNvSpPr>
            <a:spLocks noGrp="1"/>
          </p:cNvSpPr>
          <p:nvPr>
            <p:ph type="body" sz="quarter" idx="49"/>
          </p:nvPr>
        </p:nvSpPr>
        <p:spPr>
          <a:xfrm>
            <a:off x="2217453" y="3354708"/>
            <a:ext cx="2059025" cy="1209905"/>
          </a:xfrm>
        </p:spPr>
        <p:txBody>
          <a:bodyPr wrap="square" tIns="0" rIns="0" bIns="0" anchor="t">
            <a:noAutofit/>
          </a:bodyPr>
          <a:lstStyle>
            <a:lvl1pPr>
              <a:defRPr sz="1050" b="0" i="0" spc="0" baseline="0">
                <a:latin typeface="+mn-lt"/>
              </a:defRPr>
            </a:lvl1pPr>
          </a:lstStyle>
          <a:p>
            <a:pPr lvl="0"/>
            <a:r>
              <a:rPr lang="en-US" dirty="0"/>
              <a:t>Click to edit Master text styles</a:t>
            </a:r>
          </a:p>
        </p:txBody>
      </p:sp>
      <p:sp>
        <p:nvSpPr>
          <p:cNvPr id="67" name="Text Placeholder 59">
            <a:extLst>
              <a:ext uri="{FF2B5EF4-FFF2-40B4-BE49-F238E27FC236}">
                <a16:creationId xmlns:a16="http://schemas.microsoft.com/office/drawing/2014/main" id="{533A9EFB-BD0E-5EDB-A7E7-6AE6518878C4}"/>
              </a:ext>
            </a:extLst>
          </p:cNvPr>
          <p:cNvSpPr>
            <a:spLocks noGrp="1"/>
          </p:cNvSpPr>
          <p:nvPr>
            <p:ph type="body" sz="quarter" idx="50"/>
          </p:nvPr>
        </p:nvSpPr>
        <p:spPr>
          <a:xfrm>
            <a:off x="2217453" y="2348868"/>
            <a:ext cx="2059025" cy="617035"/>
          </a:xfrm>
        </p:spPr>
        <p:txBody>
          <a:bodyPr wrap="square" tIns="0" rIns="0" bIns="0" anchor="t">
            <a:noAutofit/>
          </a:bodyPr>
          <a:lstStyle>
            <a:lvl1pPr>
              <a:defRPr sz="1050" b="0" i="0" spc="0" baseline="0">
                <a:latin typeface="+mn-lt"/>
              </a:defRPr>
            </a:lvl1pPr>
          </a:lstStyle>
          <a:p>
            <a:pPr lvl="0"/>
            <a:r>
              <a:rPr lang="en-US" dirty="0"/>
              <a:t>Click to edit Master text styles</a:t>
            </a:r>
          </a:p>
        </p:txBody>
      </p:sp>
      <p:sp>
        <p:nvSpPr>
          <p:cNvPr id="68" name="Text Placeholder 59">
            <a:extLst>
              <a:ext uri="{FF2B5EF4-FFF2-40B4-BE49-F238E27FC236}">
                <a16:creationId xmlns:a16="http://schemas.microsoft.com/office/drawing/2014/main" id="{5149917C-8D06-672E-0916-3722D6C7EA70}"/>
              </a:ext>
            </a:extLst>
          </p:cNvPr>
          <p:cNvSpPr>
            <a:spLocks noGrp="1"/>
          </p:cNvSpPr>
          <p:nvPr>
            <p:ph type="body" sz="quarter" idx="51"/>
          </p:nvPr>
        </p:nvSpPr>
        <p:spPr>
          <a:xfrm>
            <a:off x="4356141" y="2209307"/>
            <a:ext cx="3798779" cy="2355306"/>
          </a:xfrm>
        </p:spPr>
        <p:txBody>
          <a:bodyPr wrap="square" tIns="0" bIns="0" anchor="t">
            <a:noAutofit/>
          </a:bodyPr>
          <a:lstStyle>
            <a:lvl1pPr>
              <a:defRPr sz="1050" b="0" i="0" spc="0" baseline="0">
                <a:latin typeface="+mn-lt"/>
              </a:defRPr>
            </a:lvl1pPr>
          </a:lstStyle>
          <a:p>
            <a:pPr lvl="0"/>
            <a:r>
              <a:rPr lang="en-US" dirty="0"/>
              <a:t>Click to edit Master text styles</a:t>
            </a:r>
          </a:p>
        </p:txBody>
      </p:sp>
      <p:sp>
        <p:nvSpPr>
          <p:cNvPr id="69" name="Text Placeholder 59">
            <a:extLst>
              <a:ext uri="{FF2B5EF4-FFF2-40B4-BE49-F238E27FC236}">
                <a16:creationId xmlns:a16="http://schemas.microsoft.com/office/drawing/2014/main" id="{DEF8E2EE-FFAB-61A7-7DBC-D86B2E5580D7}"/>
              </a:ext>
            </a:extLst>
          </p:cNvPr>
          <p:cNvSpPr>
            <a:spLocks noGrp="1"/>
          </p:cNvSpPr>
          <p:nvPr>
            <p:ph type="body" sz="quarter" idx="52"/>
          </p:nvPr>
        </p:nvSpPr>
        <p:spPr>
          <a:xfrm>
            <a:off x="4356141" y="5128644"/>
            <a:ext cx="3798779" cy="1209905"/>
          </a:xfrm>
        </p:spPr>
        <p:txBody>
          <a:bodyPr wrap="square" tIns="0" bIns="0" anchor="t">
            <a:noAutofit/>
          </a:bodyPr>
          <a:lstStyle>
            <a:lvl1pPr>
              <a:defRPr sz="1050" b="0" i="0" spc="0" baseline="0">
                <a:latin typeface="+mn-lt"/>
              </a:defRPr>
            </a:lvl1pPr>
          </a:lstStyle>
          <a:p>
            <a:pPr lvl="0"/>
            <a:r>
              <a:rPr lang="en-US" dirty="0"/>
              <a:t>Click to edit Master text styles</a:t>
            </a:r>
          </a:p>
        </p:txBody>
      </p:sp>
      <p:sp>
        <p:nvSpPr>
          <p:cNvPr id="70" name="Text Placeholder 59">
            <a:extLst>
              <a:ext uri="{FF2B5EF4-FFF2-40B4-BE49-F238E27FC236}">
                <a16:creationId xmlns:a16="http://schemas.microsoft.com/office/drawing/2014/main" id="{1A1864DA-5841-865E-20F2-6CDC3BD353C6}"/>
              </a:ext>
            </a:extLst>
          </p:cNvPr>
          <p:cNvSpPr>
            <a:spLocks noGrp="1"/>
          </p:cNvSpPr>
          <p:nvPr>
            <p:ph type="body" sz="quarter" idx="53"/>
          </p:nvPr>
        </p:nvSpPr>
        <p:spPr>
          <a:xfrm>
            <a:off x="8296130" y="6036901"/>
            <a:ext cx="3724385" cy="613510"/>
          </a:xfrm>
        </p:spPr>
        <p:txBody>
          <a:bodyPr wrap="square" tIns="0" bIns="0" anchor="t">
            <a:noAutofit/>
          </a:bodyPr>
          <a:lstStyle>
            <a:lvl1pPr>
              <a:defRPr sz="1050" b="0" i="0" spc="0" baseline="0">
                <a:latin typeface="+mn-lt"/>
              </a:defRPr>
            </a:lvl1pPr>
          </a:lstStyle>
          <a:p>
            <a:pPr lvl="0"/>
            <a:r>
              <a:rPr lang="en-US" dirty="0"/>
              <a:t>Click to edit Master text styles</a:t>
            </a:r>
          </a:p>
        </p:txBody>
      </p:sp>
      <p:sp>
        <p:nvSpPr>
          <p:cNvPr id="71" name="Text Placeholder 59">
            <a:extLst>
              <a:ext uri="{FF2B5EF4-FFF2-40B4-BE49-F238E27FC236}">
                <a16:creationId xmlns:a16="http://schemas.microsoft.com/office/drawing/2014/main" id="{6F062706-0F86-8A68-B460-0047281B79BF}"/>
              </a:ext>
            </a:extLst>
          </p:cNvPr>
          <p:cNvSpPr>
            <a:spLocks noGrp="1"/>
          </p:cNvSpPr>
          <p:nvPr>
            <p:ph type="body" sz="quarter" idx="54"/>
          </p:nvPr>
        </p:nvSpPr>
        <p:spPr>
          <a:xfrm>
            <a:off x="8296130" y="4952452"/>
            <a:ext cx="3724385" cy="707553"/>
          </a:xfrm>
        </p:spPr>
        <p:txBody>
          <a:bodyPr wrap="square" tIns="0" bIns="0" anchor="t">
            <a:noAutofit/>
          </a:bodyPr>
          <a:lstStyle>
            <a:lvl1pPr>
              <a:defRPr sz="1050" b="0" i="0" spc="0" baseline="0">
                <a:latin typeface="+mn-lt"/>
              </a:defRPr>
            </a:lvl1pPr>
          </a:lstStyle>
          <a:p>
            <a:pPr lvl="0"/>
            <a:r>
              <a:rPr lang="en-US" dirty="0"/>
              <a:t>Click to edit Master text styles</a:t>
            </a:r>
          </a:p>
        </p:txBody>
      </p:sp>
      <p:sp>
        <p:nvSpPr>
          <p:cNvPr id="72" name="Text Placeholder 59">
            <a:extLst>
              <a:ext uri="{FF2B5EF4-FFF2-40B4-BE49-F238E27FC236}">
                <a16:creationId xmlns:a16="http://schemas.microsoft.com/office/drawing/2014/main" id="{494C5C0C-843C-CD3B-8745-776341D5DC9D}"/>
              </a:ext>
            </a:extLst>
          </p:cNvPr>
          <p:cNvSpPr>
            <a:spLocks noGrp="1"/>
          </p:cNvSpPr>
          <p:nvPr>
            <p:ph type="body" sz="quarter" idx="55"/>
          </p:nvPr>
        </p:nvSpPr>
        <p:spPr>
          <a:xfrm>
            <a:off x="8296130" y="2348868"/>
            <a:ext cx="3724385" cy="2215745"/>
          </a:xfrm>
        </p:spPr>
        <p:txBody>
          <a:bodyPr wrap="square" tIns="0" bIns="0" anchor="t">
            <a:noAutofit/>
          </a:bodyPr>
          <a:lstStyle>
            <a:lvl1pPr>
              <a:defRPr sz="1050" b="0" i="0" spc="0" baseline="0">
                <a:latin typeface="+mn-lt"/>
              </a:defRPr>
            </a:lvl1pPr>
          </a:lstStyle>
          <a:p>
            <a:pPr lvl="0"/>
            <a:r>
              <a:rPr lang="en-US" dirty="0"/>
              <a:t>Click to edit Master text styles</a:t>
            </a:r>
          </a:p>
        </p:txBody>
      </p:sp>
      <p:sp>
        <p:nvSpPr>
          <p:cNvPr id="37" name="Slide Number Placeholder 5">
            <a:extLst>
              <a:ext uri="{FF2B5EF4-FFF2-40B4-BE49-F238E27FC236}">
                <a16:creationId xmlns:a16="http://schemas.microsoft.com/office/drawing/2014/main" id="{ED6A4F12-BF0A-4ADC-BF1B-4041153279EB}"/>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5318769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Slid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9C1E200-8DFA-9E42-B307-DF304F8A15BC}"/>
              </a:ext>
            </a:extLst>
          </p:cNvPr>
          <p:cNvSpPr/>
          <p:nvPr userDrawn="1"/>
        </p:nvSpPr>
        <p:spPr>
          <a:xfrm>
            <a:off x="0" y="1816962"/>
            <a:ext cx="12192000" cy="50410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j-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438458" cy="213074"/>
          </a:xfrm>
        </p:spPr>
        <p:txBody>
          <a:bodyPr lIns="0" anchor="t">
            <a:noAutofit/>
          </a:bodyPr>
          <a:lstStyle>
            <a:lvl1pPr>
              <a:defRPr lang="en-US" sz="900" b="0" i="0" kern="1200" cap="all" spc="300" baseline="0" dirty="0">
                <a:solidFill>
                  <a:schemeClr val="accent1"/>
                </a:solidFill>
                <a:latin typeface="+mj-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Click to edit copy</a:t>
            </a:r>
          </a:p>
        </p:txBody>
      </p:sp>
      <p:cxnSp>
        <p:nvCxnSpPr>
          <p:cNvPr id="13" name="Straight Connector 12">
            <a:extLst>
              <a:ext uri="{FF2B5EF4-FFF2-40B4-BE49-F238E27FC236}">
                <a16:creationId xmlns:a16="http://schemas.microsoft.com/office/drawing/2014/main" id="{33B54D66-D9A2-A342-8778-8E97E1782828}"/>
              </a:ext>
            </a:extLst>
          </p:cNvPr>
          <p:cNvCxnSpPr>
            <a:cxnSpLocks/>
          </p:cNvCxnSpPr>
          <p:nvPr userDrawn="1"/>
        </p:nvCxnSpPr>
        <p:spPr>
          <a:xfrm>
            <a:off x="8128000" y="1816962"/>
            <a:ext cx="0" cy="5041038"/>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6AE7F39-2379-CF4F-A88B-5D54E32B3408}"/>
              </a:ext>
            </a:extLst>
          </p:cNvPr>
          <p:cNvCxnSpPr>
            <a:cxnSpLocks/>
          </p:cNvCxnSpPr>
          <p:nvPr userDrawn="1"/>
        </p:nvCxnSpPr>
        <p:spPr>
          <a:xfrm>
            <a:off x="4064000" y="1816962"/>
            <a:ext cx="0" cy="5041038"/>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sp>
        <p:nvSpPr>
          <p:cNvPr id="6" name="Text Placeholder 5">
            <a:extLst>
              <a:ext uri="{FF2B5EF4-FFF2-40B4-BE49-F238E27FC236}">
                <a16:creationId xmlns:a16="http://schemas.microsoft.com/office/drawing/2014/main" id="{831261D3-AAF9-A6B4-C539-63F3943DCA27}"/>
              </a:ext>
            </a:extLst>
          </p:cNvPr>
          <p:cNvSpPr>
            <a:spLocks noGrp="1"/>
          </p:cNvSpPr>
          <p:nvPr>
            <p:ph type="body" sz="quarter" idx="29" hasCustomPrompt="1"/>
          </p:nvPr>
        </p:nvSpPr>
        <p:spPr>
          <a:xfrm>
            <a:off x="374904" y="1919710"/>
            <a:ext cx="3441445" cy="260841"/>
          </a:xfrm>
        </p:spPr>
        <p:txBody>
          <a:bodyPr lIns="0">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2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Purpose:</a:t>
            </a:r>
          </a:p>
        </p:txBody>
      </p:sp>
      <p:sp>
        <p:nvSpPr>
          <p:cNvPr id="26" name="Text Placeholder 5">
            <a:extLst>
              <a:ext uri="{FF2B5EF4-FFF2-40B4-BE49-F238E27FC236}">
                <a16:creationId xmlns:a16="http://schemas.microsoft.com/office/drawing/2014/main" id="{40655C5A-7261-900D-811F-87EFCE938ED3}"/>
              </a:ext>
            </a:extLst>
          </p:cNvPr>
          <p:cNvSpPr>
            <a:spLocks noGrp="1"/>
          </p:cNvSpPr>
          <p:nvPr>
            <p:ph type="body" sz="quarter" idx="31" hasCustomPrompt="1"/>
          </p:nvPr>
        </p:nvSpPr>
        <p:spPr>
          <a:xfrm>
            <a:off x="4438904" y="1919710"/>
            <a:ext cx="3428995" cy="260841"/>
          </a:xfrm>
        </p:spPr>
        <p:txBody>
          <a:bodyPr lIns="0">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2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Areas of Focus:</a:t>
            </a:r>
          </a:p>
        </p:txBody>
      </p:sp>
      <p:sp>
        <p:nvSpPr>
          <p:cNvPr id="29" name="Text Placeholder 5">
            <a:extLst>
              <a:ext uri="{FF2B5EF4-FFF2-40B4-BE49-F238E27FC236}">
                <a16:creationId xmlns:a16="http://schemas.microsoft.com/office/drawing/2014/main" id="{14D97DCA-30D3-FD69-66FA-45E1ACF69CB3}"/>
              </a:ext>
            </a:extLst>
          </p:cNvPr>
          <p:cNvSpPr>
            <a:spLocks noGrp="1"/>
          </p:cNvSpPr>
          <p:nvPr>
            <p:ph type="body" sz="quarter" idx="34" hasCustomPrompt="1"/>
          </p:nvPr>
        </p:nvSpPr>
        <p:spPr>
          <a:xfrm>
            <a:off x="8502904" y="1919710"/>
            <a:ext cx="3453800" cy="260841"/>
          </a:xfrm>
        </p:spPr>
        <p:txBody>
          <a:bodyPr lIns="0">
            <a:noAutofit/>
          </a:bodyPr>
          <a:lstStyle>
            <a:lvl1pPr marL="0" marR="0" indent="0" algn="l" defTabSz="914400" rtl="0" eaLnBrk="1" fontAlgn="auto" latinLnBrk="0" hangingPunct="1">
              <a:lnSpc>
                <a:spcPct val="100000"/>
              </a:lnSpc>
              <a:spcBef>
                <a:spcPts val="0"/>
              </a:spcBef>
              <a:spcAft>
                <a:spcPts val="0"/>
              </a:spcAft>
              <a:buClrTx/>
              <a:buSzTx/>
              <a:buFontTx/>
              <a:buNone/>
              <a:tabLst/>
              <a:defRPr lang="en-US" sz="1200" b="1" i="0" kern="1200" spc="0" baseline="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Key Takeaways:</a:t>
            </a:r>
          </a:p>
        </p:txBody>
      </p:sp>
      <p:sp>
        <p:nvSpPr>
          <p:cNvPr id="64" name="Text Placeholder 59">
            <a:extLst>
              <a:ext uri="{FF2B5EF4-FFF2-40B4-BE49-F238E27FC236}">
                <a16:creationId xmlns:a16="http://schemas.microsoft.com/office/drawing/2014/main" id="{CC03F222-4D10-6055-C958-B009182E8692}"/>
              </a:ext>
            </a:extLst>
          </p:cNvPr>
          <p:cNvSpPr>
            <a:spLocks noGrp="1"/>
          </p:cNvSpPr>
          <p:nvPr>
            <p:ph type="body" sz="quarter" idx="47"/>
          </p:nvPr>
        </p:nvSpPr>
        <p:spPr>
          <a:xfrm>
            <a:off x="374904" y="2209307"/>
            <a:ext cx="3429000" cy="3791442"/>
          </a:xfrm>
        </p:spPr>
        <p:txBody>
          <a:bodyPr wrap="square" lIns="0" tIns="0" bIns="0" anchor="t">
            <a:noAutofit/>
          </a:bodyPr>
          <a:lstStyle>
            <a:lvl1pPr marL="169863" indent="-169863">
              <a:buFont typeface="Arial" panose="020B0604020202020204" pitchFamily="34" charset="0"/>
              <a:buChar char="•"/>
              <a:tabLst/>
              <a:defRPr sz="1100" b="0" i="0" spc="0" baseline="0">
                <a:latin typeface="+mn-lt"/>
              </a:defRPr>
            </a:lvl1pPr>
          </a:lstStyle>
          <a:p>
            <a:pPr lvl="0"/>
            <a:r>
              <a:rPr lang="en-US" dirty="0"/>
              <a:t>Click to edit Master text styles</a:t>
            </a:r>
          </a:p>
        </p:txBody>
      </p:sp>
      <p:sp>
        <p:nvSpPr>
          <p:cNvPr id="67" name="Text Placeholder 59">
            <a:extLst>
              <a:ext uri="{FF2B5EF4-FFF2-40B4-BE49-F238E27FC236}">
                <a16:creationId xmlns:a16="http://schemas.microsoft.com/office/drawing/2014/main" id="{533A9EFB-BD0E-5EDB-A7E7-6AE6518878C4}"/>
              </a:ext>
            </a:extLst>
          </p:cNvPr>
          <p:cNvSpPr>
            <a:spLocks noGrp="1"/>
          </p:cNvSpPr>
          <p:nvPr>
            <p:ph type="body" sz="quarter" idx="50"/>
          </p:nvPr>
        </p:nvSpPr>
        <p:spPr>
          <a:xfrm>
            <a:off x="4438904" y="2209307"/>
            <a:ext cx="3429000" cy="3791442"/>
          </a:xfrm>
        </p:spPr>
        <p:txBody>
          <a:bodyPr wrap="square" lIns="0" tIns="0" rIns="0" bIns="0" anchor="t">
            <a:noAutofit/>
          </a:bodyPr>
          <a:lstStyle>
            <a:lvl1pPr marL="169863" indent="-169863">
              <a:buFont typeface="Arial" panose="020B0604020202020204" pitchFamily="34" charset="0"/>
              <a:buChar char="•"/>
              <a:tabLst/>
              <a:defRPr sz="1100" b="0" i="0" spc="0" baseline="0">
                <a:latin typeface="+mn-lt"/>
              </a:defRPr>
            </a:lvl1pPr>
          </a:lstStyle>
          <a:p>
            <a:pPr lvl="0"/>
            <a:r>
              <a:rPr lang="en-US" dirty="0"/>
              <a:t>Click to edit Master text styles</a:t>
            </a:r>
          </a:p>
        </p:txBody>
      </p:sp>
      <p:sp>
        <p:nvSpPr>
          <p:cNvPr id="68" name="Text Placeholder 59">
            <a:extLst>
              <a:ext uri="{FF2B5EF4-FFF2-40B4-BE49-F238E27FC236}">
                <a16:creationId xmlns:a16="http://schemas.microsoft.com/office/drawing/2014/main" id="{5149917C-8D06-672E-0916-3722D6C7EA70}"/>
              </a:ext>
            </a:extLst>
          </p:cNvPr>
          <p:cNvSpPr>
            <a:spLocks noGrp="1"/>
          </p:cNvSpPr>
          <p:nvPr>
            <p:ph type="body" sz="quarter" idx="51"/>
          </p:nvPr>
        </p:nvSpPr>
        <p:spPr>
          <a:xfrm>
            <a:off x="8502904" y="2209306"/>
            <a:ext cx="3429000" cy="3791443"/>
          </a:xfrm>
        </p:spPr>
        <p:txBody>
          <a:bodyPr wrap="square" lIns="0" tIns="0" bIns="0" anchor="t">
            <a:noAutofit/>
          </a:bodyPr>
          <a:lstStyle>
            <a:lvl1pPr marL="169863" indent="-169863">
              <a:buFont typeface="Arial" panose="020B0604020202020204" pitchFamily="34" charset="0"/>
              <a:buChar char="•"/>
              <a:tabLst/>
              <a:defRPr sz="1100" b="0" i="0" spc="0" baseline="0">
                <a:latin typeface="+mn-lt"/>
              </a:defRPr>
            </a:lvl1pPr>
          </a:lstStyle>
          <a:p>
            <a:pPr lvl="0"/>
            <a:r>
              <a:rPr lang="en-US" dirty="0"/>
              <a:t>Click to edit Master text styles</a:t>
            </a:r>
          </a:p>
        </p:txBody>
      </p:sp>
      <p:sp>
        <p:nvSpPr>
          <p:cNvPr id="17" name="Slide Number Placeholder 5">
            <a:extLst>
              <a:ext uri="{FF2B5EF4-FFF2-40B4-BE49-F238E27FC236}">
                <a16:creationId xmlns:a16="http://schemas.microsoft.com/office/drawing/2014/main" id="{6FD8C691-58B9-4AC2-8073-C76911B2E530}"/>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85458951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xt_Objective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F9F1F5A-08C3-F14A-AADC-44E5019280E7}"/>
              </a:ext>
            </a:extLst>
          </p:cNvPr>
          <p:cNvSpPr/>
          <p:nvPr userDrawn="1"/>
        </p:nvSpPr>
        <p:spPr>
          <a:xfrm flipH="1">
            <a:off x="8130746" y="1"/>
            <a:ext cx="4061254"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9" name="Text Placeholder 8"/>
          <p:cNvSpPr>
            <a:spLocks noGrp="1"/>
          </p:cNvSpPr>
          <p:nvPr>
            <p:ph type="body" sz="quarter" idx="13"/>
          </p:nvPr>
        </p:nvSpPr>
        <p:spPr>
          <a:xfrm>
            <a:off x="395000" y="286911"/>
            <a:ext cx="6111557" cy="216010"/>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Click to edit Master text styles</a:t>
            </a:r>
          </a:p>
        </p:txBody>
      </p:sp>
      <p:sp>
        <p:nvSpPr>
          <p:cNvPr id="11" name="Title 1">
            <a:extLst>
              <a:ext uri="{FF2B5EF4-FFF2-40B4-BE49-F238E27FC236}">
                <a16:creationId xmlns:a16="http://schemas.microsoft.com/office/drawing/2014/main" id="{00F984E6-8155-464F-8380-DEDAA20C8B07}"/>
              </a:ext>
            </a:extLst>
          </p:cNvPr>
          <p:cNvSpPr>
            <a:spLocks noGrp="1"/>
          </p:cNvSpPr>
          <p:nvPr>
            <p:ph type="title"/>
          </p:nvPr>
        </p:nvSpPr>
        <p:spPr>
          <a:xfrm>
            <a:off x="374904" y="502920"/>
            <a:ext cx="7237682" cy="770650"/>
          </a:xfrm>
        </p:spPr>
        <p:txBody>
          <a:bodyPr lIns="0">
            <a:noAutofit/>
          </a:bodyPr>
          <a:lstStyle>
            <a:lvl1pPr>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10" name="Content Placeholder 2">
            <a:extLst>
              <a:ext uri="{FF2B5EF4-FFF2-40B4-BE49-F238E27FC236}">
                <a16:creationId xmlns:a16="http://schemas.microsoft.com/office/drawing/2014/main" id="{9747DA2B-FC81-AC4B-9837-5F9CBBAD8413}"/>
              </a:ext>
            </a:extLst>
          </p:cNvPr>
          <p:cNvSpPr>
            <a:spLocks noGrp="1"/>
          </p:cNvSpPr>
          <p:nvPr>
            <p:ph idx="18" hasCustomPrompt="1"/>
          </p:nvPr>
        </p:nvSpPr>
        <p:spPr>
          <a:xfrm>
            <a:off x="374904" y="2473297"/>
            <a:ext cx="7237681" cy="3286123"/>
          </a:xfrm>
        </p:spPr>
        <p:txBody>
          <a:bodyPr lIns="0">
            <a:noAutofit/>
          </a:bodyPr>
          <a:lstStyle>
            <a:lvl1pPr marL="0" indent="0" algn="l" defTabSz="914400" rtl="0" eaLnBrk="1" latinLnBrk="0" hangingPunct="1">
              <a:lnSpc>
                <a:spcPct val="110000"/>
              </a:lnSpc>
              <a:spcBef>
                <a:spcPts val="1200"/>
              </a:spcBef>
              <a:buFont typeface="Arial"/>
              <a:buNone/>
              <a:defRPr lang="en-US" sz="2200" b="0" i="0" kern="1200" spc="50" baseline="0" dirty="0">
                <a:solidFill>
                  <a:schemeClr val="tx1"/>
                </a:solidFill>
                <a:latin typeface="+mn-lt"/>
                <a:ea typeface="Avenir Next" panose="020B0503020202020204" pitchFamily="34" charset="0"/>
                <a:cs typeface="Avenir Next" panose="020B0503020202020204" pitchFamily="34" charset="0"/>
              </a:defRPr>
            </a:lvl1pPr>
            <a:lvl2pPr marL="0" indent="0" algn="l" defTabSz="914400" rtl="0" eaLnBrk="1" latinLnBrk="0" hangingPunct="1">
              <a:lnSpc>
                <a:spcPct val="110000"/>
              </a:lnSpc>
              <a:spcBef>
                <a:spcPts val="1200"/>
              </a:spcBef>
              <a:buSzPct val="75000"/>
              <a:buFont typeface="Arial"/>
              <a:buNone/>
              <a:defRPr lang="en-US" sz="2200" b="0" i="0" kern="1200" spc="50" baseline="0" dirty="0">
                <a:solidFill>
                  <a:schemeClr val="tx1"/>
                </a:solidFill>
                <a:latin typeface="+mn-lt"/>
                <a:ea typeface="Avenir Next" panose="020B0503020202020204" pitchFamily="34" charset="0"/>
                <a:cs typeface="Avenir Next" panose="020B0503020202020204" pitchFamily="34"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a:p>
            <a:pPr lvl="1"/>
            <a:r>
              <a:rPr lang="en-US" dirty="0"/>
              <a:t>Second level</a:t>
            </a:r>
          </a:p>
        </p:txBody>
      </p:sp>
      <p:sp>
        <p:nvSpPr>
          <p:cNvPr id="13" name="Text Placeholder 38">
            <a:extLst>
              <a:ext uri="{FF2B5EF4-FFF2-40B4-BE49-F238E27FC236}">
                <a16:creationId xmlns:a16="http://schemas.microsoft.com/office/drawing/2014/main" id="{08437C7E-89B0-6445-BAC5-D1E4D35E410E}"/>
              </a:ext>
            </a:extLst>
          </p:cNvPr>
          <p:cNvSpPr>
            <a:spLocks noGrp="1"/>
          </p:cNvSpPr>
          <p:nvPr>
            <p:ph type="body" sz="quarter" idx="19"/>
          </p:nvPr>
        </p:nvSpPr>
        <p:spPr>
          <a:xfrm>
            <a:off x="374904" y="2231136"/>
            <a:ext cx="7237682" cy="242161"/>
          </a:xfrm>
        </p:spPr>
        <p:txBody>
          <a:bodyPr lIns="0">
            <a:noAutofit/>
          </a:bodyPr>
          <a:lstStyle>
            <a:lvl1pPr marL="0" indent="0" algn="l" defTabSz="914400" rtl="0" eaLnBrk="1" latinLnBrk="0" hangingPunct="1">
              <a:lnSpc>
                <a:spcPct val="90000"/>
              </a:lnSpc>
              <a:spcBef>
                <a:spcPts val="1000"/>
              </a:spcBef>
              <a:buFont typeface="Arial"/>
              <a:buNone/>
              <a:defRPr lang="en-US" sz="1200" b="1" i="0" kern="1200" spc="4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8" name="Text Placeholder 38">
            <a:extLst>
              <a:ext uri="{FF2B5EF4-FFF2-40B4-BE49-F238E27FC236}">
                <a16:creationId xmlns:a16="http://schemas.microsoft.com/office/drawing/2014/main" id="{ADA19450-9E07-694E-9C16-2DBF74AD0A2E}"/>
              </a:ext>
            </a:extLst>
          </p:cNvPr>
          <p:cNvSpPr>
            <a:spLocks noGrp="1"/>
          </p:cNvSpPr>
          <p:nvPr>
            <p:ph type="body" sz="quarter" idx="24"/>
          </p:nvPr>
        </p:nvSpPr>
        <p:spPr>
          <a:xfrm>
            <a:off x="8404321" y="2231136"/>
            <a:ext cx="3631156" cy="242161"/>
          </a:xfrm>
        </p:spPr>
        <p:txBody>
          <a:bodyPr lIns="0">
            <a:noAutofit/>
          </a:bodyPr>
          <a:lstStyle>
            <a:lvl1pPr marL="0" indent="0" algn="l" defTabSz="914400" rtl="0" eaLnBrk="1" latinLnBrk="0" hangingPunct="1">
              <a:lnSpc>
                <a:spcPct val="90000"/>
              </a:lnSpc>
              <a:spcBef>
                <a:spcPts val="1000"/>
              </a:spcBef>
              <a:buFont typeface="Arial"/>
              <a:buNone/>
              <a:defRPr lang="en-US" sz="1200" b="1" i="0" kern="1200" spc="4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9" name="Content Placeholder 2">
            <a:extLst>
              <a:ext uri="{FF2B5EF4-FFF2-40B4-BE49-F238E27FC236}">
                <a16:creationId xmlns:a16="http://schemas.microsoft.com/office/drawing/2014/main" id="{BC30AE18-2C45-744D-A2A7-7BD07B58EFDA}"/>
              </a:ext>
            </a:extLst>
          </p:cNvPr>
          <p:cNvSpPr>
            <a:spLocks noGrp="1"/>
          </p:cNvSpPr>
          <p:nvPr>
            <p:ph idx="25" hasCustomPrompt="1"/>
          </p:nvPr>
        </p:nvSpPr>
        <p:spPr>
          <a:xfrm>
            <a:off x="8404322" y="2473297"/>
            <a:ext cx="3631156" cy="3544393"/>
          </a:xfrm>
        </p:spPr>
        <p:txBody>
          <a:bodyPr lIns="0">
            <a:noAutofit/>
          </a:bodyPr>
          <a:lstStyle>
            <a:lvl1pPr marL="171450" indent="-171450" algn="l" defTabSz="914400" rtl="0" eaLnBrk="1" latinLnBrk="0" hangingPunct="1">
              <a:lnSpc>
                <a:spcPct val="100000"/>
              </a:lnSpc>
              <a:spcBef>
                <a:spcPts val="1200"/>
              </a:spcBef>
              <a:buFont typeface="Arial" panose="020B0604020202020204" pitchFamily="34" charset="0"/>
              <a:buChar char="•"/>
              <a:defRPr lang="en-US" sz="1400" b="0" i="0" kern="1200" spc="0" baseline="0" dirty="0">
                <a:solidFill>
                  <a:schemeClr val="tx1"/>
                </a:solidFill>
                <a:latin typeface="+mn-lt"/>
                <a:ea typeface="Avenir Next" panose="020B0503020202020204" pitchFamily="34" charset="0"/>
                <a:cs typeface="Avenir Next" panose="020B0503020202020204" pitchFamily="34" charset="0"/>
              </a:defRPr>
            </a:lvl1pPr>
            <a:lvl2pPr marL="171450" indent="-171450" algn="l" defTabSz="914400" rtl="0" eaLnBrk="1" latinLnBrk="0" hangingPunct="1">
              <a:lnSpc>
                <a:spcPct val="100000"/>
              </a:lnSpc>
              <a:spcBef>
                <a:spcPts val="1200"/>
              </a:spcBef>
              <a:buSzPct val="75000"/>
              <a:buFont typeface="Arial" panose="020B0604020202020204" pitchFamily="34" charset="0"/>
              <a:buChar char="•"/>
              <a:defRPr lang="en-US" sz="1400" b="0" i="0" kern="1200" spc="0" baseline="0" dirty="0">
                <a:solidFill>
                  <a:schemeClr val="tx1"/>
                </a:solidFill>
                <a:latin typeface="+mn-lt"/>
                <a:ea typeface="Avenir Next" panose="020B0503020202020204" pitchFamily="34" charset="0"/>
                <a:cs typeface="Avenir Next" panose="020B0503020202020204" pitchFamily="34" charset="0"/>
              </a:defRPr>
            </a:lvl2pPr>
            <a:lvl3pPr marL="457200" indent="-187325">
              <a:lnSpc>
                <a:spcPct val="120000"/>
              </a:lnSpc>
              <a:buSzPct val="75000"/>
              <a:buFont typeface="Arial" panose="020B0604020202020204" pitchFamily="34" charset="0"/>
              <a:buChar char="ꟷ"/>
              <a:defRPr sz="1400" spc="0">
                <a:solidFill>
                  <a:srgbClr val="00095B"/>
                </a:solidFill>
                <a:latin typeface="+mn-lt"/>
              </a:defRPr>
            </a:lvl3pPr>
          </a:lstStyle>
          <a:p>
            <a:pPr lvl="0"/>
            <a:r>
              <a:rPr lang="en-US" dirty="0"/>
              <a:t>Click to edit master text styles</a:t>
            </a:r>
          </a:p>
          <a:p>
            <a:pPr lvl="2"/>
            <a:r>
              <a:rPr lang="en-US" dirty="0"/>
              <a:t>Second level</a:t>
            </a:r>
          </a:p>
        </p:txBody>
      </p:sp>
      <p:pic>
        <p:nvPicPr>
          <p:cNvPr id="3" name="Graphic 2">
            <a:extLst>
              <a:ext uri="{FF2B5EF4-FFF2-40B4-BE49-F238E27FC236}">
                <a16:creationId xmlns:a16="http://schemas.microsoft.com/office/drawing/2014/main" id="{6FAB120A-99F5-04D5-F780-F21D0F98254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5" name="Slide Number Placeholder 5">
            <a:extLst>
              <a:ext uri="{FF2B5EF4-FFF2-40B4-BE49-F238E27FC236}">
                <a16:creationId xmlns:a16="http://schemas.microsoft.com/office/drawing/2014/main" id="{D92181FB-286C-4569-81C0-B85A63246CDF}"/>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768559897"/>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rd+">
    <p:spTree>
      <p:nvGrpSpPr>
        <p:cNvPr id="1" name=""/>
        <p:cNvGrpSpPr/>
        <p:nvPr/>
      </p:nvGrpSpPr>
      <p:grpSpPr>
        <a:xfrm>
          <a:off x="0" y="0"/>
          <a:ext cx="0" cy="0"/>
          <a:chOff x="0" y="0"/>
          <a:chExt cx="0" cy="0"/>
        </a:xfrm>
      </p:grpSpPr>
      <p:sp>
        <p:nvSpPr>
          <p:cNvPr id="23" name="Text Placeholder 38">
            <a:extLst>
              <a:ext uri="{FF2B5EF4-FFF2-40B4-BE49-F238E27FC236}">
                <a16:creationId xmlns:a16="http://schemas.microsoft.com/office/drawing/2014/main" id="{099F8885-97DA-1E42-B2AC-AECB0695FC3E}"/>
              </a:ext>
            </a:extLst>
          </p:cNvPr>
          <p:cNvSpPr>
            <a:spLocks noGrp="1"/>
          </p:cNvSpPr>
          <p:nvPr>
            <p:ph type="body" sz="quarter" idx="25" hasCustomPrompt="1"/>
          </p:nvPr>
        </p:nvSpPr>
        <p:spPr>
          <a:xfrm>
            <a:off x="9316564" y="1310139"/>
            <a:ext cx="2412918" cy="685801"/>
          </a:xfrm>
        </p:spPr>
        <p:txBody>
          <a:bodyPr lIns="0">
            <a:noAutofit/>
          </a:bodyPr>
          <a:lstStyle>
            <a:lvl1pPr>
              <a:defRPr b="1" i="0" spc="80" baseline="0">
                <a:solidFill>
                  <a:schemeClr val="tx1"/>
                </a:solidFill>
                <a:latin typeface="Avenir Next LT Pro Demi" panose="020B0504020202020204" pitchFamily="34" charset="77"/>
              </a:defRPr>
            </a:lvl1pPr>
          </a:lstStyle>
          <a:p>
            <a:pPr lvl="0"/>
            <a:r>
              <a:rPr lang="en-US" dirty="0"/>
              <a:t>Ford+</a:t>
            </a:r>
            <a:br>
              <a:rPr lang="en-US" dirty="0"/>
            </a:br>
            <a:r>
              <a:rPr lang="en-US" dirty="0"/>
              <a:t>Behaviors</a:t>
            </a:r>
          </a:p>
        </p:txBody>
      </p:sp>
      <p:sp>
        <p:nvSpPr>
          <p:cNvPr id="2" name="Title 1"/>
          <p:cNvSpPr>
            <a:spLocks noGrp="1"/>
          </p:cNvSpPr>
          <p:nvPr>
            <p:ph type="title" hasCustomPrompt="1"/>
          </p:nvPr>
        </p:nvSpPr>
        <p:spPr>
          <a:xfrm>
            <a:off x="3063321" y="1308159"/>
            <a:ext cx="5567871" cy="685800"/>
          </a:xfrm>
        </p:spPr>
        <p:txBody>
          <a:bodyPr lIns="0">
            <a:noAutofit/>
          </a:bodyPr>
          <a:lstStyle>
            <a:lvl1pPr>
              <a:defRPr sz="3200" b="1" i="0" spc="80" baseline="0">
                <a:solidFill>
                  <a:schemeClr val="tx1"/>
                </a:solidFill>
                <a:latin typeface="Avenir Next LT Pro Demi" panose="020B0504020202020204" pitchFamily="34" charset="77"/>
              </a:defRPr>
            </a:lvl1pPr>
          </a:lstStyle>
          <a:p>
            <a:r>
              <a:rPr lang="en-US" dirty="0"/>
              <a:t>Ford +</a:t>
            </a:r>
          </a:p>
        </p:txBody>
      </p:sp>
      <p:sp>
        <p:nvSpPr>
          <p:cNvPr id="9" name="Text Placeholder 8"/>
          <p:cNvSpPr>
            <a:spLocks noGrp="1"/>
          </p:cNvSpPr>
          <p:nvPr>
            <p:ph type="body" sz="quarter" idx="13"/>
          </p:nvPr>
        </p:nvSpPr>
        <p:spPr>
          <a:xfrm>
            <a:off x="395000" y="286910"/>
            <a:ext cx="4986298" cy="264121"/>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j-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7" name="Text Placeholder 38">
            <a:extLst>
              <a:ext uri="{FF2B5EF4-FFF2-40B4-BE49-F238E27FC236}">
                <a16:creationId xmlns:a16="http://schemas.microsoft.com/office/drawing/2014/main" id="{CBA7E0DA-2F5B-C74F-905A-612EFE570A8E}"/>
              </a:ext>
            </a:extLst>
          </p:cNvPr>
          <p:cNvSpPr>
            <a:spLocks noGrp="1"/>
          </p:cNvSpPr>
          <p:nvPr>
            <p:ph type="body" sz="quarter" idx="16" hasCustomPrompt="1"/>
          </p:nvPr>
        </p:nvSpPr>
        <p:spPr>
          <a:xfrm>
            <a:off x="374904" y="1310139"/>
            <a:ext cx="2412918" cy="685801"/>
          </a:xfrm>
        </p:spPr>
        <p:txBody>
          <a:bodyPr lIns="0">
            <a:noAutofit/>
          </a:bodyPr>
          <a:lstStyle>
            <a:lvl1pPr>
              <a:defRPr b="1" i="0" spc="80" baseline="0">
                <a:solidFill>
                  <a:schemeClr val="tx1"/>
                </a:solidFill>
                <a:latin typeface="Avenir Next LT Pro Demi" panose="020B0504020202020204" pitchFamily="34" charset="77"/>
              </a:defRPr>
            </a:lvl1pPr>
          </a:lstStyle>
          <a:p>
            <a:pPr lvl="0"/>
            <a:r>
              <a:rPr lang="en-US" dirty="0"/>
              <a:t>Our</a:t>
            </a:r>
            <a:br>
              <a:rPr lang="en-US" dirty="0"/>
            </a:br>
            <a:r>
              <a:rPr lang="en-US" dirty="0"/>
              <a:t>Purpose</a:t>
            </a:r>
          </a:p>
        </p:txBody>
      </p:sp>
      <p:cxnSp>
        <p:nvCxnSpPr>
          <p:cNvPr id="18" name="Straight Connector 17">
            <a:extLst>
              <a:ext uri="{FF2B5EF4-FFF2-40B4-BE49-F238E27FC236}">
                <a16:creationId xmlns:a16="http://schemas.microsoft.com/office/drawing/2014/main" id="{BD9C6CD1-D9B5-9F42-8173-83542C1C1811}"/>
              </a:ext>
            </a:extLst>
          </p:cNvPr>
          <p:cNvCxnSpPr>
            <a:cxnSpLocks/>
          </p:cNvCxnSpPr>
          <p:nvPr userDrawn="1"/>
        </p:nvCxnSpPr>
        <p:spPr>
          <a:xfrm>
            <a:off x="2775097" y="1308159"/>
            <a:ext cx="0" cy="4507850"/>
          </a:xfrm>
          <a:prstGeom prst="line">
            <a:avLst/>
          </a:prstGeom>
          <a:ln w="9525">
            <a:solidFill>
              <a:schemeClr val="accent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EEB3C58-76AE-8949-8FCA-271943EF2093}"/>
              </a:ext>
            </a:extLst>
          </p:cNvPr>
          <p:cNvCxnSpPr>
            <a:cxnSpLocks/>
          </p:cNvCxnSpPr>
          <p:nvPr userDrawn="1"/>
        </p:nvCxnSpPr>
        <p:spPr>
          <a:xfrm>
            <a:off x="8973878" y="1308159"/>
            <a:ext cx="0" cy="4507850"/>
          </a:xfrm>
          <a:prstGeom prst="line">
            <a:avLst/>
          </a:prstGeom>
          <a:ln w="9525">
            <a:solidFill>
              <a:schemeClr val="accent1"/>
            </a:solidFill>
            <a:tailEnd type="none" w="med" len="sm"/>
          </a:ln>
          <a:effectLst/>
        </p:spPr>
        <p:style>
          <a:lnRef idx="1">
            <a:schemeClr val="accent1"/>
          </a:lnRef>
          <a:fillRef idx="0">
            <a:schemeClr val="accent1"/>
          </a:fillRef>
          <a:effectRef idx="0">
            <a:schemeClr val="accent1"/>
          </a:effectRef>
          <a:fontRef idx="minor">
            <a:schemeClr val="tx1"/>
          </a:fontRef>
        </p:style>
      </p:cxnSp>
      <p:sp>
        <p:nvSpPr>
          <p:cNvPr id="5" name="Text Placeholder 4">
            <a:extLst>
              <a:ext uri="{FF2B5EF4-FFF2-40B4-BE49-F238E27FC236}">
                <a16:creationId xmlns:a16="http://schemas.microsoft.com/office/drawing/2014/main" id="{5070B464-31EF-494D-AC7D-736E3B1608EA}"/>
              </a:ext>
            </a:extLst>
          </p:cNvPr>
          <p:cNvSpPr>
            <a:spLocks noGrp="1"/>
          </p:cNvSpPr>
          <p:nvPr>
            <p:ph type="body" sz="quarter" idx="23"/>
          </p:nvPr>
        </p:nvSpPr>
        <p:spPr>
          <a:xfrm>
            <a:off x="3063321" y="1995939"/>
            <a:ext cx="5555038" cy="3405187"/>
          </a:xfrm>
        </p:spPr>
        <p:txBody>
          <a:bodyPr lIns="0">
            <a:noAutofit/>
          </a:bodyPr>
          <a:lstStyle>
            <a:lvl1pPr>
              <a:lnSpc>
                <a:spcPct val="100000"/>
              </a:lnSpc>
              <a:spcBef>
                <a:spcPts val="600"/>
              </a:spcBef>
              <a:defRPr sz="1400" b="0" i="0" spc="0" baseline="0">
                <a:latin typeface="+mn-lt"/>
              </a:defRPr>
            </a:lvl1pPr>
          </a:lstStyle>
          <a:p>
            <a:pPr lvl="0"/>
            <a:r>
              <a:rPr lang="en-US" dirty="0"/>
              <a:t>Click to edit Master text styles</a:t>
            </a:r>
          </a:p>
        </p:txBody>
      </p:sp>
      <p:sp>
        <p:nvSpPr>
          <p:cNvPr id="22" name="Text Placeholder 4">
            <a:extLst>
              <a:ext uri="{FF2B5EF4-FFF2-40B4-BE49-F238E27FC236}">
                <a16:creationId xmlns:a16="http://schemas.microsoft.com/office/drawing/2014/main" id="{47F89BCD-8E0E-7246-BB12-D56E074F98A7}"/>
              </a:ext>
            </a:extLst>
          </p:cNvPr>
          <p:cNvSpPr>
            <a:spLocks noGrp="1"/>
          </p:cNvSpPr>
          <p:nvPr>
            <p:ph type="body" sz="quarter" idx="24"/>
          </p:nvPr>
        </p:nvSpPr>
        <p:spPr>
          <a:xfrm>
            <a:off x="374904" y="1995939"/>
            <a:ext cx="2412916" cy="3405187"/>
          </a:xfrm>
        </p:spPr>
        <p:txBody>
          <a:bodyPr lIns="0">
            <a:noAutofit/>
          </a:bodyPr>
          <a:lstStyle>
            <a:lvl1pPr>
              <a:lnSpc>
                <a:spcPct val="100000"/>
              </a:lnSpc>
              <a:spcBef>
                <a:spcPts val="1200"/>
              </a:spcBef>
              <a:defRPr sz="1400" b="0" i="0" spc="0" baseline="0">
                <a:latin typeface="+mn-lt"/>
              </a:defRPr>
            </a:lvl1pPr>
          </a:lstStyle>
          <a:p>
            <a:pPr lvl="0"/>
            <a:r>
              <a:rPr lang="en-US" dirty="0"/>
              <a:t>Click to edit Master text styles</a:t>
            </a:r>
          </a:p>
        </p:txBody>
      </p:sp>
      <p:sp>
        <p:nvSpPr>
          <p:cNvPr id="24" name="Text Placeholder 4">
            <a:extLst>
              <a:ext uri="{FF2B5EF4-FFF2-40B4-BE49-F238E27FC236}">
                <a16:creationId xmlns:a16="http://schemas.microsoft.com/office/drawing/2014/main" id="{59AD0696-8B5D-FF4B-B03A-7DEF33EBF447}"/>
              </a:ext>
            </a:extLst>
          </p:cNvPr>
          <p:cNvSpPr>
            <a:spLocks noGrp="1"/>
          </p:cNvSpPr>
          <p:nvPr>
            <p:ph type="body" sz="quarter" idx="26"/>
          </p:nvPr>
        </p:nvSpPr>
        <p:spPr>
          <a:xfrm>
            <a:off x="9316564" y="1995939"/>
            <a:ext cx="2412916" cy="3405187"/>
          </a:xfrm>
        </p:spPr>
        <p:txBody>
          <a:bodyPr lIns="0">
            <a:noAutofit/>
          </a:bodyPr>
          <a:lstStyle>
            <a:lvl1pPr>
              <a:lnSpc>
                <a:spcPct val="100000"/>
              </a:lnSpc>
              <a:spcBef>
                <a:spcPts val="1200"/>
              </a:spcBef>
              <a:defRPr sz="1400" b="0" i="0" spc="0" baseline="0">
                <a:latin typeface="+mn-lt"/>
              </a:defRPr>
            </a:lvl1pPr>
          </a:lstStyle>
          <a:p>
            <a:pPr lvl="0"/>
            <a:r>
              <a:rPr lang="en-US" dirty="0"/>
              <a:t>Click to edit Master text styles</a:t>
            </a:r>
          </a:p>
        </p:txBody>
      </p:sp>
      <p:sp>
        <p:nvSpPr>
          <p:cNvPr id="15" name="Slide Number Placeholder 5">
            <a:extLst>
              <a:ext uri="{FF2B5EF4-FFF2-40B4-BE49-F238E27FC236}">
                <a16:creationId xmlns:a16="http://schemas.microsoft.com/office/drawing/2014/main" id="{2B740AD5-675A-49AC-8C93-8DB9B250DACA}"/>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539762218"/>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Key Decisions">
    <p:spTree>
      <p:nvGrpSpPr>
        <p:cNvPr id="1" name=""/>
        <p:cNvGrpSpPr/>
        <p:nvPr/>
      </p:nvGrpSpPr>
      <p:grpSpPr>
        <a:xfrm>
          <a:off x="0" y="0"/>
          <a:ext cx="0" cy="0"/>
          <a:chOff x="0" y="0"/>
          <a:chExt cx="0" cy="0"/>
        </a:xfrm>
      </p:grpSpPr>
      <p:sp>
        <p:nvSpPr>
          <p:cNvPr id="14" name="Content Placeholder 2">
            <a:extLst>
              <a:ext uri="{FF2B5EF4-FFF2-40B4-BE49-F238E27FC236}">
                <a16:creationId xmlns:a16="http://schemas.microsoft.com/office/drawing/2014/main" id="{F1388A60-32B3-812F-3C3D-D48F5117B2A9}"/>
              </a:ext>
            </a:extLst>
          </p:cNvPr>
          <p:cNvSpPr>
            <a:spLocks noGrp="1"/>
          </p:cNvSpPr>
          <p:nvPr>
            <p:ph idx="1" hasCustomPrompt="1"/>
          </p:nvPr>
        </p:nvSpPr>
        <p:spPr>
          <a:xfrm>
            <a:off x="374904" y="2013577"/>
            <a:ext cx="2368296" cy="2648967"/>
          </a:xfrm>
        </p:spPr>
        <p:txBody>
          <a:bodyPr lIns="0">
            <a:noAutofit/>
          </a:bodyPr>
          <a:lstStyle>
            <a:lvl1pPr marL="0" indent="0">
              <a:lnSpc>
                <a:spcPct val="110000"/>
              </a:lnSpc>
              <a:spcBef>
                <a:spcPts val="1200"/>
              </a:spcBef>
              <a:buNone/>
              <a:defRPr sz="1400" spc="40" baseline="0">
                <a:solidFill>
                  <a:schemeClr val="tx1"/>
                </a:solidFill>
                <a:latin typeface="+mn-lt"/>
              </a:defRPr>
            </a:lvl1pPr>
            <a:lvl2pPr marL="0" indent="0">
              <a:lnSpc>
                <a:spcPct val="100000"/>
              </a:lnSpc>
              <a:spcBef>
                <a:spcPts val="1200"/>
              </a:spcBef>
              <a:buSzPct val="75000"/>
              <a:buNone/>
              <a:defRPr sz="1400" spc="0">
                <a:solidFill>
                  <a:schemeClr val="tx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r>
              <a:rPr lang="en-US" dirty="0">
                <a:solidFill>
                  <a:schemeClr val="tx1"/>
                </a:solidFill>
              </a:rPr>
              <a:t>Body copy. Lorem ipsum dolor sit </a:t>
            </a:r>
            <a:r>
              <a:rPr lang="en-US" dirty="0" err="1">
                <a:solidFill>
                  <a:schemeClr val="tx1"/>
                </a:solidFill>
              </a:rPr>
              <a:t>amet</a:t>
            </a:r>
            <a:r>
              <a:rPr lang="en-US" dirty="0">
                <a:solidFill>
                  <a:schemeClr val="tx1"/>
                </a:solidFill>
              </a:rPr>
              <a:t>, </a:t>
            </a:r>
            <a:r>
              <a:rPr lang="en-US" dirty="0" err="1">
                <a:solidFill>
                  <a:schemeClr val="tx1"/>
                </a:solidFill>
              </a:rPr>
              <a:t>consec</a:t>
            </a:r>
            <a:r>
              <a:rPr lang="en-US" dirty="0">
                <a:solidFill>
                  <a:schemeClr val="tx1"/>
                </a:solidFill>
              </a:rPr>
              <a:t> </a:t>
            </a:r>
            <a:r>
              <a:rPr lang="en-US" dirty="0" err="1">
                <a:solidFill>
                  <a:schemeClr val="tx1"/>
                </a:solidFill>
              </a:rPr>
              <a:t>adipiscing</a:t>
            </a:r>
            <a:r>
              <a:rPr lang="en-US" dirty="0">
                <a:solidFill>
                  <a:schemeClr val="tx1"/>
                </a:solidFill>
              </a:rPr>
              <a:t> </a:t>
            </a:r>
            <a:r>
              <a:rPr lang="en-US" dirty="0" err="1">
                <a:solidFill>
                  <a:schemeClr val="tx1"/>
                </a:solidFill>
              </a:rPr>
              <a:t>elit</a:t>
            </a:r>
            <a:r>
              <a:rPr lang="en-US" dirty="0">
                <a:solidFill>
                  <a:schemeClr val="tx1"/>
                </a:solidFill>
              </a:rPr>
              <a:t>. </a:t>
            </a:r>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0"/>
            <a:ext cx="543845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hasCustomPrompt="1"/>
          </p:nvPr>
        </p:nvSpPr>
        <p:spPr>
          <a:xfrm>
            <a:off x="374904" y="1692462"/>
            <a:ext cx="2368296" cy="321115"/>
          </a:xfrm>
        </p:spPr>
        <p:txBody>
          <a:bodyPr lIns="0">
            <a:noAutofit/>
          </a:bodyPr>
          <a:lstStyle>
            <a:lvl1pPr marL="0" indent="0" algn="l" defTabSz="914400" rtl="0" eaLnBrk="1" latinLnBrk="0" hangingPunct="1">
              <a:lnSpc>
                <a:spcPct val="90000"/>
              </a:lnSpc>
              <a:spcBef>
                <a:spcPts val="1000"/>
              </a:spcBef>
              <a:buFont typeface="Arial"/>
              <a:buNone/>
              <a:defRPr lang="en-US" sz="1500" b="1" i="0" kern="1200" spc="3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Decision</a:t>
            </a:r>
          </a:p>
        </p:txBody>
      </p:sp>
      <p:sp>
        <p:nvSpPr>
          <p:cNvPr id="15" name="Content Placeholder 2">
            <a:extLst>
              <a:ext uri="{FF2B5EF4-FFF2-40B4-BE49-F238E27FC236}">
                <a16:creationId xmlns:a16="http://schemas.microsoft.com/office/drawing/2014/main" id="{5836CCC6-ADF6-93EE-8675-E2927B405CD5}"/>
              </a:ext>
            </a:extLst>
          </p:cNvPr>
          <p:cNvSpPr>
            <a:spLocks noGrp="1"/>
          </p:cNvSpPr>
          <p:nvPr>
            <p:ph idx="18" hasCustomPrompt="1"/>
          </p:nvPr>
        </p:nvSpPr>
        <p:spPr>
          <a:xfrm>
            <a:off x="3669792" y="2013577"/>
            <a:ext cx="4000375" cy="2648967"/>
          </a:xfrm>
        </p:spPr>
        <p:txBody>
          <a:bodyPr lIns="0">
            <a:noAutofit/>
          </a:bodyPr>
          <a:lstStyle>
            <a:lvl1pPr marL="0" indent="0">
              <a:lnSpc>
                <a:spcPct val="110000"/>
              </a:lnSpc>
              <a:spcBef>
                <a:spcPts val="1200"/>
              </a:spcBef>
              <a:buNone/>
              <a:defRPr sz="1400" spc="40" baseline="0">
                <a:solidFill>
                  <a:schemeClr val="tx1"/>
                </a:solidFill>
                <a:latin typeface="+mn-lt"/>
              </a:defRPr>
            </a:lvl1pPr>
            <a:lvl2pPr marL="0" indent="0">
              <a:lnSpc>
                <a:spcPct val="100000"/>
              </a:lnSpc>
              <a:spcBef>
                <a:spcPts val="1200"/>
              </a:spcBef>
              <a:buSzPct val="75000"/>
              <a:buNone/>
              <a:defRPr sz="1400" spc="0">
                <a:solidFill>
                  <a:schemeClr val="tx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r>
              <a:rPr lang="en-US" dirty="0">
                <a:solidFill>
                  <a:schemeClr val="tx1"/>
                </a:solidFill>
              </a:rPr>
              <a:t>Body copy. Lorem ipsum dolor sit </a:t>
            </a:r>
            <a:r>
              <a:rPr lang="en-US" dirty="0" err="1">
                <a:solidFill>
                  <a:schemeClr val="tx1"/>
                </a:solidFill>
              </a:rPr>
              <a:t>amet</a:t>
            </a:r>
            <a:r>
              <a:rPr lang="en-US" dirty="0">
                <a:solidFill>
                  <a:schemeClr val="tx1"/>
                </a:solidFill>
              </a:rPr>
              <a:t>, </a:t>
            </a:r>
            <a:r>
              <a:rPr lang="en-US" dirty="0" err="1">
                <a:solidFill>
                  <a:schemeClr val="tx1"/>
                </a:solidFill>
              </a:rPr>
              <a:t>consectetuer</a:t>
            </a:r>
            <a:r>
              <a:rPr lang="en-US" dirty="0">
                <a:solidFill>
                  <a:schemeClr val="tx1"/>
                </a:solidFill>
              </a:rPr>
              <a:t> </a:t>
            </a:r>
            <a:r>
              <a:rPr lang="en-US" dirty="0" err="1">
                <a:solidFill>
                  <a:schemeClr val="tx1"/>
                </a:solidFill>
              </a:rPr>
              <a:t>adipiscing</a:t>
            </a:r>
            <a:r>
              <a:rPr lang="en-US" dirty="0">
                <a:solidFill>
                  <a:schemeClr val="tx1"/>
                </a:solidFill>
              </a:rPr>
              <a:t> </a:t>
            </a:r>
            <a:r>
              <a:rPr lang="en-US" dirty="0" err="1">
                <a:solidFill>
                  <a:schemeClr val="tx1"/>
                </a:solidFill>
              </a:rPr>
              <a:t>elit</a:t>
            </a:r>
            <a:r>
              <a:rPr lang="en-US" dirty="0">
                <a:solidFill>
                  <a:schemeClr val="tx1"/>
                </a:solidFill>
              </a:rPr>
              <a:t>. Maecenas </a:t>
            </a:r>
            <a:r>
              <a:rPr lang="en-US" dirty="0" err="1">
                <a:solidFill>
                  <a:schemeClr val="tx1"/>
                </a:solidFill>
              </a:rPr>
              <a:t>porttitor</a:t>
            </a:r>
            <a:r>
              <a:rPr lang="en-US" dirty="0">
                <a:solidFill>
                  <a:schemeClr val="tx1"/>
                </a:solidFill>
              </a:rPr>
              <a:t> </a:t>
            </a:r>
            <a:r>
              <a:rPr lang="en-US" dirty="0" err="1">
                <a:solidFill>
                  <a:schemeClr val="tx1"/>
                </a:solidFill>
              </a:rPr>
              <a:t>congue</a:t>
            </a:r>
            <a:r>
              <a:rPr lang="en-US" dirty="0">
                <a:solidFill>
                  <a:schemeClr val="tx1"/>
                </a:solidFill>
              </a:rPr>
              <a:t> </a:t>
            </a:r>
            <a:r>
              <a:rPr lang="en-US" dirty="0" err="1">
                <a:solidFill>
                  <a:schemeClr val="tx1"/>
                </a:solidFill>
              </a:rPr>
              <a:t>massa</a:t>
            </a:r>
            <a:r>
              <a:rPr lang="en-US" dirty="0">
                <a:solidFill>
                  <a:schemeClr val="tx1"/>
                </a:solidFill>
              </a:rPr>
              <a:t>. </a:t>
            </a:r>
            <a:r>
              <a:rPr lang="en-US" dirty="0" err="1">
                <a:solidFill>
                  <a:schemeClr val="tx1"/>
                </a:solidFill>
              </a:rPr>
              <a:t>Fusce</a:t>
            </a:r>
            <a:r>
              <a:rPr lang="en-US" dirty="0">
                <a:solidFill>
                  <a:schemeClr val="tx1"/>
                </a:solidFill>
              </a:rPr>
              <a:t> </a:t>
            </a:r>
            <a:r>
              <a:rPr lang="en-US" dirty="0" err="1">
                <a:solidFill>
                  <a:schemeClr val="tx1"/>
                </a:solidFill>
              </a:rPr>
              <a:t>posuere</a:t>
            </a:r>
            <a:r>
              <a:rPr lang="en-US" dirty="0">
                <a:solidFill>
                  <a:schemeClr val="tx1"/>
                </a:solidFill>
              </a:rPr>
              <a:t>, magna sed pulvinar </a:t>
            </a:r>
            <a:r>
              <a:rPr lang="en-US" dirty="0" err="1">
                <a:solidFill>
                  <a:schemeClr val="tx1"/>
                </a:solidFill>
              </a:rPr>
              <a:t>ultricies</a:t>
            </a:r>
            <a:r>
              <a:rPr lang="en-US" dirty="0">
                <a:solidFill>
                  <a:schemeClr val="tx1"/>
                </a:solidFill>
              </a:rPr>
              <a:t>, </a:t>
            </a:r>
            <a:r>
              <a:rPr lang="en-US" dirty="0" err="1">
                <a:solidFill>
                  <a:schemeClr val="tx1"/>
                </a:solidFill>
              </a:rPr>
              <a:t>purus</a:t>
            </a:r>
            <a:r>
              <a:rPr lang="en-US" dirty="0">
                <a:solidFill>
                  <a:schemeClr val="tx1"/>
                </a:solidFill>
              </a:rPr>
              <a:t> </a:t>
            </a:r>
            <a:r>
              <a:rPr lang="en-US" dirty="0" err="1">
                <a:solidFill>
                  <a:schemeClr val="tx1"/>
                </a:solidFill>
              </a:rPr>
              <a:t>lectus</a:t>
            </a:r>
            <a:r>
              <a:rPr lang="en-US" dirty="0">
                <a:solidFill>
                  <a:schemeClr val="tx1"/>
                </a:solidFill>
              </a:rPr>
              <a:t> </a:t>
            </a:r>
            <a:r>
              <a:rPr lang="en-US" dirty="0" err="1">
                <a:solidFill>
                  <a:schemeClr val="tx1"/>
                </a:solidFill>
              </a:rPr>
              <a:t>malesuada</a:t>
            </a:r>
            <a:r>
              <a:rPr lang="en-US" dirty="0">
                <a:solidFill>
                  <a:schemeClr val="tx1"/>
                </a:solidFill>
              </a:rPr>
              <a:t> libero, sit </a:t>
            </a:r>
            <a:r>
              <a:rPr lang="en-US" dirty="0" err="1">
                <a:solidFill>
                  <a:schemeClr val="tx1"/>
                </a:solidFill>
              </a:rPr>
              <a:t>amet</a:t>
            </a:r>
            <a:r>
              <a:rPr lang="en-US" dirty="0">
                <a:solidFill>
                  <a:schemeClr val="tx1"/>
                </a:solidFill>
              </a:rPr>
              <a:t> </a:t>
            </a:r>
            <a:r>
              <a:rPr lang="en-US" dirty="0" err="1">
                <a:solidFill>
                  <a:schemeClr val="tx1"/>
                </a:solidFill>
              </a:rPr>
              <a:t>commodo</a:t>
            </a:r>
            <a:r>
              <a:rPr lang="en-US" dirty="0">
                <a:solidFill>
                  <a:schemeClr val="tx1"/>
                </a:solidFill>
              </a:rPr>
              <a:t> </a:t>
            </a:r>
            <a:br>
              <a:rPr lang="en-US" dirty="0">
                <a:solidFill>
                  <a:schemeClr val="tx1"/>
                </a:solidFill>
              </a:rPr>
            </a:br>
            <a:r>
              <a:rPr lang="en-US" dirty="0">
                <a:solidFill>
                  <a:schemeClr val="tx1"/>
                </a:solidFill>
              </a:rPr>
              <a:t>magna eros </a:t>
            </a:r>
            <a:r>
              <a:rPr lang="en-US" dirty="0" err="1">
                <a:solidFill>
                  <a:schemeClr val="tx1"/>
                </a:solidFill>
              </a:rPr>
              <a:t>quis</a:t>
            </a:r>
            <a:r>
              <a:rPr lang="en-US" dirty="0">
                <a:solidFill>
                  <a:schemeClr val="tx1"/>
                </a:solidFill>
              </a:rPr>
              <a:t> </a:t>
            </a:r>
            <a:r>
              <a:rPr lang="en-US" dirty="0" err="1">
                <a:solidFill>
                  <a:schemeClr val="tx1"/>
                </a:solidFill>
              </a:rPr>
              <a:t>urna</a:t>
            </a:r>
            <a:r>
              <a:rPr lang="en-US" dirty="0">
                <a:solidFill>
                  <a:schemeClr val="tx1"/>
                </a:solidFill>
              </a:rPr>
              <a:t>.</a:t>
            </a:r>
          </a:p>
        </p:txBody>
      </p:sp>
      <p:sp>
        <p:nvSpPr>
          <p:cNvPr id="16" name="Text Placeholder 38">
            <a:extLst>
              <a:ext uri="{FF2B5EF4-FFF2-40B4-BE49-F238E27FC236}">
                <a16:creationId xmlns:a16="http://schemas.microsoft.com/office/drawing/2014/main" id="{908D6FE8-5CD5-81A2-A75E-A989C0EDEF33}"/>
              </a:ext>
            </a:extLst>
          </p:cNvPr>
          <p:cNvSpPr>
            <a:spLocks noGrp="1"/>
          </p:cNvSpPr>
          <p:nvPr>
            <p:ph type="body" sz="quarter" idx="19" hasCustomPrompt="1"/>
          </p:nvPr>
        </p:nvSpPr>
        <p:spPr>
          <a:xfrm>
            <a:off x="3669792" y="1692462"/>
            <a:ext cx="4000375" cy="321115"/>
          </a:xfrm>
        </p:spPr>
        <p:txBody>
          <a:bodyPr lIns="0">
            <a:noAutofit/>
          </a:bodyPr>
          <a:lstStyle>
            <a:lvl1pPr marL="0" indent="0" algn="l" defTabSz="914400" rtl="0" eaLnBrk="1" latinLnBrk="0" hangingPunct="1">
              <a:lnSpc>
                <a:spcPct val="90000"/>
              </a:lnSpc>
              <a:spcBef>
                <a:spcPts val="1000"/>
              </a:spcBef>
              <a:buFont typeface="Arial"/>
              <a:buNone/>
              <a:defRPr lang="en-US" sz="1500" b="1" i="0" kern="1200" spc="3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sz="1600" dirty="0"/>
              <a:t>Consideration</a:t>
            </a:r>
          </a:p>
        </p:txBody>
      </p:sp>
      <p:sp>
        <p:nvSpPr>
          <p:cNvPr id="17" name="Content Placeholder 2">
            <a:extLst>
              <a:ext uri="{FF2B5EF4-FFF2-40B4-BE49-F238E27FC236}">
                <a16:creationId xmlns:a16="http://schemas.microsoft.com/office/drawing/2014/main" id="{389978CC-AA3A-17C7-2EE0-D57431D83FA6}"/>
              </a:ext>
            </a:extLst>
          </p:cNvPr>
          <p:cNvSpPr>
            <a:spLocks noGrp="1"/>
          </p:cNvSpPr>
          <p:nvPr>
            <p:ph idx="20" hasCustomPrompt="1"/>
          </p:nvPr>
        </p:nvSpPr>
        <p:spPr>
          <a:xfrm>
            <a:off x="8362941" y="2013577"/>
            <a:ext cx="3278598" cy="2648967"/>
          </a:xfrm>
        </p:spPr>
        <p:txBody>
          <a:bodyPr lIns="0">
            <a:noAutofit/>
          </a:bodyPr>
          <a:lstStyle>
            <a:lvl1pPr marL="0" indent="0">
              <a:lnSpc>
                <a:spcPct val="110000"/>
              </a:lnSpc>
              <a:spcBef>
                <a:spcPts val="1200"/>
              </a:spcBef>
              <a:buNone/>
              <a:defRPr sz="1400" spc="40" baseline="0">
                <a:solidFill>
                  <a:schemeClr val="tx1"/>
                </a:solidFill>
                <a:latin typeface="+mn-lt"/>
              </a:defRPr>
            </a:lvl1pPr>
            <a:lvl2pPr marL="0" indent="0">
              <a:lnSpc>
                <a:spcPct val="100000"/>
              </a:lnSpc>
              <a:spcBef>
                <a:spcPts val="1200"/>
              </a:spcBef>
              <a:buSzPct val="75000"/>
              <a:buNone/>
              <a:defRPr sz="1400" spc="0">
                <a:solidFill>
                  <a:schemeClr val="tx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r>
              <a:rPr lang="en-US" dirty="0">
                <a:solidFill>
                  <a:schemeClr val="tx1"/>
                </a:solidFill>
              </a:rPr>
              <a:t>Body copy. Lorem ipsum dolor sit </a:t>
            </a:r>
            <a:r>
              <a:rPr lang="en-US" dirty="0" err="1">
                <a:solidFill>
                  <a:schemeClr val="tx1"/>
                </a:solidFill>
              </a:rPr>
              <a:t>amet</a:t>
            </a:r>
            <a:r>
              <a:rPr lang="en-US" dirty="0">
                <a:solidFill>
                  <a:schemeClr val="tx1"/>
                </a:solidFill>
              </a:rPr>
              <a:t>, </a:t>
            </a:r>
            <a:r>
              <a:rPr lang="en-US" dirty="0" err="1">
                <a:solidFill>
                  <a:schemeClr val="tx1"/>
                </a:solidFill>
              </a:rPr>
              <a:t>consectetuer</a:t>
            </a:r>
            <a:r>
              <a:rPr lang="en-US" dirty="0">
                <a:solidFill>
                  <a:schemeClr val="tx1"/>
                </a:solidFill>
              </a:rPr>
              <a:t> </a:t>
            </a:r>
            <a:r>
              <a:rPr lang="en-US" dirty="0" err="1">
                <a:solidFill>
                  <a:schemeClr val="tx1"/>
                </a:solidFill>
              </a:rPr>
              <a:t>adipiscing</a:t>
            </a:r>
            <a:r>
              <a:rPr lang="en-US" dirty="0">
                <a:solidFill>
                  <a:schemeClr val="tx1"/>
                </a:solidFill>
              </a:rPr>
              <a:t> </a:t>
            </a:r>
            <a:r>
              <a:rPr lang="en-US" dirty="0" err="1">
                <a:solidFill>
                  <a:schemeClr val="tx1"/>
                </a:solidFill>
              </a:rPr>
              <a:t>elit</a:t>
            </a:r>
            <a:r>
              <a:rPr lang="en-US" dirty="0">
                <a:solidFill>
                  <a:schemeClr val="tx1"/>
                </a:solidFill>
              </a:rPr>
              <a:t>. Maecenas </a:t>
            </a:r>
            <a:r>
              <a:rPr lang="en-US" dirty="0" err="1">
                <a:solidFill>
                  <a:schemeClr val="tx1"/>
                </a:solidFill>
              </a:rPr>
              <a:t>porttitor</a:t>
            </a:r>
            <a:r>
              <a:rPr lang="en-US" dirty="0">
                <a:solidFill>
                  <a:schemeClr val="tx1"/>
                </a:solidFill>
              </a:rPr>
              <a:t> </a:t>
            </a:r>
            <a:r>
              <a:rPr lang="en-US" dirty="0" err="1">
                <a:solidFill>
                  <a:schemeClr val="tx1"/>
                </a:solidFill>
              </a:rPr>
              <a:t>congue</a:t>
            </a:r>
            <a:r>
              <a:rPr lang="en-US" dirty="0">
                <a:solidFill>
                  <a:schemeClr val="tx1"/>
                </a:solidFill>
              </a:rPr>
              <a:t> </a:t>
            </a:r>
            <a:r>
              <a:rPr lang="en-US" dirty="0" err="1">
                <a:solidFill>
                  <a:schemeClr val="tx1"/>
                </a:solidFill>
              </a:rPr>
              <a:t>massa</a:t>
            </a:r>
            <a:r>
              <a:rPr lang="en-US" dirty="0">
                <a:solidFill>
                  <a:schemeClr val="tx1"/>
                </a:solidFill>
              </a:rPr>
              <a:t>. </a:t>
            </a:r>
            <a:r>
              <a:rPr lang="en-US" dirty="0" err="1">
                <a:solidFill>
                  <a:schemeClr val="tx1"/>
                </a:solidFill>
              </a:rPr>
              <a:t>Fusce</a:t>
            </a:r>
            <a:r>
              <a:rPr lang="en-US" dirty="0">
                <a:solidFill>
                  <a:schemeClr val="tx1"/>
                </a:solidFill>
              </a:rPr>
              <a:t> </a:t>
            </a:r>
            <a:r>
              <a:rPr lang="en-US" dirty="0" err="1">
                <a:solidFill>
                  <a:schemeClr val="tx1"/>
                </a:solidFill>
              </a:rPr>
              <a:t>posuere</a:t>
            </a:r>
            <a:r>
              <a:rPr lang="en-US" dirty="0">
                <a:solidFill>
                  <a:schemeClr val="tx1"/>
                </a:solidFill>
              </a:rPr>
              <a:t>, magna sed pulvinar </a:t>
            </a:r>
            <a:r>
              <a:rPr lang="en-US" dirty="0" err="1">
                <a:solidFill>
                  <a:schemeClr val="tx1"/>
                </a:solidFill>
              </a:rPr>
              <a:t>ultricies</a:t>
            </a:r>
            <a:r>
              <a:rPr lang="en-US" dirty="0">
                <a:solidFill>
                  <a:schemeClr val="tx1"/>
                </a:solidFill>
              </a:rPr>
              <a:t>, </a:t>
            </a:r>
            <a:r>
              <a:rPr lang="en-US" dirty="0" err="1">
                <a:solidFill>
                  <a:schemeClr val="tx1"/>
                </a:solidFill>
              </a:rPr>
              <a:t>purus</a:t>
            </a:r>
            <a:r>
              <a:rPr lang="en-US" dirty="0">
                <a:solidFill>
                  <a:schemeClr val="tx1"/>
                </a:solidFill>
              </a:rPr>
              <a:t> </a:t>
            </a:r>
            <a:r>
              <a:rPr lang="en-US" dirty="0" err="1">
                <a:solidFill>
                  <a:schemeClr val="tx1"/>
                </a:solidFill>
              </a:rPr>
              <a:t>lectus</a:t>
            </a:r>
            <a:r>
              <a:rPr lang="en-US" dirty="0">
                <a:solidFill>
                  <a:schemeClr val="tx1"/>
                </a:solidFill>
              </a:rPr>
              <a:t> </a:t>
            </a:r>
            <a:r>
              <a:rPr lang="en-US" dirty="0" err="1">
                <a:solidFill>
                  <a:schemeClr val="tx1"/>
                </a:solidFill>
              </a:rPr>
              <a:t>malesuada</a:t>
            </a:r>
            <a:r>
              <a:rPr lang="en-US" dirty="0">
                <a:solidFill>
                  <a:schemeClr val="tx1"/>
                </a:solidFill>
              </a:rPr>
              <a:t> libero, sit </a:t>
            </a:r>
            <a:r>
              <a:rPr lang="en-US" dirty="0" err="1">
                <a:solidFill>
                  <a:schemeClr val="tx1"/>
                </a:solidFill>
              </a:rPr>
              <a:t>amet</a:t>
            </a:r>
            <a:r>
              <a:rPr lang="en-US" dirty="0">
                <a:solidFill>
                  <a:schemeClr val="tx1"/>
                </a:solidFill>
              </a:rPr>
              <a:t> </a:t>
            </a:r>
            <a:r>
              <a:rPr lang="en-US" dirty="0" err="1">
                <a:solidFill>
                  <a:schemeClr val="tx1"/>
                </a:solidFill>
              </a:rPr>
              <a:t>commodo</a:t>
            </a:r>
            <a:r>
              <a:rPr lang="en-US" dirty="0">
                <a:solidFill>
                  <a:schemeClr val="tx1"/>
                </a:solidFill>
              </a:rPr>
              <a:t> magna </a:t>
            </a:r>
            <a:br>
              <a:rPr lang="en-US" dirty="0">
                <a:solidFill>
                  <a:schemeClr val="tx1"/>
                </a:solidFill>
              </a:rPr>
            </a:br>
            <a:r>
              <a:rPr lang="en-US" dirty="0">
                <a:solidFill>
                  <a:schemeClr val="tx1"/>
                </a:solidFill>
              </a:rPr>
              <a:t>eros </a:t>
            </a:r>
            <a:r>
              <a:rPr lang="en-US" dirty="0" err="1">
                <a:solidFill>
                  <a:schemeClr val="tx1"/>
                </a:solidFill>
              </a:rPr>
              <a:t>quis</a:t>
            </a:r>
            <a:r>
              <a:rPr lang="en-US" dirty="0">
                <a:solidFill>
                  <a:schemeClr val="tx1"/>
                </a:solidFill>
              </a:rPr>
              <a:t> </a:t>
            </a:r>
            <a:r>
              <a:rPr lang="en-US" dirty="0" err="1">
                <a:solidFill>
                  <a:schemeClr val="tx1"/>
                </a:solidFill>
              </a:rPr>
              <a:t>urna</a:t>
            </a:r>
            <a:r>
              <a:rPr lang="en-US" dirty="0">
                <a:solidFill>
                  <a:schemeClr val="tx1"/>
                </a:solidFill>
              </a:rPr>
              <a:t>.</a:t>
            </a:r>
          </a:p>
        </p:txBody>
      </p:sp>
      <p:sp>
        <p:nvSpPr>
          <p:cNvPr id="18" name="Text Placeholder 38">
            <a:extLst>
              <a:ext uri="{FF2B5EF4-FFF2-40B4-BE49-F238E27FC236}">
                <a16:creationId xmlns:a16="http://schemas.microsoft.com/office/drawing/2014/main" id="{44665AA2-911B-2EB0-2A04-BD894ED79285}"/>
              </a:ext>
            </a:extLst>
          </p:cNvPr>
          <p:cNvSpPr>
            <a:spLocks noGrp="1"/>
          </p:cNvSpPr>
          <p:nvPr>
            <p:ph type="body" sz="quarter" idx="21" hasCustomPrompt="1"/>
          </p:nvPr>
        </p:nvSpPr>
        <p:spPr>
          <a:xfrm>
            <a:off x="8362941" y="1692462"/>
            <a:ext cx="3278598" cy="321115"/>
          </a:xfrm>
        </p:spPr>
        <p:txBody>
          <a:bodyPr lIns="0">
            <a:noAutofit/>
          </a:bodyPr>
          <a:lstStyle>
            <a:lvl1pPr marL="0" indent="0" algn="l" defTabSz="914400" rtl="0" eaLnBrk="1" latinLnBrk="0" hangingPunct="1">
              <a:lnSpc>
                <a:spcPct val="90000"/>
              </a:lnSpc>
              <a:spcBef>
                <a:spcPts val="1000"/>
              </a:spcBef>
              <a:buFont typeface="Arial"/>
              <a:buNone/>
              <a:defRPr lang="en-US" sz="1500" b="1" i="0" kern="1200" spc="3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sz="1600" dirty="0"/>
              <a:t>Recommendation</a:t>
            </a:r>
          </a:p>
        </p:txBody>
      </p:sp>
      <p:sp>
        <p:nvSpPr>
          <p:cNvPr id="22" name="Slide Number Placeholder 5">
            <a:extLst>
              <a:ext uri="{FF2B5EF4-FFF2-40B4-BE49-F238E27FC236}">
                <a16:creationId xmlns:a16="http://schemas.microsoft.com/office/drawing/2014/main" id="{F4097A7A-C49C-48BA-9E8A-FBCD3A3AF5B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767453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Large Statement">
    <p:bg>
      <p:bgPr>
        <a:solidFill>
          <a:schemeClr val="bg1"/>
        </a:solidFill>
        <a:effectLst/>
      </p:bgPr>
    </p:bg>
    <p:spTree>
      <p:nvGrpSpPr>
        <p:cNvPr id="1" name=""/>
        <p:cNvGrpSpPr/>
        <p:nvPr/>
      </p:nvGrpSpPr>
      <p:grpSpPr>
        <a:xfrm>
          <a:off x="0" y="0"/>
          <a:ext cx="0" cy="0"/>
          <a:chOff x="0" y="0"/>
          <a:chExt cx="0" cy="0"/>
        </a:xfrm>
      </p:grpSpPr>
      <p:sp>
        <p:nvSpPr>
          <p:cNvPr id="6" name="Text Placeholder 38">
            <a:extLst>
              <a:ext uri="{FF2B5EF4-FFF2-40B4-BE49-F238E27FC236}">
                <a16:creationId xmlns:a16="http://schemas.microsoft.com/office/drawing/2014/main" id="{EC158C82-B576-314A-98A5-F40206B7133B}"/>
              </a:ext>
            </a:extLst>
          </p:cNvPr>
          <p:cNvSpPr>
            <a:spLocks noGrp="1"/>
          </p:cNvSpPr>
          <p:nvPr>
            <p:ph type="body" sz="quarter" idx="16"/>
          </p:nvPr>
        </p:nvSpPr>
        <p:spPr>
          <a:xfrm>
            <a:off x="1566880" y="1475536"/>
            <a:ext cx="9058241" cy="3657966"/>
          </a:xfrm>
        </p:spPr>
        <p:txBody>
          <a:bodyPr lIns="0" rIns="0" anchor="ctr">
            <a:noAutofit/>
          </a:bodyPr>
          <a:lstStyle>
            <a:lvl1pPr algn="ctr">
              <a:lnSpc>
                <a:spcPct val="110000"/>
              </a:lnSpc>
              <a:defRPr sz="3600" b="0" i="0" spc="0">
                <a:solidFill>
                  <a:schemeClr val="tx1"/>
                </a:solidFill>
                <a:latin typeface="+mn-lt"/>
              </a:defRPr>
            </a:lvl1pPr>
          </a:lstStyle>
          <a:p>
            <a:pPr lvl="0"/>
            <a:r>
              <a:rPr lang="en-US" dirty="0"/>
              <a:t>Click to edit Master text styles</a:t>
            </a:r>
          </a:p>
        </p:txBody>
      </p:sp>
      <p:sp>
        <p:nvSpPr>
          <p:cNvPr id="5" name="Slide Number Placeholder 5">
            <a:extLst>
              <a:ext uri="{FF2B5EF4-FFF2-40B4-BE49-F238E27FC236}">
                <a16:creationId xmlns:a16="http://schemas.microsoft.com/office/drawing/2014/main" id="{60658894-95CD-4414-8C4B-B4A8C28628F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06912669"/>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Bod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438458"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0" name="Content Placeholder 2">
            <a:extLst>
              <a:ext uri="{FF2B5EF4-FFF2-40B4-BE49-F238E27FC236}">
                <a16:creationId xmlns:a16="http://schemas.microsoft.com/office/drawing/2014/main" id="{741A42FA-80FE-6E4C-95DB-AF4CBA777B60}"/>
              </a:ext>
            </a:extLst>
          </p:cNvPr>
          <p:cNvSpPr>
            <a:spLocks noGrp="1"/>
          </p:cNvSpPr>
          <p:nvPr>
            <p:ph idx="1" hasCustomPrompt="1"/>
          </p:nvPr>
        </p:nvSpPr>
        <p:spPr>
          <a:xfrm>
            <a:off x="374904" y="1948330"/>
            <a:ext cx="8630819" cy="2648967"/>
          </a:xfrm>
        </p:spPr>
        <p:txBody>
          <a:bodyPr lIns="0">
            <a:noAutofit/>
          </a:bodyPr>
          <a:lstStyle>
            <a:lvl1pPr marL="114300" indent="-114300">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342900" indent="-106363">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576263" indent="-117475">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t>Third Level</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262529"/>
            <a:ext cx="8631395" cy="685801"/>
          </a:xfrm>
        </p:spPr>
        <p:txBody>
          <a:bodyPr lIns="0">
            <a:noAutofit/>
          </a:bodyPr>
          <a:lstStyle>
            <a:lvl1pPr>
              <a:lnSpc>
                <a:spcPct val="100000"/>
              </a:lnSpc>
              <a:defRPr sz="1600" b="1" i="0" spc="40" baseline="0">
                <a:solidFill>
                  <a:schemeClr val="tx1"/>
                </a:solidFill>
                <a:latin typeface="Avenir Next LT Pro Demi" panose="020B0504020202020204" pitchFamily="34" charset="77"/>
              </a:defRPr>
            </a:lvl1pPr>
          </a:lstStyle>
          <a:p>
            <a:pPr lvl="0"/>
            <a:r>
              <a:rPr lang="en-US" dirty="0"/>
              <a:t>Click to edit Master text styles</a:t>
            </a:r>
          </a:p>
        </p:txBody>
      </p:sp>
      <p:sp>
        <p:nvSpPr>
          <p:cNvPr id="13" name="Slide Number Placeholder 5">
            <a:extLst>
              <a:ext uri="{FF2B5EF4-FFF2-40B4-BE49-F238E27FC236}">
                <a16:creationId xmlns:a16="http://schemas.microsoft.com/office/drawing/2014/main" id="{AD726067-3DAB-485E-B81E-25F899949B1B}"/>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4037079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Full Body">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F37A00DA-1ABC-5DCF-EA7F-D40C38610326}"/>
              </a:ext>
            </a:extLst>
          </p:cNvPr>
          <p:cNvSpPr>
            <a:spLocks noGrp="1" noChangeAspect="1"/>
          </p:cNvSpPr>
          <p:nvPr>
            <p:ph type="body" sz="quarter" idx="33" hasCustomPrompt="1"/>
          </p:nvPr>
        </p:nvSpPr>
        <p:spPr>
          <a:xfrm>
            <a:off x="4276631" y="617006"/>
            <a:ext cx="7242048" cy="7242048"/>
          </a:xfrm>
          <a:prstGeom prst="chord">
            <a:avLst>
              <a:gd name="adj1" fmla="val 23405"/>
              <a:gd name="adj2" fmla="val 4101"/>
            </a:avLst>
          </a:prstGeom>
          <a:solidFill>
            <a:schemeClr val="bg1"/>
          </a:solidFill>
          <a:ln>
            <a:noFill/>
          </a:ln>
          <a:effectLst>
            <a:outerShdw blurRad="635000" sx="105000" sy="105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tIns="457200" rtlCol="0" anchor="ctr"/>
          <a:lstStyle>
            <a:lvl1pPr marL="7938" indent="0" algn="ctr">
              <a:tabLst/>
              <a:defRPr lang="en-US" sz="1600" b="1" i="0" cap="all" baseline="0" dirty="0" smtClean="0">
                <a:solidFill>
                  <a:schemeClr val="accent1"/>
                </a:solidFill>
                <a:latin typeface="Avenir Next LT Pro Demi" panose="020B0504020202020204" pitchFamily="34" charset="77"/>
                <a:ea typeface="+mn-ea"/>
                <a:cs typeface="+mn-cs"/>
              </a:defRPr>
            </a:lvl1pPr>
          </a:lstStyle>
          <a:p>
            <a:pPr lvl="0" algn="ctr"/>
            <a:r>
              <a:rPr lang="en-US" dirty="0"/>
              <a:t>series</a:t>
            </a:r>
          </a:p>
        </p:txBody>
      </p:sp>
      <p:sp>
        <p:nvSpPr>
          <p:cNvPr id="6" name="Text Placeholder 5">
            <a:extLst>
              <a:ext uri="{FF2B5EF4-FFF2-40B4-BE49-F238E27FC236}">
                <a16:creationId xmlns:a16="http://schemas.microsoft.com/office/drawing/2014/main" id="{B065B7A6-1800-D9BF-3521-00D4B7BFCA7E}"/>
              </a:ext>
            </a:extLst>
          </p:cNvPr>
          <p:cNvSpPr>
            <a:spLocks noGrp="1" noChangeAspect="1"/>
          </p:cNvSpPr>
          <p:nvPr>
            <p:ph type="body" sz="quarter" idx="25" hasCustomPrompt="1"/>
          </p:nvPr>
        </p:nvSpPr>
        <p:spPr>
          <a:xfrm>
            <a:off x="4276631" y="617006"/>
            <a:ext cx="7239242" cy="7239242"/>
          </a:xfrm>
          <a:prstGeom prst="chord">
            <a:avLst>
              <a:gd name="adj1" fmla="val 10800151"/>
              <a:gd name="adj2" fmla="val 21598022"/>
            </a:avLst>
          </a:prstGeom>
          <a:solidFill>
            <a:schemeClr val="bg1"/>
          </a:solidFill>
          <a:ln>
            <a:noFill/>
          </a:ln>
          <a:effectLst>
            <a:outerShdw blurRad="6096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tIns="1280160" rtlCol="0" anchor="t"/>
          <a:lstStyle>
            <a:lvl1pPr algn="ctr">
              <a:defRPr lang="en-US" sz="9000" dirty="0" smtClean="0">
                <a:solidFill>
                  <a:schemeClr val="accent1"/>
                </a:solidFill>
                <a:ea typeface="+mn-ea"/>
                <a:cs typeface="+mn-cs"/>
              </a:defRPr>
            </a:lvl1pPr>
          </a:lstStyle>
          <a:p>
            <a:pPr lvl="0" algn="ctr"/>
            <a:r>
              <a:rPr lang="en-US" dirty="0"/>
              <a:t>$XX</a:t>
            </a:r>
          </a:p>
        </p:txBody>
      </p:sp>
      <p:sp>
        <p:nvSpPr>
          <p:cNvPr id="5" name="Text Placeholder 5">
            <a:extLst>
              <a:ext uri="{FF2B5EF4-FFF2-40B4-BE49-F238E27FC236}">
                <a16:creationId xmlns:a16="http://schemas.microsoft.com/office/drawing/2014/main" id="{B98117EE-9CAE-BB39-5E25-86EC35A6DA2B}"/>
              </a:ext>
            </a:extLst>
          </p:cNvPr>
          <p:cNvSpPr>
            <a:spLocks noGrp="1" noChangeAspect="1"/>
          </p:cNvSpPr>
          <p:nvPr>
            <p:ph type="body" sz="quarter" idx="32" hasCustomPrompt="1"/>
          </p:nvPr>
        </p:nvSpPr>
        <p:spPr>
          <a:xfrm>
            <a:off x="2419562" y="2297544"/>
            <a:ext cx="3878167" cy="3878167"/>
          </a:xfrm>
          <a:prstGeom prst="chord">
            <a:avLst>
              <a:gd name="adj1" fmla="val 23405"/>
              <a:gd name="adj2" fmla="val 4101"/>
            </a:avLst>
          </a:prstGeom>
          <a:solidFill>
            <a:schemeClr val="bg1"/>
          </a:solidFill>
          <a:ln>
            <a:noFill/>
          </a:ln>
          <a:effectLst>
            <a:outerShdw blurRad="635000" sx="105000" sy="105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tIns="457200" rtlCol="0" anchor="ctr"/>
          <a:lstStyle>
            <a:lvl1pPr marL="7938" indent="0" algn="ctr">
              <a:tabLst/>
              <a:defRPr lang="en-US" sz="1600" b="1" i="0" cap="all" baseline="0" dirty="0" smtClean="0">
                <a:solidFill>
                  <a:schemeClr val="accent1"/>
                </a:solidFill>
                <a:latin typeface="Avenir Next LT Pro Demi" panose="020B0504020202020204" pitchFamily="34" charset="77"/>
                <a:ea typeface="+mn-ea"/>
                <a:cs typeface="+mn-cs"/>
              </a:defRPr>
            </a:lvl1pPr>
          </a:lstStyle>
          <a:p>
            <a:pPr lvl="0" algn="ctr"/>
            <a:r>
              <a:rPr lang="en-US" dirty="0"/>
              <a:t>series</a:t>
            </a:r>
          </a:p>
        </p:txBody>
      </p:sp>
      <p:sp>
        <p:nvSpPr>
          <p:cNvPr id="16" name="Text Placeholder 5">
            <a:extLst>
              <a:ext uri="{FF2B5EF4-FFF2-40B4-BE49-F238E27FC236}">
                <a16:creationId xmlns:a16="http://schemas.microsoft.com/office/drawing/2014/main" id="{97E3A8A1-CDAB-3897-116D-233CE8B024D9}"/>
              </a:ext>
            </a:extLst>
          </p:cNvPr>
          <p:cNvSpPr>
            <a:spLocks noGrp="1" noChangeAspect="1"/>
          </p:cNvSpPr>
          <p:nvPr>
            <p:ph type="body" sz="quarter" idx="26" hasCustomPrompt="1"/>
          </p:nvPr>
        </p:nvSpPr>
        <p:spPr>
          <a:xfrm>
            <a:off x="2419562" y="2297544"/>
            <a:ext cx="3878167" cy="3878167"/>
          </a:xfrm>
          <a:prstGeom prst="chord">
            <a:avLst>
              <a:gd name="adj1" fmla="val 10795454"/>
              <a:gd name="adj2" fmla="val 4101"/>
            </a:avLst>
          </a:prstGeom>
          <a:solidFill>
            <a:schemeClr val="bg1"/>
          </a:solidFill>
          <a:ln>
            <a:noFill/>
          </a:ln>
          <a:effectLst>
            <a:outerShdw blurRad="635000" sx="105000" sy="105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tIns="548640" rtlCol="0" anchor="t"/>
          <a:lstStyle>
            <a:lvl1pPr marL="7938" indent="0" algn="ctr">
              <a:tabLst/>
              <a:defRPr lang="en-US" sz="4800" dirty="0" smtClean="0">
                <a:solidFill>
                  <a:schemeClr val="accent1"/>
                </a:solidFill>
                <a:ea typeface="+mn-ea"/>
                <a:cs typeface="+mn-cs"/>
              </a:defRPr>
            </a:lvl1pPr>
          </a:lstStyle>
          <a:p>
            <a:pPr lvl="0" algn="ctr"/>
            <a:r>
              <a:rPr lang="en-US" dirty="0"/>
              <a:t>$XX</a:t>
            </a:r>
          </a:p>
        </p:txBody>
      </p:sp>
      <p:sp>
        <p:nvSpPr>
          <p:cNvPr id="2" name="Title 1"/>
          <p:cNvSpPr>
            <a:spLocks noGrp="1"/>
          </p:cNvSpPr>
          <p:nvPr>
            <p:ph type="title" hasCustomPrompt="1"/>
          </p:nvPr>
        </p:nvSpPr>
        <p:spPr>
          <a:xfrm>
            <a:off x="374904" y="502920"/>
            <a:ext cx="598364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438458"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5" y="1262529"/>
            <a:ext cx="4911480" cy="685801"/>
          </a:xfrm>
        </p:spPr>
        <p:txBody>
          <a:bodyPr lIns="0">
            <a:noAutofit/>
          </a:bodyPr>
          <a:lstStyle>
            <a:lvl1pPr>
              <a:lnSpc>
                <a:spcPct val="100000"/>
              </a:lnSpc>
              <a:defRPr sz="1600" b="1" i="0" spc="40" baseline="0">
                <a:solidFill>
                  <a:schemeClr val="tx1"/>
                </a:solidFill>
                <a:latin typeface="Avenir Next LT Pro Demi" panose="020B0504020202020204" pitchFamily="34" charset="77"/>
              </a:defRPr>
            </a:lvl1pPr>
          </a:lstStyle>
          <a:p>
            <a:pPr lvl="0"/>
            <a:r>
              <a:rPr lang="en-US" dirty="0"/>
              <a:t>Click to edit Master text styles</a:t>
            </a:r>
          </a:p>
        </p:txBody>
      </p:sp>
      <p:sp>
        <p:nvSpPr>
          <p:cNvPr id="3" name="Slide Number Placeholder 5">
            <a:extLst>
              <a:ext uri="{FF2B5EF4-FFF2-40B4-BE49-F238E27FC236}">
                <a16:creationId xmlns:a16="http://schemas.microsoft.com/office/drawing/2014/main" id="{DDF4A202-8C3B-DD15-289D-0C6E605C5CC1}"/>
              </a:ext>
            </a:extLst>
          </p:cNvPr>
          <p:cNvSpPr>
            <a:spLocks noGrp="1"/>
          </p:cNvSpPr>
          <p:nvPr>
            <p:ph type="sldNum" sz="quarter" idx="4"/>
          </p:nvPr>
        </p:nvSpPr>
        <p:spPr>
          <a:xfrm>
            <a:off x="11521481" y="6400800"/>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
        <p:nvSpPr>
          <p:cNvPr id="17" name="Text Placeholder 5">
            <a:extLst>
              <a:ext uri="{FF2B5EF4-FFF2-40B4-BE49-F238E27FC236}">
                <a16:creationId xmlns:a16="http://schemas.microsoft.com/office/drawing/2014/main" id="{4EDADF96-3C42-243F-4442-9ADD85D3EA4A}"/>
              </a:ext>
            </a:extLst>
          </p:cNvPr>
          <p:cNvSpPr>
            <a:spLocks noGrp="1" noChangeAspect="1"/>
          </p:cNvSpPr>
          <p:nvPr>
            <p:ph type="body" sz="quarter" idx="27" hasCustomPrompt="1"/>
          </p:nvPr>
        </p:nvSpPr>
        <p:spPr>
          <a:xfrm>
            <a:off x="409990" y="3008377"/>
            <a:ext cx="2456501" cy="2456501"/>
          </a:xfrm>
          <a:prstGeom prst="chord">
            <a:avLst>
              <a:gd name="adj1" fmla="val 21590024"/>
              <a:gd name="adj2" fmla="val 10817800"/>
            </a:avLst>
          </a:prstGeom>
          <a:solidFill>
            <a:schemeClr val="accent1"/>
          </a:solidFill>
          <a:ln>
            <a:noFill/>
          </a:ln>
          <a:effectLst>
            <a:outerShdw blurRad="635000" sx="105000" sy="105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0" tIns="1188720" rIns="0" bIns="0" rtlCol="0" anchor="t"/>
          <a:lstStyle>
            <a:lvl1pPr algn="ctr">
              <a:defRPr lang="en-US" sz="3600" dirty="0" smtClean="0">
                <a:solidFill>
                  <a:schemeClr val="bg1"/>
                </a:solidFill>
                <a:ea typeface="+mn-ea"/>
                <a:cs typeface="+mn-cs"/>
              </a:defRPr>
            </a:lvl1pPr>
          </a:lstStyle>
          <a:p>
            <a:pPr lvl="0" algn="ctr"/>
            <a:r>
              <a:rPr lang="en-US" dirty="0"/>
              <a:t>$XX</a:t>
            </a:r>
          </a:p>
        </p:txBody>
      </p:sp>
      <p:sp>
        <p:nvSpPr>
          <p:cNvPr id="19" name="Text Placeholder 18">
            <a:extLst>
              <a:ext uri="{FF2B5EF4-FFF2-40B4-BE49-F238E27FC236}">
                <a16:creationId xmlns:a16="http://schemas.microsoft.com/office/drawing/2014/main" id="{7BD26C42-079E-0D49-32B5-E87D5611D4EE}"/>
              </a:ext>
            </a:extLst>
          </p:cNvPr>
          <p:cNvSpPr>
            <a:spLocks noGrp="1"/>
          </p:cNvSpPr>
          <p:nvPr>
            <p:ph type="body" sz="quarter" idx="28" hasCustomPrompt="1"/>
          </p:nvPr>
        </p:nvSpPr>
        <p:spPr>
          <a:xfrm>
            <a:off x="554771" y="3741185"/>
            <a:ext cx="2166938" cy="455612"/>
          </a:xfrm>
        </p:spPr>
        <p:txBody>
          <a:bodyPr anchor="b"/>
          <a:lstStyle>
            <a:lvl1pPr algn="ctr">
              <a:defRPr sz="1600" b="0" i="0" cap="all" baseline="0">
                <a:solidFill>
                  <a:schemeClr val="accent1"/>
                </a:solidFill>
                <a:latin typeface="Avenir Next LT Pro Demi" panose="020B0504020202020204" pitchFamily="34" charset="77"/>
              </a:defRPr>
            </a:lvl1pPr>
          </a:lstStyle>
          <a:p>
            <a:pPr lvl="0"/>
            <a:r>
              <a:rPr lang="en-US" dirty="0"/>
              <a:t>series</a:t>
            </a:r>
          </a:p>
        </p:txBody>
      </p:sp>
    </p:spTree>
    <p:extLst>
      <p:ext uri="{BB962C8B-B14F-4D97-AF65-F5344CB8AC3E}">
        <p14:creationId xmlns:p14="http://schemas.microsoft.com/office/powerpoint/2010/main" val="1270707150"/>
      </p:ext>
    </p:extLst>
  </p:cSld>
  <p:clrMapOvr>
    <a:masterClrMapping/>
  </p:clrMapOvr>
  <p:extLst>
    <p:ext uri="{DCECCB84-F9BA-43D5-87BE-67443E8EF086}">
      <p15:sldGuideLst xmlns:p15="http://schemas.microsoft.com/office/powerpoint/2012/main">
        <p15:guide id="2" pos="4848" userDrawn="1">
          <p15:clr>
            <a:srgbClr val="FBAE40"/>
          </p15:clr>
        </p15:guide>
        <p15:guide id="3" orient="horz" pos="3792" userDrawn="1">
          <p15:clr>
            <a:srgbClr val="FBAE40"/>
          </p15:clr>
        </p15:guide>
        <p15:guide id="4" orient="horz" pos="4045" userDrawn="1">
          <p15:clr>
            <a:srgbClr val="FBAE40"/>
          </p15:clr>
        </p15:guide>
        <p15:guide id="5" orient="horz" pos="2840" userDrawn="1">
          <p15:clr>
            <a:srgbClr val="FBAE40"/>
          </p15:clr>
        </p15:guide>
        <p15:guide id="6" orient="horz" pos="2472"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Body with Bumper">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E67DF8E-1673-354F-9EA0-20DAB3790698}"/>
              </a:ext>
            </a:extLst>
          </p:cNvPr>
          <p:cNvSpPr/>
          <p:nvPr userDrawn="1"/>
        </p:nvSpPr>
        <p:spPr>
          <a:xfrm>
            <a:off x="178633" y="6031336"/>
            <a:ext cx="11834735" cy="68580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74904" y="1948330"/>
            <a:ext cx="8630819" cy="2648967"/>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3225" indent="-171450">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27063" indent="-168275">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t>Third Level</a:t>
            </a:r>
          </a:p>
        </p:txBody>
      </p:sp>
      <p:sp>
        <p:nvSpPr>
          <p:cNvPr id="9" name="Text Placeholder 8"/>
          <p:cNvSpPr>
            <a:spLocks noGrp="1"/>
          </p:cNvSpPr>
          <p:nvPr>
            <p:ph type="body" sz="quarter" idx="13"/>
          </p:nvPr>
        </p:nvSpPr>
        <p:spPr>
          <a:xfrm>
            <a:off x="395000" y="286910"/>
            <a:ext cx="4536461"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p:nvPr>
        </p:nvSpPr>
        <p:spPr>
          <a:xfrm>
            <a:off x="374904" y="1262529"/>
            <a:ext cx="8631395"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6" name="Slide Number Placeholder 5">
            <a:extLst>
              <a:ext uri="{FF2B5EF4-FFF2-40B4-BE49-F238E27FC236}">
                <a16:creationId xmlns:a16="http://schemas.microsoft.com/office/drawing/2014/main" id="{AF9870AD-14DB-96B6-F634-6A9487B88616}"/>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bg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
        <p:nvSpPr>
          <p:cNvPr id="4" name="Content Placeholder 2">
            <a:extLst>
              <a:ext uri="{FF2B5EF4-FFF2-40B4-BE49-F238E27FC236}">
                <a16:creationId xmlns:a16="http://schemas.microsoft.com/office/drawing/2014/main" id="{34484729-F5EC-DF0C-F078-5358290CACDE}"/>
              </a:ext>
            </a:extLst>
          </p:cNvPr>
          <p:cNvSpPr>
            <a:spLocks noGrp="1"/>
          </p:cNvSpPr>
          <p:nvPr>
            <p:ph idx="18" hasCustomPrompt="1"/>
          </p:nvPr>
        </p:nvSpPr>
        <p:spPr>
          <a:xfrm>
            <a:off x="185979" y="6227064"/>
            <a:ext cx="11827388" cy="294344"/>
          </a:xfrm>
        </p:spPr>
        <p:txBody>
          <a:bodyPr anchor="ctr">
            <a:noAutofit/>
          </a:bodyPr>
          <a:lstStyle>
            <a:lvl1pPr marL="0" indent="0" algn="ctr">
              <a:lnSpc>
                <a:spcPct val="100000"/>
              </a:lnSpc>
              <a:spcBef>
                <a:spcPts val="0"/>
              </a:spcBef>
              <a:buNone/>
              <a:defRPr sz="1600" spc="0">
                <a:solidFill>
                  <a:schemeClr val="bg1"/>
                </a:solidFill>
                <a:latin typeface="+mn-lt"/>
              </a:defRPr>
            </a:lvl1pPr>
            <a:lvl2pPr marL="0" indent="0" algn="ctr">
              <a:lnSpc>
                <a:spcPct val="100000"/>
              </a:lnSpc>
              <a:spcBef>
                <a:spcPts val="1200"/>
              </a:spcBef>
              <a:buSzPct val="75000"/>
              <a:buNone/>
              <a:defRPr sz="1400" spc="0">
                <a:solidFill>
                  <a:schemeClr val="bg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a:t>
            </a:r>
            <a:r>
              <a:rPr lang="en-US" dirty="0" err="1"/>
              <a:t>jfjstyles</a:t>
            </a:r>
            <a:endParaRPr lang="en-US" dirty="0"/>
          </a:p>
        </p:txBody>
      </p:sp>
    </p:spTree>
    <p:extLst>
      <p:ext uri="{BB962C8B-B14F-4D97-AF65-F5344CB8AC3E}">
        <p14:creationId xmlns:p14="http://schemas.microsoft.com/office/powerpoint/2010/main" val="324852449"/>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4999" y="286911"/>
            <a:ext cx="4838119" cy="198802"/>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Content Placeholder 2">
            <a:extLst>
              <a:ext uri="{FF2B5EF4-FFF2-40B4-BE49-F238E27FC236}">
                <a16:creationId xmlns:a16="http://schemas.microsoft.com/office/drawing/2014/main" id="{A7816E41-F362-3A42-B3B9-08E8809BBE56}"/>
              </a:ext>
            </a:extLst>
          </p:cNvPr>
          <p:cNvSpPr>
            <a:spLocks noGrp="1"/>
          </p:cNvSpPr>
          <p:nvPr>
            <p:ph idx="17" hasCustomPrompt="1"/>
          </p:nvPr>
        </p:nvSpPr>
        <p:spPr>
          <a:xfrm>
            <a:off x="6111801" y="1948330"/>
            <a:ext cx="5413248" cy="3286123"/>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3225" indent="-171450">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27063" indent="-168275">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latin typeface="+mn-lt"/>
              </a:rPr>
              <a:t>Third Level</a:t>
            </a:r>
            <a:endParaRPr lang="en-US" dirty="0"/>
          </a:p>
        </p:txBody>
      </p:sp>
      <p:sp>
        <p:nvSpPr>
          <p:cNvPr id="11" name="Content Placeholder 2">
            <a:extLst>
              <a:ext uri="{FF2B5EF4-FFF2-40B4-BE49-F238E27FC236}">
                <a16:creationId xmlns:a16="http://schemas.microsoft.com/office/drawing/2014/main" id="{64B47EF6-66B2-914E-8CB4-09B82765B357}"/>
              </a:ext>
            </a:extLst>
          </p:cNvPr>
          <p:cNvSpPr>
            <a:spLocks noGrp="1"/>
          </p:cNvSpPr>
          <p:nvPr>
            <p:ph idx="1" hasCustomPrompt="1"/>
          </p:nvPr>
        </p:nvSpPr>
        <p:spPr>
          <a:xfrm>
            <a:off x="374904" y="1948330"/>
            <a:ext cx="5410326" cy="3286123"/>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3225" indent="-171450">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27063" indent="-168275">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t>Third Level</a:t>
            </a:r>
          </a:p>
        </p:txBody>
      </p:sp>
      <p:sp>
        <p:nvSpPr>
          <p:cNvPr id="12" name="Text Placeholder 38">
            <a:extLst>
              <a:ext uri="{FF2B5EF4-FFF2-40B4-BE49-F238E27FC236}">
                <a16:creationId xmlns:a16="http://schemas.microsoft.com/office/drawing/2014/main" id="{16E527E8-D863-0E4F-B7F6-40B77A53A728}"/>
              </a:ext>
            </a:extLst>
          </p:cNvPr>
          <p:cNvSpPr>
            <a:spLocks noGrp="1"/>
          </p:cNvSpPr>
          <p:nvPr>
            <p:ph type="body" sz="quarter" idx="16"/>
          </p:nvPr>
        </p:nvSpPr>
        <p:spPr>
          <a:xfrm>
            <a:off x="374904" y="1262529"/>
            <a:ext cx="10515600"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3" name="Slide Number Placeholder 5">
            <a:extLst>
              <a:ext uri="{FF2B5EF4-FFF2-40B4-BE49-F238E27FC236}">
                <a16:creationId xmlns:a16="http://schemas.microsoft.com/office/drawing/2014/main" id="{EB80CE9C-3A05-47A0-9926-B334B56F6A13}"/>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845878627"/>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12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 Bump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DE0E22C-D709-F287-06F2-BFAD672F2B71}"/>
              </a:ext>
            </a:extLst>
          </p:cNvPr>
          <p:cNvSpPr/>
          <p:nvPr userDrawn="1"/>
        </p:nvSpPr>
        <p:spPr>
          <a:xfrm>
            <a:off x="178633" y="6031336"/>
            <a:ext cx="11834735" cy="68580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2">
            <a:extLst>
              <a:ext uri="{FF2B5EF4-FFF2-40B4-BE49-F238E27FC236}">
                <a16:creationId xmlns:a16="http://schemas.microsoft.com/office/drawing/2014/main" id="{B831EB8F-2065-1045-8C6C-C5844FBCD9BA}"/>
              </a:ext>
            </a:extLst>
          </p:cNvPr>
          <p:cNvSpPr>
            <a:spLocks noGrp="1"/>
          </p:cNvSpPr>
          <p:nvPr>
            <p:ph idx="18" hasCustomPrompt="1"/>
          </p:nvPr>
        </p:nvSpPr>
        <p:spPr>
          <a:xfrm>
            <a:off x="185978" y="6227064"/>
            <a:ext cx="11834735" cy="294344"/>
          </a:xfrm>
        </p:spPr>
        <p:txBody>
          <a:bodyPr anchor="ctr">
            <a:noAutofit/>
          </a:bodyPr>
          <a:lstStyle>
            <a:lvl1pPr marL="0" indent="0" algn="ctr">
              <a:lnSpc>
                <a:spcPct val="100000"/>
              </a:lnSpc>
              <a:spcBef>
                <a:spcPts val="0"/>
              </a:spcBef>
              <a:buNone/>
              <a:defRPr sz="1600" spc="0">
                <a:solidFill>
                  <a:schemeClr val="bg1"/>
                </a:solidFill>
                <a:latin typeface="+mn-lt"/>
              </a:defRPr>
            </a:lvl1pPr>
            <a:lvl2pPr marL="0" indent="0" algn="ctr">
              <a:lnSpc>
                <a:spcPct val="100000"/>
              </a:lnSpc>
              <a:spcBef>
                <a:spcPts val="1200"/>
              </a:spcBef>
              <a:buSzPct val="75000"/>
              <a:buNone/>
              <a:defRPr sz="1400" spc="0">
                <a:solidFill>
                  <a:schemeClr val="bg1"/>
                </a:solidFill>
                <a:latin typeface="Ford Antenna Regular" panose="02000505000000020004" pitchFamily="2"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p:txBody>
      </p:sp>
      <p:sp>
        <p:nvSpPr>
          <p:cNvPr id="2" name="Title 1"/>
          <p:cNvSpPr>
            <a:spLocks noGrp="1"/>
          </p:cNvSpPr>
          <p:nvPr>
            <p:ph type="title"/>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1"/>
            <a:ext cx="4986298" cy="198802"/>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7" name="Text Placeholder 38">
            <a:extLst>
              <a:ext uri="{FF2B5EF4-FFF2-40B4-BE49-F238E27FC236}">
                <a16:creationId xmlns:a16="http://schemas.microsoft.com/office/drawing/2014/main" id="{CBA7E0DA-2F5B-C74F-905A-612EFE570A8E}"/>
              </a:ext>
            </a:extLst>
          </p:cNvPr>
          <p:cNvSpPr>
            <a:spLocks noGrp="1"/>
          </p:cNvSpPr>
          <p:nvPr>
            <p:ph type="body" sz="quarter" idx="16"/>
          </p:nvPr>
        </p:nvSpPr>
        <p:spPr>
          <a:xfrm>
            <a:off x="374904" y="1262529"/>
            <a:ext cx="8631395"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4" name="Content Placeholder 2">
            <a:extLst>
              <a:ext uri="{FF2B5EF4-FFF2-40B4-BE49-F238E27FC236}">
                <a16:creationId xmlns:a16="http://schemas.microsoft.com/office/drawing/2014/main" id="{A3AD5C45-36F0-3A28-BB9C-D2D32A16DCE3}"/>
              </a:ext>
            </a:extLst>
          </p:cNvPr>
          <p:cNvSpPr>
            <a:spLocks noGrp="1"/>
          </p:cNvSpPr>
          <p:nvPr>
            <p:ph idx="17" hasCustomPrompt="1"/>
          </p:nvPr>
        </p:nvSpPr>
        <p:spPr>
          <a:xfrm>
            <a:off x="6111801" y="1948330"/>
            <a:ext cx="5413248" cy="3286123"/>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0050" indent="-163513">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30238" indent="-171450">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latin typeface="+mn-lt"/>
              </a:rPr>
              <a:t>Third level</a:t>
            </a:r>
            <a:endParaRPr lang="en-US" dirty="0"/>
          </a:p>
        </p:txBody>
      </p:sp>
      <p:sp>
        <p:nvSpPr>
          <p:cNvPr id="7" name="Content Placeholder 2">
            <a:extLst>
              <a:ext uri="{FF2B5EF4-FFF2-40B4-BE49-F238E27FC236}">
                <a16:creationId xmlns:a16="http://schemas.microsoft.com/office/drawing/2014/main" id="{9A5C8C9B-8CCA-DB22-1AC1-1A74A2EB44F5}"/>
              </a:ext>
            </a:extLst>
          </p:cNvPr>
          <p:cNvSpPr>
            <a:spLocks noGrp="1"/>
          </p:cNvSpPr>
          <p:nvPr>
            <p:ph idx="1" hasCustomPrompt="1"/>
          </p:nvPr>
        </p:nvSpPr>
        <p:spPr>
          <a:xfrm>
            <a:off x="374904" y="1948330"/>
            <a:ext cx="5410326" cy="3286123"/>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0050" indent="-163513">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30238" indent="-171450">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t>Third level</a:t>
            </a:r>
          </a:p>
        </p:txBody>
      </p:sp>
      <p:sp>
        <p:nvSpPr>
          <p:cNvPr id="12" name="Slide Number Placeholder 5">
            <a:extLst>
              <a:ext uri="{FF2B5EF4-FFF2-40B4-BE49-F238E27FC236}">
                <a16:creationId xmlns:a16="http://schemas.microsoft.com/office/drawing/2014/main" id="{9548627F-48FD-4169-AB23-200F62E4A8C9}"/>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bg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096337297"/>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ull Body w/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D2C0E4A-9912-D97D-1512-44B15F19D743}"/>
              </a:ext>
            </a:extLst>
          </p:cNvPr>
          <p:cNvSpPr>
            <a:spLocks noGrp="1"/>
          </p:cNvSpPr>
          <p:nvPr>
            <p:ph type="pic" sz="quarter" idx="20"/>
          </p:nvPr>
        </p:nvSpPr>
        <p:spPr>
          <a:xfrm>
            <a:off x="6096000" y="0"/>
            <a:ext cx="6096000" cy="6858000"/>
          </a:xfrm>
          <a:solidFill>
            <a:schemeClr val="bg2"/>
          </a:solidFill>
        </p:spPr>
        <p:txBody>
          <a:bodyPr>
            <a:normAutofit/>
          </a:bodyPr>
          <a:lstStyle>
            <a:lvl1pPr>
              <a:defRPr sz="1100">
                <a:latin typeface="Avenir Next" panose="020B0503020202020204" pitchFamily="34" charset="0"/>
              </a:defRPr>
            </a:lvl1pPr>
          </a:lstStyle>
          <a:p>
            <a:endParaRPr lang="en-US"/>
          </a:p>
        </p:txBody>
      </p:sp>
      <p:sp>
        <p:nvSpPr>
          <p:cNvPr id="18" name="Content Placeholder 2">
            <a:extLst>
              <a:ext uri="{FF2B5EF4-FFF2-40B4-BE49-F238E27FC236}">
                <a16:creationId xmlns:a16="http://schemas.microsoft.com/office/drawing/2014/main" id="{A33DA785-DBDC-474D-ABAE-8A5F7523F364}"/>
              </a:ext>
            </a:extLst>
          </p:cNvPr>
          <p:cNvSpPr>
            <a:spLocks noGrp="1"/>
          </p:cNvSpPr>
          <p:nvPr>
            <p:ph idx="18" hasCustomPrompt="1"/>
          </p:nvPr>
        </p:nvSpPr>
        <p:spPr>
          <a:xfrm>
            <a:off x="374904" y="1947672"/>
            <a:ext cx="5410326" cy="3286123"/>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3225" indent="-171450">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27063" indent="-168275">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latin typeface="+mn-lt"/>
              </a:rPr>
              <a:t>Third level</a:t>
            </a:r>
            <a:endParaRPr lang="en-US" dirty="0"/>
          </a:p>
        </p:txBody>
      </p:sp>
      <p:sp>
        <p:nvSpPr>
          <p:cNvPr id="19" name="Text Placeholder 38">
            <a:extLst>
              <a:ext uri="{FF2B5EF4-FFF2-40B4-BE49-F238E27FC236}">
                <a16:creationId xmlns:a16="http://schemas.microsoft.com/office/drawing/2014/main" id="{BFF6EACA-9341-CD4B-8917-BBB894851201}"/>
              </a:ext>
            </a:extLst>
          </p:cNvPr>
          <p:cNvSpPr>
            <a:spLocks noGrp="1"/>
          </p:cNvSpPr>
          <p:nvPr>
            <p:ph type="body" sz="quarter" idx="19"/>
          </p:nvPr>
        </p:nvSpPr>
        <p:spPr>
          <a:xfrm>
            <a:off x="374904" y="1261872"/>
            <a:ext cx="5410327"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9" name="Text Placeholder 8"/>
          <p:cNvSpPr>
            <a:spLocks noGrp="1"/>
          </p:cNvSpPr>
          <p:nvPr>
            <p:ph type="body" sz="quarter" idx="13"/>
          </p:nvPr>
        </p:nvSpPr>
        <p:spPr>
          <a:xfrm>
            <a:off x="395000" y="286910"/>
            <a:ext cx="5335305" cy="216009"/>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C76D422-6A8E-8F4E-870E-AE1452E6C4D9}"/>
              </a:ext>
            </a:extLst>
          </p:cNvPr>
          <p:cNvSpPr>
            <a:spLocks noGrp="1"/>
          </p:cNvSpPr>
          <p:nvPr>
            <p:ph type="title"/>
          </p:nvPr>
        </p:nvSpPr>
        <p:spPr>
          <a:xfrm>
            <a:off x="374904" y="502920"/>
            <a:ext cx="5335305" cy="68580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pic>
        <p:nvPicPr>
          <p:cNvPr id="2" name="Graphic 1">
            <a:extLst>
              <a:ext uri="{FF2B5EF4-FFF2-40B4-BE49-F238E27FC236}">
                <a16:creationId xmlns:a16="http://schemas.microsoft.com/office/drawing/2014/main" id="{A56CB69C-D6DB-7C94-0C1E-8B071D941BE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2" name="Slide Number Placeholder 5">
            <a:extLst>
              <a:ext uri="{FF2B5EF4-FFF2-40B4-BE49-F238E27FC236}">
                <a16:creationId xmlns:a16="http://schemas.microsoft.com/office/drawing/2014/main" id="{CEE7295A-1BCF-4AFF-B037-37A71D3A9CF7}"/>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88130183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plit White/Grey">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F521E54-4036-439D-6327-07DB07E8B620}"/>
              </a:ext>
            </a:extLst>
          </p:cNvPr>
          <p:cNvSpPr/>
          <p:nvPr userDrawn="1"/>
        </p:nvSpPr>
        <p:spPr>
          <a:xfrm>
            <a:off x="6096000" y="0"/>
            <a:ext cx="6096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Content Placeholder 2">
            <a:extLst>
              <a:ext uri="{FF2B5EF4-FFF2-40B4-BE49-F238E27FC236}">
                <a16:creationId xmlns:a16="http://schemas.microsoft.com/office/drawing/2014/main" id="{A33DA785-DBDC-474D-ABAE-8A5F7523F364}"/>
              </a:ext>
            </a:extLst>
          </p:cNvPr>
          <p:cNvSpPr>
            <a:spLocks noGrp="1"/>
          </p:cNvSpPr>
          <p:nvPr>
            <p:ph idx="18" hasCustomPrompt="1"/>
          </p:nvPr>
        </p:nvSpPr>
        <p:spPr>
          <a:xfrm>
            <a:off x="374904" y="1947672"/>
            <a:ext cx="4897312" cy="3286123"/>
          </a:xfrm>
        </p:spPr>
        <p:txBody>
          <a:bodyPr lIns="0">
            <a:noAutofit/>
          </a:bodyPr>
          <a:lstStyle>
            <a:lvl1pPr marL="169863" indent="-169863">
              <a:lnSpc>
                <a:spcPct val="110000"/>
              </a:lnSpc>
              <a:spcBef>
                <a:spcPts val="600"/>
              </a:spcBef>
              <a:buSzPct val="75000"/>
              <a:buFont typeface="Arial" panose="020B0604020202020204" pitchFamily="34" charset="0"/>
              <a:buChar char="•"/>
              <a:tabLst/>
              <a:defRPr sz="1400" spc="0">
                <a:solidFill>
                  <a:schemeClr val="tx1"/>
                </a:solidFill>
                <a:latin typeface="+mn-lt"/>
              </a:defRPr>
            </a:lvl1pPr>
            <a:lvl2pPr marL="403225" indent="-171450">
              <a:lnSpc>
                <a:spcPct val="110000"/>
              </a:lnSpc>
              <a:spcBef>
                <a:spcPts val="600"/>
              </a:spcBef>
              <a:buSzPct val="75000"/>
              <a:buFont typeface="Arial" panose="020B0604020202020204" pitchFamily="34" charset="0"/>
              <a:buChar char="ꟷ"/>
              <a:tabLst/>
              <a:defRPr sz="1400" spc="0">
                <a:solidFill>
                  <a:schemeClr val="tx1"/>
                </a:solidFill>
                <a:latin typeface="+mn-lt"/>
              </a:defRPr>
            </a:lvl2pPr>
            <a:lvl3pPr marL="627063" indent="-168275">
              <a:lnSpc>
                <a:spcPct val="110000"/>
              </a:lnSpc>
              <a:spcBef>
                <a:spcPts val="600"/>
              </a:spcBef>
              <a:buSzPct val="75000"/>
              <a:buFont typeface="Courier New" panose="02070309020205020404" pitchFamily="49" charset="0"/>
              <a:buChar char="o"/>
              <a:tabLst/>
              <a:defRPr sz="1400" spc="0">
                <a:solidFill>
                  <a:srgbClr val="00095B"/>
                </a:solidFill>
                <a:latin typeface="+mn-lt"/>
              </a:defRPr>
            </a:lvl3pPr>
          </a:lstStyle>
          <a:p>
            <a:pPr lvl="0"/>
            <a:r>
              <a:rPr lang="en-US" dirty="0"/>
              <a:t>Click to edit master text styles</a:t>
            </a:r>
          </a:p>
          <a:p>
            <a:pPr lvl="1"/>
            <a:r>
              <a:rPr lang="en-US" dirty="0"/>
              <a:t>Second level</a:t>
            </a:r>
          </a:p>
          <a:p>
            <a:pPr lvl="2"/>
            <a:r>
              <a:rPr lang="en-US" dirty="0">
                <a:latin typeface="+mn-lt"/>
              </a:rPr>
              <a:t>Third level</a:t>
            </a:r>
            <a:endParaRPr lang="en-US" dirty="0"/>
          </a:p>
        </p:txBody>
      </p:sp>
      <p:sp>
        <p:nvSpPr>
          <p:cNvPr id="19" name="Text Placeholder 38">
            <a:extLst>
              <a:ext uri="{FF2B5EF4-FFF2-40B4-BE49-F238E27FC236}">
                <a16:creationId xmlns:a16="http://schemas.microsoft.com/office/drawing/2014/main" id="{BFF6EACA-9341-CD4B-8917-BBB894851201}"/>
              </a:ext>
            </a:extLst>
          </p:cNvPr>
          <p:cNvSpPr>
            <a:spLocks noGrp="1"/>
          </p:cNvSpPr>
          <p:nvPr>
            <p:ph type="body" sz="quarter" idx="19"/>
          </p:nvPr>
        </p:nvSpPr>
        <p:spPr>
          <a:xfrm>
            <a:off x="374904" y="1261872"/>
            <a:ext cx="4897313"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9" name="Text Placeholder 8"/>
          <p:cNvSpPr>
            <a:spLocks noGrp="1"/>
          </p:cNvSpPr>
          <p:nvPr>
            <p:ph type="body" sz="quarter" idx="13"/>
          </p:nvPr>
        </p:nvSpPr>
        <p:spPr>
          <a:xfrm>
            <a:off x="395000" y="286910"/>
            <a:ext cx="5335305" cy="216009"/>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C76D422-6A8E-8F4E-870E-AE1452E6C4D9}"/>
              </a:ext>
            </a:extLst>
          </p:cNvPr>
          <p:cNvSpPr>
            <a:spLocks noGrp="1"/>
          </p:cNvSpPr>
          <p:nvPr>
            <p:ph type="title"/>
          </p:nvPr>
        </p:nvSpPr>
        <p:spPr>
          <a:xfrm>
            <a:off x="374904" y="502920"/>
            <a:ext cx="5335305" cy="68580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pic>
        <p:nvPicPr>
          <p:cNvPr id="3" name="Graphic 2">
            <a:extLst>
              <a:ext uri="{FF2B5EF4-FFF2-40B4-BE49-F238E27FC236}">
                <a16:creationId xmlns:a16="http://schemas.microsoft.com/office/drawing/2014/main" id="{FCEC3387-5A02-2B1F-3CC4-C5CF425BA56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2" name="Slide Number Placeholder 5">
            <a:extLst>
              <a:ext uri="{FF2B5EF4-FFF2-40B4-BE49-F238E27FC236}">
                <a16:creationId xmlns:a16="http://schemas.microsoft.com/office/drawing/2014/main" id="{9D80CF94-F571-4845-AAF6-537D2F472B24}"/>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185833487"/>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Three Column">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9ED5FFB-CC4E-F385-566B-A18BF8B943C4}"/>
              </a:ext>
            </a:extLst>
          </p:cNvPr>
          <p:cNvSpPr/>
          <p:nvPr userDrawn="1"/>
        </p:nvSpPr>
        <p:spPr>
          <a:xfrm flipV="1">
            <a:off x="0" y="0"/>
            <a:ext cx="12192000" cy="1816962"/>
          </a:xfrm>
          <a:prstGeom prst="rect">
            <a:avLst/>
          </a:prstGeom>
          <a:solidFill>
            <a:schemeClr val="bg1"/>
          </a:solidFill>
          <a:ln>
            <a:noFill/>
          </a:ln>
          <a:effectLst>
            <a:outerShdw blurRad="635000" sx="105000" sy="105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solidFill>
                <a:schemeClr val="tx1"/>
              </a:solidFill>
            </a:endParaRPr>
          </a:p>
        </p:txBody>
      </p:sp>
      <p:sp>
        <p:nvSpPr>
          <p:cNvPr id="8" name="Rounded Rectangle 7">
            <a:extLst>
              <a:ext uri="{FF2B5EF4-FFF2-40B4-BE49-F238E27FC236}">
                <a16:creationId xmlns:a16="http://schemas.microsoft.com/office/drawing/2014/main" id="{47AD5D69-64A3-4C74-1FD4-1CCE82FB8A84}"/>
              </a:ext>
            </a:extLst>
          </p:cNvPr>
          <p:cNvSpPr/>
          <p:nvPr userDrawn="1"/>
        </p:nvSpPr>
        <p:spPr>
          <a:xfrm>
            <a:off x="549187" y="2671006"/>
            <a:ext cx="2959539" cy="3561962"/>
          </a:xfrm>
          <a:prstGeom prst="roundRect">
            <a:avLst>
              <a:gd name="adj" fmla="val 4811"/>
            </a:avLst>
          </a:prstGeom>
          <a:solidFill>
            <a:schemeClr val="bg1"/>
          </a:solidFill>
          <a:ln>
            <a:noFill/>
          </a:ln>
          <a:effectLst>
            <a:outerShdw blurRad="635000" sx="105000" sy="105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0" name="Rounded Rectangle 9">
            <a:extLst>
              <a:ext uri="{FF2B5EF4-FFF2-40B4-BE49-F238E27FC236}">
                <a16:creationId xmlns:a16="http://schemas.microsoft.com/office/drawing/2014/main" id="{0664F654-C0F2-7D70-12F0-5C73A10164D8}"/>
              </a:ext>
            </a:extLst>
          </p:cNvPr>
          <p:cNvSpPr/>
          <p:nvPr userDrawn="1"/>
        </p:nvSpPr>
        <p:spPr>
          <a:xfrm>
            <a:off x="4629262" y="2671006"/>
            <a:ext cx="2959539" cy="3561962"/>
          </a:xfrm>
          <a:prstGeom prst="roundRect">
            <a:avLst>
              <a:gd name="adj" fmla="val 4811"/>
            </a:avLst>
          </a:prstGeom>
          <a:solidFill>
            <a:schemeClr val="bg1"/>
          </a:solidFill>
          <a:ln>
            <a:noFill/>
          </a:ln>
          <a:effectLst>
            <a:outerShdw blurRad="635000" sx="105000" sy="105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ounded Rectangle 11">
            <a:extLst>
              <a:ext uri="{FF2B5EF4-FFF2-40B4-BE49-F238E27FC236}">
                <a16:creationId xmlns:a16="http://schemas.microsoft.com/office/drawing/2014/main" id="{537A6078-53C8-4BCE-FA7F-89D22C57CB22}"/>
              </a:ext>
            </a:extLst>
          </p:cNvPr>
          <p:cNvSpPr/>
          <p:nvPr userDrawn="1"/>
        </p:nvSpPr>
        <p:spPr>
          <a:xfrm>
            <a:off x="8709338" y="2671006"/>
            <a:ext cx="2959539" cy="3561962"/>
          </a:xfrm>
          <a:prstGeom prst="roundRect">
            <a:avLst>
              <a:gd name="adj" fmla="val 4811"/>
            </a:avLst>
          </a:prstGeom>
          <a:solidFill>
            <a:schemeClr val="bg1"/>
          </a:solidFill>
          <a:ln>
            <a:noFill/>
          </a:ln>
          <a:effectLst>
            <a:outerShdw blurRad="635000" sx="105000" sy="105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3" name="Content Placeholder 2">
            <a:extLst>
              <a:ext uri="{FF2B5EF4-FFF2-40B4-BE49-F238E27FC236}">
                <a16:creationId xmlns:a16="http://schemas.microsoft.com/office/drawing/2014/main" id="{09D3A4FA-CF4E-D649-8903-34BEF45A27F7}"/>
              </a:ext>
            </a:extLst>
          </p:cNvPr>
          <p:cNvSpPr>
            <a:spLocks noGrp="1"/>
          </p:cNvSpPr>
          <p:nvPr>
            <p:ph idx="1" hasCustomPrompt="1"/>
          </p:nvPr>
        </p:nvSpPr>
        <p:spPr>
          <a:xfrm>
            <a:off x="549187" y="2133607"/>
            <a:ext cx="1826900" cy="412399"/>
          </a:xfrm>
          <a:noFill/>
        </p:spPr>
        <p:txBody>
          <a:bodyPr lIns="0">
            <a:noAutofit/>
          </a:bodyPr>
          <a:lstStyle>
            <a:lvl1pPr marL="0" indent="0" algn="l" defTabSz="914400" rtl="0" eaLnBrk="1" latinLnBrk="0" hangingPunct="1">
              <a:lnSpc>
                <a:spcPct val="100000"/>
              </a:lnSpc>
              <a:spcBef>
                <a:spcPts val="0"/>
              </a:spcBef>
              <a:buNone/>
              <a:defRPr lang="en-US" sz="1400" b="0" i="0" kern="120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Header</a:t>
            </a:r>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0"/>
            <a:ext cx="543845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262530"/>
            <a:ext cx="10515600" cy="500130"/>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5" name="Cross 14">
            <a:extLst>
              <a:ext uri="{FF2B5EF4-FFF2-40B4-BE49-F238E27FC236}">
                <a16:creationId xmlns:a16="http://schemas.microsoft.com/office/drawing/2014/main" id="{F02E0607-8917-AC40-BC70-8FD1135114FE}"/>
              </a:ext>
            </a:extLst>
          </p:cNvPr>
          <p:cNvSpPr>
            <a:spLocks noChangeAspect="1"/>
          </p:cNvSpPr>
          <p:nvPr userDrawn="1"/>
        </p:nvSpPr>
        <p:spPr>
          <a:xfrm>
            <a:off x="3764183" y="4116893"/>
            <a:ext cx="602145" cy="602145"/>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latin typeface="Avenir Next" panose="020B0503020202020204" pitchFamily="34" charset="0"/>
            </a:endParaRPr>
          </a:p>
        </p:txBody>
      </p:sp>
      <p:sp>
        <p:nvSpPr>
          <p:cNvPr id="16" name="Equal 15">
            <a:extLst>
              <a:ext uri="{FF2B5EF4-FFF2-40B4-BE49-F238E27FC236}">
                <a16:creationId xmlns:a16="http://schemas.microsoft.com/office/drawing/2014/main" id="{6F2F1E6A-702C-4249-8B4E-DB4E4FFC92DD}"/>
              </a:ext>
            </a:extLst>
          </p:cNvPr>
          <p:cNvSpPr>
            <a:spLocks/>
          </p:cNvSpPr>
          <p:nvPr userDrawn="1"/>
        </p:nvSpPr>
        <p:spPr>
          <a:xfrm>
            <a:off x="7741283" y="4116213"/>
            <a:ext cx="824336" cy="603504"/>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latin typeface="Avenir Next" panose="020B0503020202020204" pitchFamily="34" charset="0"/>
            </a:endParaRPr>
          </a:p>
        </p:txBody>
      </p:sp>
      <p:sp>
        <p:nvSpPr>
          <p:cNvPr id="21" name="Text Placeholder 6">
            <a:extLst>
              <a:ext uri="{FF2B5EF4-FFF2-40B4-BE49-F238E27FC236}">
                <a16:creationId xmlns:a16="http://schemas.microsoft.com/office/drawing/2014/main" id="{E200AC3F-45AF-6741-8199-8568421AD62F}"/>
              </a:ext>
            </a:extLst>
          </p:cNvPr>
          <p:cNvSpPr>
            <a:spLocks noGrp="1"/>
          </p:cNvSpPr>
          <p:nvPr>
            <p:ph type="body" sz="quarter" idx="20" hasCustomPrompt="1"/>
          </p:nvPr>
        </p:nvSpPr>
        <p:spPr>
          <a:xfrm>
            <a:off x="697510" y="3429000"/>
            <a:ext cx="2705194" cy="2036763"/>
          </a:xfrm>
        </p:spPr>
        <p:txBody>
          <a:bodyPr anchor="ctr">
            <a:normAutofit/>
          </a:bodyPr>
          <a:lstStyle>
            <a:lvl1pPr marL="0" marR="0" indent="0" algn="l" defTabSz="914400" rtl="0" eaLnBrk="1" fontAlgn="auto" latinLnBrk="0" hangingPunct="1">
              <a:lnSpc>
                <a:spcPct val="100000"/>
              </a:lnSpc>
              <a:spcBef>
                <a:spcPts val="3600"/>
              </a:spcBef>
              <a:spcAft>
                <a:spcPts val="0"/>
              </a:spcAft>
              <a:buClrTx/>
              <a:buSzTx/>
              <a:buFont typeface="Arial"/>
              <a:buNone/>
              <a:tabLst/>
              <a:defRPr lang="en-US" sz="1200" kern="1200" spc="40" dirty="0" smtClean="0">
                <a:solidFill>
                  <a:schemeClr val="tx1"/>
                </a:solidFill>
                <a:latin typeface="+mn-lt"/>
                <a:ea typeface="Avenir Next" panose="020B0503020202020204" pitchFamily="34" charset="0"/>
                <a:cs typeface="Avenir Next" panose="020B0503020202020204" pitchFamily="34" charset="0"/>
              </a:defRPr>
            </a:lvl1pPr>
            <a:lvl2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2pPr>
            <a:lvl3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3pPr>
            <a:lvl4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4pPr>
            <a:lvl5pPr marL="0" algn="l" defTabSz="914400" rtl="0" eaLnBrk="1" latinLnBrk="0" hangingPunct="1">
              <a:defRPr lang="en-US" sz="1200" kern="1200" spc="40" dirty="0">
                <a:solidFill>
                  <a:schemeClr val="tx1"/>
                </a:solidFill>
                <a:latin typeface="Ford Antenna Regular" panose="02000505000000020004" pitchFamily="2" charset="0"/>
                <a:ea typeface="Ford Antenna Light" charset="0"/>
                <a:cs typeface="Ford Antenna Light" charset="0"/>
              </a:defRPr>
            </a:lvl5pPr>
          </a:lstStyle>
          <a:p>
            <a:pPr lvl="0"/>
            <a:r>
              <a:rPr lang="en-US" dirty="0"/>
              <a:t>Bullet Content Here</a:t>
            </a:r>
          </a:p>
          <a:p>
            <a:pPr marL="0" marR="0" lvl="0" indent="0" algn="l" defTabSz="914400" rtl="0" eaLnBrk="1" fontAlgn="auto" latinLnBrk="0" hangingPunct="1">
              <a:lnSpc>
                <a:spcPct val="100000"/>
              </a:lnSpc>
              <a:spcBef>
                <a:spcPts val="3600"/>
              </a:spcBef>
              <a:spcAft>
                <a:spcPts val="0"/>
              </a:spcAft>
              <a:buClrTx/>
              <a:buSzTx/>
              <a:buFont typeface="Arial"/>
              <a:buNone/>
              <a:tabLst/>
              <a:defRPr/>
            </a:pPr>
            <a:r>
              <a:rPr lang="en-US" dirty="0"/>
              <a:t>Bullet Content Here</a:t>
            </a:r>
          </a:p>
          <a:p>
            <a:pPr marL="0" marR="0" lvl="0" indent="0" algn="l" defTabSz="914400" rtl="0" eaLnBrk="1" fontAlgn="auto" latinLnBrk="0" hangingPunct="1">
              <a:lnSpc>
                <a:spcPct val="100000"/>
              </a:lnSpc>
              <a:spcBef>
                <a:spcPts val="3600"/>
              </a:spcBef>
              <a:spcAft>
                <a:spcPts val="0"/>
              </a:spcAft>
              <a:buClrTx/>
              <a:buSzTx/>
              <a:buFont typeface="Arial"/>
              <a:buNone/>
              <a:tabLst/>
              <a:defRPr/>
            </a:pPr>
            <a:r>
              <a:rPr lang="en-US" dirty="0"/>
              <a:t>Bullet Content Here</a:t>
            </a:r>
          </a:p>
        </p:txBody>
      </p:sp>
      <p:sp>
        <p:nvSpPr>
          <p:cNvPr id="24" name="Text Placeholder 6">
            <a:extLst>
              <a:ext uri="{FF2B5EF4-FFF2-40B4-BE49-F238E27FC236}">
                <a16:creationId xmlns:a16="http://schemas.microsoft.com/office/drawing/2014/main" id="{45AACC7F-D51C-854F-9377-4DE3E7E30560}"/>
              </a:ext>
            </a:extLst>
          </p:cNvPr>
          <p:cNvSpPr>
            <a:spLocks noGrp="1"/>
          </p:cNvSpPr>
          <p:nvPr>
            <p:ph type="body" sz="quarter" idx="23" hasCustomPrompt="1"/>
          </p:nvPr>
        </p:nvSpPr>
        <p:spPr>
          <a:xfrm>
            <a:off x="4771670" y="3429000"/>
            <a:ext cx="2705194" cy="2036763"/>
          </a:xfrm>
        </p:spPr>
        <p:txBody>
          <a:bodyPr anchor="ctr">
            <a:normAutofit/>
          </a:bodyPr>
          <a:lstStyle>
            <a:lvl1pPr marL="0" marR="0" indent="0" algn="l" defTabSz="914400" rtl="0" eaLnBrk="1" fontAlgn="auto" latinLnBrk="0" hangingPunct="1">
              <a:lnSpc>
                <a:spcPct val="100000"/>
              </a:lnSpc>
              <a:spcBef>
                <a:spcPts val="3600"/>
              </a:spcBef>
              <a:spcAft>
                <a:spcPts val="0"/>
              </a:spcAft>
              <a:buClrTx/>
              <a:buSzTx/>
              <a:buFont typeface="Arial"/>
              <a:buNone/>
              <a:tabLst/>
              <a:defRPr lang="en-US" sz="1200" kern="1200" spc="40" dirty="0" smtClean="0">
                <a:solidFill>
                  <a:schemeClr val="tx1"/>
                </a:solidFill>
                <a:latin typeface="+mn-lt"/>
                <a:ea typeface="Avenir Next" panose="020B0503020202020204" pitchFamily="34" charset="0"/>
                <a:cs typeface="Avenir Next" panose="020B0503020202020204" pitchFamily="34" charset="0"/>
              </a:defRPr>
            </a:lvl1pPr>
            <a:lvl2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2pPr>
            <a:lvl3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3pPr>
            <a:lvl4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4pPr>
            <a:lvl5pPr marL="0" algn="l" defTabSz="914400" rtl="0" eaLnBrk="1" latinLnBrk="0" hangingPunct="1">
              <a:defRPr lang="en-US" sz="1200" kern="1200" spc="40" dirty="0">
                <a:solidFill>
                  <a:schemeClr val="tx1"/>
                </a:solidFill>
                <a:latin typeface="Ford Antenna Regular" panose="02000505000000020004" pitchFamily="2" charset="0"/>
                <a:ea typeface="Ford Antenna Light" charset="0"/>
                <a:cs typeface="Ford Antenna Light" charset="0"/>
              </a:defRPr>
            </a:lvl5pPr>
          </a:lstStyle>
          <a:p>
            <a:pPr lvl="0"/>
            <a:r>
              <a:rPr lang="en-US" dirty="0"/>
              <a:t>Bullet Content Here</a:t>
            </a:r>
          </a:p>
          <a:p>
            <a:pPr marL="0" marR="0" lvl="0" indent="0" algn="l" defTabSz="914400" rtl="0" eaLnBrk="1" fontAlgn="auto" latinLnBrk="0" hangingPunct="1">
              <a:lnSpc>
                <a:spcPct val="100000"/>
              </a:lnSpc>
              <a:spcBef>
                <a:spcPts val="3600"/>
              </a:spcBef>
              <a:spcAft>
                <a:spcPts val="0"/>
              </a:spcAft>
              <a:buClrTx/>
              <a:buSzTx/>
              <a:buFont typeface="Arial"/>
              <a:buNone/>
              <a:tabLst/>
              <a:defRPr/>
            </a:pPr>
            <a:r>
              <a:rPr lang="en-US" dirty="0"/>
              <a:t>Bullet Content Here</a:t>
            </a:r>
          </a:p>
          <a:p>
            <a:pPr marL="0" marR="0" lvl="0" indent="0" algn="l" defTabSz="914400" rtl="0" eaLnBrk="1" fontAlgn="auto" latinLnBrk="0" hangingPunct="1">
              <a:lnSpc>
                <a:spcPct val="100000"/>
              </a:lnSpc>
              <a:spcBef>
                <a:spcPts val="3600"/>
              </a:spcBef>
              <a:spcAft>
                <a:spcPts val="0"/>
              </a:spcAft>
              <a:buClrTx/>
              <a:buSzTx/>
              <a:buFont typeface="Arial"/>
              <a:buNone/>
              <a:tabLst/>
              <a:defRPr/>
            </a:pPr>
            <a:r>
              <a:rPr lang="en-US" dirty="0"/>
              <a:t>Bullet Content Here</a:t>
            </a:r>
          </a:p>
        </p:txBody>
      </p:sp>
      <p:sp>
        <p:nvSpPr>
          <p:cNvPr id="27" name="Text Placeholder 6">
            <a:extLst>
              <a:ext uri="{FF2B5EF4-FFF2-40B4-BE49-F238E27FC236}">
                <a16:creationId xmlns:a16="http://schemas.microsoft.com/office/drawing/2014/main" id="{3DDC3310-9A03-7848-A0B6-B9EE4174A06E}"/>
              </a:ext>
            </a:extLst>
          </p:cNvPr>
          <p:cNvSpPr>
            <a:spLocks noGrp="1"/>
          </p:cNvSpPr>
          <p:nvPr>
            <p:ph type="body" sz="quarter" idx="26" hasCustomPrompt="1"/>
          </p:nvPr>
        </p:nvSpPr>
        <p:spPr>
          <a:xfrm>
            <a:off x="8845830" y="3429000"/>
            <a:ext cx="2705194" cy="2036763"/>
          </a:xfrm>
        </p:spPr>
        <p:txBody>
          <a:bodyPr anchor="ctr">
            <a:normAutofit/>
          </a:bodyPr>
          <a:lstStyle>
            <a:lvl1pPr marL="0" marR="0" indent="0" algn="l" defTabSz="914400" rtl="0" eaLnBrk="1" fontAlgn="auto" latinLnBrk="0" hangingPunct="1">
              <a:lnSpc>
                <a:spcPct val="100000"/>
              </a:lnSpc>
              <a:spcBef>
                <a:spcPts val="3600"/>
              </a:spcBef>
              <a:spcAft>
                <a:spcPts val="0"/>
              </a:spcAft>
              <a:buClrTx/>
              <a:buSzTx/>
              <a:buFont typeface="Arial"/>
              <a:buNone/>
              <a:tabLst/>
              <a:defRPr lang="en-US" sz="1200" kern="1200" spc="40" dirty="0" smtClean="0">
                <a:solidFill>
                  <a:schemeClr val="tx1"/>
                </a:solidFill>
                <a:latin typeface="+mn-lt"/>
                <a:ea typeface="Avenir Next" panose="020B0503020202020204" pitchFamily="34" charset="0"/>
                <a:cs typeface="Avenir Next" panose="020B0503020202020204" pitchFamily="34" charset="0"/>
              </a:defRPr>
            </a:lvl1pPr>
            <a:lvl2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2pPr>
            <a:lvl3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3pPr>
            <a:lvl4pPr marL="0" algn="l" defTabSz="914400" rtl="0" eaLnBrk="1" latinLnBrk="0" hangingPunct="1">
              <a:defRPr lang="en-US" sz="1200" kern="1200" spc="40" dirty="0" smtClean="0">
                <a:solidFill>
                  <a:schemeClr val="tx1"/>
                </a:solidFill>
                <a:latin typeface="Ford Antenna Regular" panose="02000505000000020004" pitchFamily="2" charset="0"/>
                <a:ea typeface="Ford Antenna Light" charset="0"/>
                <a:cs typeface="Ford Antenna Light" charset="0"/>
              </a:defRPr>
            </a:lvl4pPr>
            <a:lvl5pPr marL="0" algn="l" defTabSz="914400" rtl="0" eaLnBrk="1" latinLnBrk="0" hangingPunct="1">
              <a:defRPr lang="en-US" sz="1200" kern="1200" spc="40" dirty="0">
                <a:solidFill>
                  <a:schemeClr val="tx1"/>
                </a:solidFill>
                <a:latin typeface="Ford Antenna Regular" panose="02000505000000020004" pitchFamily="2" charset="0"/>
                <a:ea typeface="Ford Antenna Light" charset="0"/>
                <a:cs typeface="Ford Antenna Light" charset="0"/>
              </a:defRPr>
            </a:lvl5pPr>
          </a:lstStyle>
          <a:p>
            <a:pPr lvl="0"/>
            <a:r>
              <a:rPr lang="en-US" dirty="0"/>
              <a:t>Bullet Content Here</a:t>
            </a:r>
          </a:p>
          <a:p>
            <a:pPr marL="0" marR="0" lvl="0" indent="0" algn="l" defTabSz="914400" rtl="0" eaLnBrk="1" fontAlgn="auto" latinLnBrk="0" hangingPunct="1">
              <a:lnSpc>
                <a:spcPct val="100000"/>
              </a:lnSpc>
              <a:spcBef>
                <a:spcPts val="3600"/>
              </a:spcBef>
              <a:spcAft>
                <a:spcPts val="0"/>
              </a:spcAft>
              <a:buClrTx/>
              <a:buSzTx/>
              <a:buFont typeface="Arial"/>
              <a:buNone/>
              <a:tabLst/>
              <a:defRPr/>
            </a:pPr>
            <a:r>
              <a:rPr lang="en-US" dirty="0"/>
              <a:t>Bullet Content Here</a:t>
            </a:r>
          </a:p>
          <a:p>
            <a:pPr marL="0" marR="0" lvl="0" indent="0" algn="l" defTabSz="914400" rtl="0" eaLnBrk="1" fontAlgn="auto" latinLnBrk="0" hangingPunct="1">
              <a:lnSpc>
                <a:spcPct val="100000"/>
              </a:lnSpc>
              <a:spcBef>
                <a:spcPts val="3600"/>
              </a:spcBef>
              <a:spcAft>
                <a:spcPts val="0"/>
              </a:spcAft>
              <a:buClrTx/>
              <a:buSzTx/>
              <a:buFont typeface="Arial"/>
              <a:buNone/>
              <a:tabLst/>
              <a:defRPr/>
            </a:pPr>
            <a:r>
              <a:rPr lang="en-US" dirty="0"/>
              <a:t>Bullet Content Here</a:t>
            </a:r>
          </a:p>
        </p:txBody>
      </p:sp>
      <p:sp>
        <p:nvSpPr>
          <p:cNvPr id="19" name="Text Placeholder 4">
            <a:extLst>
              <a:ext uri="{FF2B5EF4-FFF2-40B4-BE49-F238E27FC236}">
                <a16:creationId xmlns:a16="http://schemas.microsoft.com/office/drawing/2014/main" id="{7384C527-0CD4-A948-B9DA-6CF0CB520B19}"/>
              </a:ext>
            </a:extLst>
          </p:cNvPr>
          <p:cNvSpPr>
            <a:spLocks noGrp="1"/>
          </p:cNvSpPr>
          <p:nvPr>
            <p:ph type="body" sz="quarter" idx="18" hasCustomPrompt="1"/>
          </p:nvPr>
        </p:nvSpPr>
        <p:spPr>
          <a:xfrm>
            <a:off x="697509" y="2801762"/>
            <a:ext cx="2705193" cy="523220"/>
          </a:xfrm>
          <a:solidFill>
            <a:schemeClr val="bg1"/>
          </a:solidFill>
        </p:spPr>
        <p:txBody>
          <a:bodyPr wrap="square">
            <a:spAutoFit/>
          </a:bodyPr>
          <a:lstStyle>
            <a:lvl1pPr marL="0" algn="l" defTabSz="914400" rtl="0" eaLnBrk="1" latinLnBrk="0" hangingPunct="1">
              <a:lnSpc>
                <a:spcPct val="100000"/>
              </a:lnSpc>
              <a:spcBef>
                <a:spcPts val="0"/>
              </a:spcBef>
              <a:defRPr lang="en-US" sz="1400" b="0" i="0" kern="1200" spc="40" dirty="0" smtClean="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a:t>
            </a:r>
            <a:br>
              <a:rPr lang="en-US" dirty="0"/>
            </a:br>
            <a:r>
              <a:rPr lang="en-US" dirty="0"/>
              <a:t>Ipsum</a:t>
            </a:r>
          </a:p>
        </p:txBody>
      </p:sp>
      <p:sp>
        <p:nvSpPr>
          <p:cNvPr id="22" name="Text Placeholder 4">
            <a:extLst>
              <a:ext uri="{FF2B5EF4-FFF2-40B4-BE49-F238E27FC236}">
                <a16:creationId xmlns:a16="http://schemas.microsoft.com/office/drawing/2014/main" id="{D511FC0D-B46D-BE48-B824-84090F564D19}"/>
              </a:ext>
            </a:extLst>
          </p:cNvPr>
          <p:cNvSpPr>
            <a:spLocks noGrp="1"/>
          </p:cNvSpPr>
          <p:nvPr>
            <p:ph type="body" sz="quarter" idx="21" hasCustomPrompt="1"/>
          </p:nvPr>
        </p:nvSpPr>
        <p:spPr>
          <a:xfrm>
            <a:off x="4771669" y="2801762"/>
            <a:ext cx="2705193" cy="523220"/>
          </a:xfrm>
          <a:solidFill>
            <a:schemeClr val="bg1"/>
          </a:solidFill>
        </p:spPr>
        <p:txBody>
          <a:bodyPr wrap="square">
            <a:spAutoFit/>
          </a:bodyPr>
          <a:lstStyle>
            <a:lvl1pPr marL="0" algn="l" defTabSz="914400" rtl="0" eaLnBrk="1" latinLnBrk="0" hangingPunct="1">
              <a:lnSpc>
                <a:spcPct val="100000"/>
              </a:lnSpc>
              <a:spcBef>
                <a:spcPts val="0"/>
              </a:spcBef>
              <a:defRPr lang="en-US" sz="1400" b="1" i="0" kern="1200" spc="40" dirty="0" smtClean="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a:t>
            </a:r>
            <a:br>
              <a:rPr lang="en-US" dirty="0"/>
            </a:br>
            <a:r>
              <a:rPr lang="en-US" dirty="0"/>
              <a:t>Ipsum</a:t>
            </a:r>
          </a:p>
        </p:txBody>
      </p:sp>
      <p:sp>
        <p:nvSpPr>
          <p:cNvPr id="25" name="Text Placeholder 4">
            <a:extLst>
              <a:ext uri="{FF2B5EF4-FFF2-40B4-BE49-F238E27FC236}">
                <a16:creationId xmlns:a16="http://schemas.microsoft.com/office/drawing/2014/main" id="{0F82C114-47CD-A745-8838-6795228FE5AF}"/>
              </a:ext>
            </a:extLst>
          </p:cNvPr>
          <p:cNvSpPr>
            <a:spLocks noGrp="1"/>
          </p:cNvSpPr>
          <p:nvPr>
            <p:ph type="body" sz="quarter" idx="24" hasCustomPrompt="1"/>
          </p:nvPr>
        </p:nvSpPr>
        <p:spPr>
          <a:xfrm>
            <a:off x="8845829" y="2801762"/>
            <a:ext cx="2705193" cy="523220"/>
          </a:xfrm>
          <a:solidFill>
            <a:schemeClr val="bg1"/>
          </a:solidFill>
        </p:spPr>
        <p:txBody>
          <a:bodyPr wrap="square">
            <a:spAutoFit/>
          </a:bodyPr>
          <a:lstStyle>
            <a:lvl1pPr marL="0" algn="l" defTabSz="914400" rtl="0" eaLnBrk="1" latinLnBrk="0" hangingPunct="1">
              <a:lnSpc>
                <a:spcPct val="100000"/>
              </a:lnSpc>
              <a:spcBef>
                <a:spcPts val="0"/>
              </a:spcBef>
              <a:defRPr lang="en-US" sz="1400" b="1" i="0" kern="1200" spc="40" dirty="0" smtClean="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a:t>
            </a:r>
            <a:br>
              <a:rPr lang="en-US" dirty="0"/>
            </a:br>
            <a:r>
              <a:rPr lang="en-US" dirty="0"/>
              <a:t>Ipsum</a:t>
            </a:r>
          </a:p>
        </p:txBody>
      </p:sp>
      <p:sp>
        <p:nvSpPr>
          <p:cNvPr id="3" name="Text Placeholder 4">
            <a:extLst>
              <a:ext uri="{FF2B5EF4-FFF2-40B4-BE49-F238E27FC236}">
                <a16:creationId xmlns:a16="http://schemas.microsoft.com/office/drawing/2014/main" id="{406DE37B-3588-4FEA-1927-1346103AE0FD}"/>
              </a:ext>
            </a:extLst>
          </p:cNvPr>
          <p:cNvSpPr>
            <a:spLocks noGrp="1"/>
          </p:cNvSpPr>
          <p:nvPr>
            <p:ph type="body" sz="quarter" idx="27" hasCustomPrompt="1"/>
          </p:nvPr>
        </p:nvSpPr>
        <p:spPr>
          <a:xfrm>
            <a:off x="697510" y="5510948"/>
            <a:ext cx="2705192" cy="523220"/>
          </a:xfrm>
          <a:solidFill>
            <a:schemeClr val="bg1"/>
          </a:solidFill>
        </p:spPr>
        <p:txBody>
          <a:bodyPr wrap="square">
            <a:spAutoFit/>
          </a:bodyPr>
          <a:lstStyle>
            <a:lvl1pPr marL="0" algn="l" defTabSz="914400" rtl="0" eaLnBrk="1" latinLnBrk="0" hangingPunct="1">
              <a:lnSpc>
                <a:spcPct val="100000"/>
              </a:lnSpc>
              <a:spcBef>
                <a:spcPts val="0"/>
              </a:spcBef>
              <a:defRPr lang="en-US" sz="1400" b="1" i="1" kern="1200" spc="4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a:t>
            </a:r>
            <a:br>
              <a:rPr lang="en-US" dirty="0"/>
            </a:br>
            <a:r>
              <a:rPr lang="en-US" dirty="0"/>
              <a:t>Ipsum</a:t>
            </a:r>
          </a:p>
        </p:txBody>
      </p:sp>
      <p:sp>
        <p:nvSpPr>
          <p:cNvPr id="4" name="Text Placeholder 4">
            <a:extLst>
              <a:ext uri="{FF2B5EF4-FFF2-40B4-BE49-F238E27FC236}">
                <a16:creationId xmlns:a16="http://schemas.microsoft.com/office/drawing/2014/main" id="{489CA32D-24A4-A00F-E46D-FEB64D27BD5D}"/>
              </a:ext>
            </a:extLst>
          </p:cNvPr>
          <p:cNvSpPr>
            <a:spLocks noGrp="1"/>
          </p:cNvSpPr>
          <p:nvPr>
            <p:ph type="body" sz="quarter" idx="28" hasCustomPrompt="1"/>
          </p:nvPr>
        </p:nvSpPr>
        <p:spPr>
          <a:xfrm>
            <a:off x="4771670" y="5510948"/>
            <a:ext cx="2705192" cy="523220"/>
          </a:xfrm>
          <a:solidFill>
            <a:schemeClr val="bg1"/>
          </a:solidFill>
        </p:spPr>
        <p:txBody>
          <a:bodyPr wrap="square">
            <a:spAutoFit/>
          </a:bodyPr>
          <a:lstStyle>
            <a:lvl1pPr marL="0" algn="l" defTabSz="914400" rtl="0" eaLnBrk="1" latinLnBrk="0" hangingPunct="1">
              <a:lnSpc>
                <a:spcPct val="100000"/>
              </a:lnSpc>
              <a:spcBef>
                <a:spcPts val="0"/>
              </a:spcBef>
              <a:defRPr lang="en-US" sz="1400" b="1" i="1" kern="1200" spc="4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a:t>
            </a:r>
            <a:br>
              <a:rPr lang="en-US" dirty="0"/>
            </a:br>
            <a:r>
              <a:rPr lang="en-US" dirty="0"/>
              <a:t>Ipsum</a:t>
            </a:r>
          </a:p>
        </p:txBody>
      </p:sp>
      <p:sp>
        <p:nvSpPr>
          <p:cNvPr id="7" name="Text Placeholder 4">
            <a:extLst>
              <a:ext uri="{FF2B5EF4-FFF2-40B4-BE49-F238E27FC236}">
                <a16:creationId xmlns:a16="http://schemas.microsoft.com/office/drawing/2014/main" id="{64961219-2E9E-6740-64B9-CFB0723813E2}"/>
              </a:ext>
            </a:extLst>
          </p:cNvPr>
          <p:cNvSpPr>
            <a:spLocks noGrp="1"/>
          </p:cNvSpPr>
          <p:nvPr>
            <p:ph type="body" sz="quarter" idx="29" hasCustomPrompt="1"/>
          </p:nvPr>
        </p:nvSpPr>
        <p:spPr>
          <a:xfrm>
            <a:off x="8845830" y="5510948"/>
            <a:ext cx="2705192" cy="523220"/>
          </a:xfrm>
          <a:solidFill>
            <a:schemeClr val="bg1"/>
          </a:solidFill>
        </p:spPr>
        <p:txBody>
          <a:bodyPr wrap="square">
            <a:spAutoFit/>
          </a:bodyPr>
          <a:lstStyle>
            <a:lvl1pPr marL="0" algn="l" defTabSz="914400" rtl="0" eaLnBrk="1" latinLnBrk="0" hangingPunct="1">
              <a:lnSpc>
                <a:spcPct val="100000"/>
              </a:lnSpc>
              <a:spcBef>
                <a:spcPts val="0"/>
              </a:spcBef>
              <a:defRPr lang="en-US" sz="1400" b="1" i="1" kern="1200" spc="40" dirty="0" smtClean="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a:t>
            </a:r>
            <a:br>
              <a:rPr lang="en-US" dirty="0"/>
            </a:br>
            <a:r>
              <a:rPr lang="en-US" dirty="0"/>
              <a:t>Ipsum</a:t>
            </a:r>
          </a:p>
        </p:txBody>
      </p:sp>
      <p:pic>
        <p:nvPicPr>
          <p:cNvPr id="14" name="Graphic 13">
            <a:extLst>
              <a:ext uri="{FF2B5EF4-FFF2-40B4-BE49-F238E27FC236}">
                <a16:creationId xmlns:a16="http://schemas.microsoft.com/office/drawing/2014/main" id="{F8C2FAE1-C3F0-29BA-8131-95C0802A3D7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26" name="Slide Number Placeholder 5">
            <a:extLst>
              <a:ext uri="{FF2B5EF4-FFF2-40B4-BE49-F238E27FC236}">
                <a16:creationId xmlns:a16="http://schemas.microsoft.com/office/drawing/2014/main" id="{DF0A90DC-A86A-4400-A758-C85233A1984A}"/>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792278034"/>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Three statements">
    <p:bg>
      <p:bgPr>
        <a:solidFill>
          <a:schemeClr val="bg1"/>
        </a:solidFill>
        <a:effectLst/>
      </p:bgPr>
    </p:bg>
    <p:spTree>
      <p:nvGrpSpPr>
        <p:cNvPr id="1" name=""/>
        <p:cNvGrpSpPr/>
        <p:nvPr/>
      </p:nvGrpSpPr>
      <p:grpSpPr>
        <a:xfrm>
          <a:off x="0" y="0"/>
          <a:ext cx="0" cy="0"/>
          <a:chOff x="0" y="0"/>
          <a:chExt cx="0" cy="0"/>
        </a:xfrm>
      </p:grpSpPr>
      <p:sp>
        <p:nvSpPr>
          <p:cNvPr id="14" name="Text Placeholder 38">
            <a:extLst>
              <a:ext uri="{FF2B5EF4-FFF2-40B4-BE49-F238E27FC236}">
                <a16:creationId xmlns:a16="http://schemas.microsoft.com/office/drawing/2014/main" id="{3483B524-8591-0646-977B-9200FFB1D8C2}"/>
              </a:ext>
            </a:extLst>
          </p:cNvPr>
          <p:cNvSpPr>
            <a:spLocks noGrp="1"/>
          </p:cNvSpPr>
          <p:nvPr>
            <p:ph type="body" sz="quarter" idx="20"/>
          </p:nvPr>
        </p:nvSpPr>
        <p:spPr>
          <a:xfrm>
            <a:off x="374904" y="3086099"/>
            <a:ext cx="2644097" cy="2035916"/>
          </a:xfrm>
        </p:spPr>
        <p:txBody>
          <a:bodyPr lIns="0">
            <a:noAutofit/>
          </a:bodyPr>
          <a:lstStyle>
            <a:lvl1pPr>
              <a:lnSpc>
                <a:spcPct val="100000"/>
              </a:lnSpc>
              <a:spcBef>
                <a:spcPts val="0"/>
              </a:spcBef>
              <a:defRPr sz="2000" b="0" i="0" spc="-20" baseline="0">
                <a:solidFill>
                  <a:schemeClr val="tx1"/>
                </a:solidFill>
                <a:latin typeface="+mn-lt"/>
              </a:defRPr>
            </a:lvl1pPr>
          </a:lstStyle>
          <a:p>
            <a:pPr lvl="0"/>
            <a:r>
              <a:rPr lang="en-US" dirty="0"/>
              <a:t>Click to edit Master text styles</a:t>
            </a:r>
          </a:p>
        </p:txBody>
      </p:sp>
      <p:sp>
        <p:nvSpPr>
          <p:cNvPr id="16" name="Text Placeholder 38">
            <a:extLst>
              <a:ext uri="{FF2B5EF4-FFF2-40B4-BE49-F238E27FC236}">
                <a16:creationId xmlns:a16="http://schemas.microsoft.com/office/drawing/2014/main" id="{15BB0645-F9A6-1D4C-9762-86AE6115F210}"/>
              </a:ext>
            </a:extLst>
          </p:cNvPr>
          <p:cNvSpPr>
            <a:spLocks noGrp="1"/>
          </p:cNvSpPr>
          <p:nvPr>
            <p:ph type="body" sz="quarter" idx="22"/>
          </p:nvPr>
        </p:nvSpPr>
        <p:spPr>
          <a:xfrm>
            <a:off x="4580636" y="3086099"/>
            <a:ext cx="2704675" cy="2035916"/>
          </a:xfrm>
        </p:spPr>
        <p:txBody>
          <a:bodyPr lIns="0">
            <a:noAutofit/>
          </a:bodyPr>
          <a:lstStyle>
            <a:lvl1pPr>
              <a:lnSpc>
                <a:spcPct val="100000"/>
              </a:lnSpc>
              <a:spcBef>
                <a:spcPts val="0"/>
              </a:spcBef>
              <a:defRPr sz="2000" b="0" i="0" spc="-20" baseline="0">
                <a:solidFill>
                  <a:schemeClr val="tx1"/>
                </a:solidFill>
                <a:latin typeface="+mn-lt"/>
              </a:defRPr>
            </a:lvl1pPr>
          </a:lstStyle>
          <a:p>
            <a:pPr lvl="0"/>
            <a:r>
              <a:rPr lang="en-US" dirty="0"/>
              <a:t>Click to edit Master text styles</a:t>
            </a:r>
          </a:p>
        </p:txBody>
      </p:sp>
      <p:sp>
        <p:nvSpPr>
          <p:cNvPr id="17" name="Text Placeholder 38">
            <a:extLst>
              <a:ext uri="{FF2B5EF4-FFF2-40B4-BE49-F238E27FC236}">
                <a16:creationId xmlns:a16="http://schemas.microsoft.com/office/drawing/2014/main" id="{B3B21BC9-6225-B643-8723-8DEA0C8708B5}"/>
              </a:ext>
            </a:extLst>
          </p:cNvPr>
          <p:cNvSpPr>
            <a:spLocks noGrp="1"/>
          </p:cNvSpPr>
          <p:nvPr>
            <p:ph type="body" sz="quarter" idx="23"/>
          </p:nvPr>
        </p:nvSpPr>
        <p:spPr>
          <a:xfrm>
            <a:off x="8736478" y="3086099"/>
            <a:ext cx="2704675" cy="2035916"/>
          </a:xfrm>
        </p:spPr>
        <p:txBody>
          <a:bodyPr lIns="0">
            <a:noAutofit/>
          </a:bodyPr>
          <a:lstStyle>
            <a:lvl1pPr>
              <a:lnSpc>
                <a:spcPct val="100000"/>
              </a:lnSpc>
              <a:spcBef>
                <a:spcPts val="0"/>
              </a:spcBef>
              <a:defRPr sz="2000" b="0" i="0" spc="-20" baseline="0">
                <a:solidFill>
                  <a:schemeClr val="tx1"/>
                </a:solidFill>
                <a:latin typeface="+mn-lt"/>
              </a:defRPr>
            </a:lvl1pPr>
          </a:lstStyle>
          <a:p>
            <a:pPr lvl="0"/>
            <a:r>
              <a:rPr lang="en-US" dirty="0"/>
              <a:t>Click to edit Master text styles</a:t>
            </a:r>
          </a:p>
        </p:txBody>
      </p:sp>
      <p:sp>
        <p:nvSpPr>
          <p:cNvPr id="2" name="Title 1"/>
          <p:cNvSpPr>
            <a:spLocks noGrp="1"/>
          </p:cNvSpPr>
          <p:nvPr>
            <p:ph type="title"/>
          </p:nvPr>
        </p:nvSpPr>
        <p:spPr>
          <a:xfrm>
            <a:off x="374904" y="502920"/>
            <a:ext cx="7702296" cy="1027176"/>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11" name="Text Placeholder 8">
            <a:extLst>
              <a:ext uri="{FF2B5EF4-FFF2-40B4-BE49-F238E27FC236}">
                <a16:creationId xmlns:a16="http://schemas.microsoft.com/office/drawing/2014/main" id="{E845B4B4-8CAF-AACF-CEC2-94CE408CE155}"/>
              </a:ext>
            </a:extLst>
          </p:cNvPr>
          <p:cNvSpPr>
            <a:spLocks noGrp="1"/>
          </p:cNvSpPr>
          <p:nvPr>
            <p:ph type="body" sz="quarter" idx="13" hasCustomPrompt="1"/>
          </p:nvPr>
        </p:nvSpPr>
        <p:spPr>
          <a:xfrm>
            <a:off x="394999" y="286911"/>
            <a:ext cx="5639397" cy="198802"/>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6" name="Cross 5">
            <a:extLst>
              <a:ext uri="{FF2B5EF4-FFF2-40B4-BE49-F238E27FC236}">
                <a16:creationId xmlns:a16="http://schemas.microsoft.com/office/drawing/2014/main" id="{0F202F20-6052-CCF4-DE5F-4455EBDD6D9A}"/>
              </a:ext>
            </a:extLst>
          </p:cNvPr>
          <p:cNvSpPr>
            <a:spLocks noChangeAspect="1"/>
          </p:cNvSpPr>
          <p:nvPr userDrawn="1"/>
        </p:nvSpPr>
        <p:spPr>
          <a:xfrm>
            <a:off x="3297103" y="3127926"/>
            <a:ext cx="602145" cy="602145"/>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7" name="Cross 6">
            <a:extLst>
              <a:ext uri="{FF2B5EF4-FFF2-40B4-BE49-F238E27FC236}">
                <a16:creationId xmlns:a16="http://schemas.microsoft.com/office/drawing/2014/main" id="{4B5D3ADE-07F4-FC3B-9545-3C27389D5CD5}"/>
              </a:ext>
            </a:extLst>
          </p:cNvPr>
          <p:cNvSpPr>
            <a:spLocks noChangeAspect="1"/>
          </p:cNvSpPr>
          <p:nvPr userDrawn="1"/>
        </p:nvSpPr>
        <p:spPr>
          <a:xfrm>
            <a:off x="7475055" y="3127926"/>
            <a:ext cx="602145" cy="602145"/>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12" name="Slide Number Placeholder 5">
            <a:extLst>
              <a:ext uri="{FF2B5EF4-FFF2-40B4-BE49-F238E27FC236}">
                <a16:creationId xmlns:a16="http://schemas.microsoft.com/office/drawing/2014/main" id="{1D3D31A6-F62C-4598-B07D-A40570B104B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03076224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Numbers">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4DD5E35D-5AE2-F446-89F4-375D4A9D959C}"/>
              </a:ext>
            </a:extLst>
          </p:cNvPr>
          <p:cNvSpPr>
            <a:spLocks noGrp="1"/>
          </p:cNvSpPr>
          <p:nvPr>
            <p:ph type="body" sz="quarter" idx="23" hasCustomPrompt="1"/>
          </p:nvPr>
        </p:nvSpPr>
        <p:spPr>
          <a:xfrm>
            <a:off x="464197" y="3782902"/>
            <a:ext cx="2381767" cy="2111034"/>
          </a:xfrm>
        </p:spPr>
        <p:txBody>
          <a:bodyPr>
            <a:noAutofit/>
          </a:bodyPr>
          <a:lstStyle>
            <a:lvl1pPr>
              <a:defRPr sz="1600" b="0" i="0" spc="0">
                <a:solidFill>
                  <a:schemeClr val="tx1"/>
                </a:solidFill>
                <a:latin typeface="+mn-lt"/>
              </a:defRPr>
            </a:lvl1pPr>
            <a:lvl2pPr>
              <a:defRPr sz="2000"/>
            </a:lvl2pPr>
            <a:lvl3pPr>
              <a:defRPr sz="2000"/>
            </a:lvl3pPr>
            <a:lvl4pPr>
              <a:defRPr sz="2000"/>
            </a:lvl4pPr>
            <a:lvl5pPr>
              <a:defRPr sz="2000"/>
            </a:lvl5pPr>
          </a:lstStyle>
          <a:p>
            <a:pPr lvl="0"/>
            <a:r>
              <a:rPr lang="en-US" dirty="0"/>
              <a:t>Copy goes here</a:t>
            </a:r>
          </a:p>
        </p:txBody>
      </p:sp>
      <p:sp>
        <p:nvSpPr>
          <p:cNvPr id="24" name="Text Placeholder 6">
            <a:extLst>
              <a:ext uri="{FF2B5EF4-FFF2-40B4-BE49-F238E27FC236}">
                <a16:creationId xmlns:a16="http://schemas.microsoft.com/office/drawing/2014/main" id="{A4007E17-4686-8742-8110-4CE17413C018}"/>
              </a:ext>
            </a:extLst>
          </p:cNvPr>
          <p:cNvSpPr>
            <a:spLocks noGrp="1"/>
          </p:cNvSpPr>
          <p:nvPr>
            <p:ph type="body" sz="quarter" idx="24" hasCustomPrompt="1"/>
          </p:nvPr>
        </p:nvSpPr>
        <p:spPr>
          <a:xfrm>
            <a:off x="3287573" y="3782902"/>
            <a:ext cx="2381767" cy="2111034"/>
          </a:xfrm>
        </p:spPr>
        <p:txBody>
          <a:bodyPr>
            <a:noAutofit/>
          </a:bodyPr>
          <a:lstStyle>
            <a:lvl1pPr>
              <a:defRPr sz="1600" b="0" i="0" spc="0">
                <a:solidFill>
                  <a:schemeClr val="tx1"/>
                </a:solidFill>
                <a:latin typeface="+mn-lt"/>
              </a:defRPr>
            </a:lvl1pPr>
            <a:lvl2pPr>
              <a:defRPr sz="2000"/>
            </a:lvl2pPr>
            <a:lvl3pPr>
              <a:defRPr sz="2000"/>
            </a:lvl3pPr>
            <a:lvl4pPr>
              <a:defRPr sz="2000"/>
            </a:lvl4pPr>
            <a:lvl5pPr>
              <a:defRPr sz="2000"/>
            </a:lvl5pPr>
          </a:lstStyle>
          <a:p>
            <a:pPr lvl="0"/>
            <a:r>
              <a:rPr lang="en-US" dirty="0"/>
              <a:t>Copy goes here</a:t>
            </a:r>
          </a:p>
        </p:txBody>
      </p:sp>
      <p:sp>
        <p:nvSpPr>
          <p:cNvPr id="25" name="Text Placeholder 6">
            <a:extLst>
              <a:ext uri="{FF2B5EF4-FFF2-40B4-BE49-F238E27FC236}">
                <a16:creationId xmlns:a16="http://schemas.microsoft.com/office/drawing/2014/main" id="{13E507FB-C728-BD4E-AC86-17909FC6F634}"/>
              </a:ext>
            </a:extLst>
          </p:cNvPr>
          <p:cNvSpPr>
            <a:spLocks noGrp="1"/>
          </p:cNvSpPr>
          <p:nvPr>
            <p:ph type="body" sz="quarter" idx="25" hasCustomPrompt="1"/>
          </p:nvPr>
        </p:nvSpPr>
        <p:spPr>
          <a:xfrm>
            <a:off x="6370138" y="3782902"/>
            <a:ext cx="2381767" cy="2111034"/>
          </a:xfrm>
        </p:spPr>
        <p:txBody>
          <a:bodyPr>
            <a:noAutofit/>
          </a:bodyPr>
          <a:lstStyle>
            <a:lvl1pPr>
              <a:defRPr sz="1600" b="0" i="0" spc="0">
                <a:solidFill>
                  <a:schemeClr val="tx1"/>
                </a:solidFill>
                <a:latin typeface="+mn-lt"/>
              </a:defRPr>
            </a:lvl1pPr>
            <a:lvl2pPr>
              <a:defRPr sz="2000"/>
            </a:lvl2pPr>
            <a:lvl3pPr>
              <a:defRPr sz="2000"/>
            </a:lvl3pPr>
            <a:lvl4pPr>
              <a:defRPr sz="2000"/>
            </a:lvl4pPr>
            <a:lvl5pPr>
              <a:defRPr sz="2000"/>
            </a:lvl5pPr>
          </a:lstStyle>
          <a:p>
            <a:pPr lvl="0"/>
            <a:r>
              <a:rPr lang="en-US" dirty="0"/>
              <a:t>Copy goes here</a:t>
            </a:r>
          </a:p>
        </p:txBody>
      </p:sp>
      <p:sp>
        <p:nvSpPr>
          <p:cNvPr id="26" name="Text Placeholder 6">
            <a:extLst>
              <a:ext uri="{FF2B5EF4-FFF2-40B4-BE49-F238E27FC236}">
                <a16:creationId xmlns:a16="http://schemas.microsoft.com/office/drawing/2014/main" id="{538408B9-6368-1241-8B2F-0732DB2BDC10}"/>
              </a:ext>
            </a:extLst>
          </p:cNvPr>
          <p:cNvSpPr>
            <a:spLocks noGrp="1"/>
          </p:cNvSpPr>
          <p:nvPr>
            <p:ph type="body" sz="quarter" idx="26" hasCustomPrompt="1"/>
          </p:nvPr>
        </p:nvSpPr>
        <p:spPr>
          <a:xfrm>
            <a:off x="9513928" y="3782902"/>
            <a:ext cx="2381767" cy="2111034"/>
          </a:xfrm>
        </p:spPr>
        <p:txBody>
          <a:bodyPr>
            <a:noAutofit/>
          </a:bodyPr>
          <a:lstStyle>
            <a:lvl1pPr>
              <a:defRPr sz="1600" b="0" i="0" spc="0">
                <a:solidFill>
                  <a:schemeClr val="tx1"/>
                </a:solidFill>
                <a:latin typeface="+mn-lt"/>
              </a:defRPr>
            </a:lvl1pPr>
            <a:lvl2pPr>
              <a:defRPr sz="2000"/>
            </a:lvl2pPr>
            <a:lvl3pPr>
              <a:defRPr sz="2000"/>
            </a:lvl3pPr>
            <a:lvl4pPr>
              <a:defRPr sz="2000"/>
            </a:lvl4pPr>
            <a:lvl5pPr>
              <a:defRPr sz="2000"/>
            </a:lvl5pPr>
          </a:lstStyle>
          <a:p>
            <a:pPr lvl="0"/>
            <a:r>
              <a:rPr lang="en-US" dirty="0"/>
              <a:t>Copy goes here</a:t>
            </a:r>
          </a:p>
        </p:txBody>
      </p:sp>
      <p:sp>
        <p:nvSpPr>
          <p:cNvPr id="5" name="Text Placeholder 4">
            <a:extLst>
              <a:ext uri="{FF2B5EF4-FFF2-40B4-BE49-F238E27FC236}">
                <a16:creationId xmlns:a16="http://schemas.microsoft.com/office/drawing/2014/main" id="{4E4CC85A-0F5F-3347-8BC9-AB55553117FD}"/>
              </a:ext>
            </a:extLst>
          </p:cNvPr>
          <p:cNvSpPr>
            <a:spLocks noGrp="1"/>
          </p:cNvSpPr>
          <p:nvPr>
            <p:ph type="body" sz="quarter" idx="19" hasCustomPrompt="1"/>
          </p:nvPr>
        </p:nvSpPr>
        <p:spPr>
          <a:xfrm>
            <a:off x="378894" y="2659099"/>
            <a:ext cx="1543922" cy="1043279"/>
          </a:xfrm>
        </p:spPr>
        <p:txBody>
          <a:bodyPr>
            <a:noAutofit/>
          </a:bodyPr>
          <a:lstStyle>
            <a:lvl1pPr>
              <a:defRPr sz="7200" b="0" i="0" spc="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01</a:t>
            </a:r>
          </a:p>
        </p:txBody>
      </p:sp>
      <p:sp>
        <p:nvSpPr>
          <p:cNvPr id="21" name="Text Placeholder 4">
            <a:extLst>
              <a:ext uri="{FF2B5EF4-FFF2-40B4-BE49-F238E27FC236}">
                <a16:creationId xmlns:a16="http://schemas.microsoft.com/office/drawing/2014/main" id="{9D86CC6E-95FC-934B-B527-C60F7831BC0A}"/>
              </a:ext>
            </a:extLst>
          </p:cNvPr>
          <p:cNvSpPr>
            <a:spLocks noGrp="1"/>
          </p:cNvSpPr>
          <p:nvPr>
            <p:ph type="body" sz="quarter" idx="20" hasCustomPrompt="1"/>
          </p:nvPr>
        </p:nvSpPr>
        <p:spPr>
          <a:xfrm>
            <a:off x="3207003" y="2659099"/>
            <a:ext cx="1543922" cy="1043279"/>
          </a:xfrm>
        </p:spPr>
        <p:txBody>
          <a:bodyPr>
            <a:noAutofit/>
          </a:bodyPr>
          <a:lstStyle>
            <a:lvl1pPr>
              <a:defRPr sz="7200" b="0" i="0" spc="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02</a:t>
            </a:r>
          </a:p>
        </p:txBody>
      </p:sp>
      <p:sp>
        <p:nvSpPr>
          <p:cNvPr id="22" name="Text Placeholder 4">
            <a:extLst>
              <a:ext uri="{FF2B5EF4-FFF2-40B4-BE49-F238E27FC236}">
                <a16:creationId xmlns:a16="http://schemas.microsoft.com/office/drawing/2014/main" id="{0CB12631-32EA-DF4B-8C0D-600A9B9BAC14}"/>
              </a:ext>
            </a:extLst>
          </p:cNvPr>
          <p:cNvSpPr>
            <a:spLocks noGrp="1"/>
          </p:cNvSpPr>
          <p:nvPr>
            <p:ph type="body" sz="quarter" idx="21" hasCustomPrompt="1"/>
          </p:nvPr>
        </p:nvSpPr>
        <p:spPr>
          <a:xfrm>
            <a:off x="6296369" y="2659099"/>
            <a:ext cx="1809134" cy="1043279"/>
          </a:xfrm>
        </p:spPr>
        <p:txBody>
          <a:bodyPr>
            <a:noAutofit/>
          </a:bodyPr>
          <a:lstStyle>
            <a:lvl1pPr>
              <a:defRPr sz="7200" b="0" i="0" spc="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03</a:t>
            </a:r>
          </a:p>
        </p:txBody>
      </p:sp>
      <p:sp>
        <p:nvSpPr>
          <p:cNvPr id="23" name="Text Placeholder 4">
            <a:extLst>
              <a:ext uri="{FF2B5EF4-FFF2-40B4-BE49-F238E27FC236}">
                <a16:creationId xmlns:a16="http://schemas.microsoft.com/office/drawing/2014/main" id="{9F436F58-0423-3245-AF5B-9261955C0912}"/>
              </a:ext>
            </a:extLst>
          </p:cNvPr>
          <p:cNvSpPr>
            <a:spLocks noGrp="1"/>
          </p:cNvSpPr>
          <p:nvPr>
            <p:ph type="body" sz="quarter" idx="22" hasCustomPrompt="1"/>
          </p:nvPr>
        </p:nvSpPr>
        <p:spPr>
          <a:xfrm>
            <a:off x="9424924" y="2659099"/>
            <a:ext cx="1809134" cy="1043279"/>
          </a:xfrm>
        </p:spPr>
        <p:txBody>
          <a:bodyPr>
            <a:noAutofit/>
          </a:bodyPr>
          <a:lstStyle>
            <a:lvl1pPr>
              <a:defRPr sz="7200" b="0" i="0" spc="0" baseline="0">
                <a:solidFill>
                  <a:schemeClr val="accent1"/>
                </a:solidFill>
                <a:latin typeface="+mn-lt"/>
              </a:defRPr>
            </a:lvl1pPr>
            <a:lvl2pPr>
              <a:defRPr sz="10000" b="0" i="0">
                <a:latin typeface="Ford Antenna Light" panose="02000505000000020004" pitchFamily="2" charset="0"/>
              </a:defRPr>
            </a:lvl2pPr>
            <a:lvl3pPr>
              <a:defRPr sz="10000" b="0" i="0">
                <a:latin typeface="Ford Antenna Light" panose="02000505000000020004" pitchFamily="2" charset="0"/>
              </a:defRPr>
            </a:lvl3pPr>
            <a:lvl4pPr>
              <a:defRPr sz="10000" b="0" i="0">
                <a:latin typeface="Ford Antenna Light" panose="02000505000000020004" pitchFamily="2" charset="0"/>
              </a:defRPr>
            </a:lvl4pPr>
            <a:lvl5pPr>
              <a:defRPr sz="10000" b="0" i="0">
                <a:latin typeface="Ford Antenna Light" panose="02000505000000020004" pitchFamily="2" charset="0"/>
              </a:defRPr>
            </a:lvl5pPr>
          </a:lstStyle>
          <a:p>
            <a:pPr lvl="0"/>
            <a:r>
              <a:rPr lang="en-US" dirty="0"/>
              <a:t>04</a:t>
            </a:r>
          </a:p>
        </p:txBody>
      </p:sp>
      <p:sp>
        <p:nvSpPr>
          <p:cNvPr id="2" name="Title 1"/>
          <p:cNvSpPr>
            <a:spLocks noGrp="1"/>
          </p:cNvSpPr>
          <p:nvPr>
            <p:ph type="title"/>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0"/>
            <a:ext cx="498894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2" name="Text Placeholder 38">
            <a:extLst>
              <a:ext uri="{FF2B5EF4-FFF2-40B4-BE49-F238E27FC236}">
                <a16:creationId xmlns:a16="http://schemas.microsoft.com/office/drawing/2014/main" id="{16E527E8-D863-0E4F-B7F6-40B77A53A728}"/>
              </a:ext>
            </a:extLst>
          </p:cNvPr>
          <p:cNvSpPr>
            <a:spLocks noGrp="1"/>
          </p:cNvSpPr>
          <p:nvPr>
            <p:ph type="body" sz="quarter" idx="16"/>
          </p:nvPr>
        </p:nvSpPr>
        <p:spPr>
          <a:xfrm>
            <a:off x="374904" y="1261872"/>
            <a:ext cx="10515600"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5" name="Slide Number Placeholder 5">
            <a:extLst>
              <a:ext uri="{FF2B5EF4-FFF2-40B4-BE49-F238E27FC236}">
                <a16:creationId xmlns:a16="http://schemas.microsoft.com/office/drawing/2014/main" id="{60E407E3-FAF1-4143-88DC-1800D625E305}"/>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837647454"/>
      </p:ext>
    </p:extLst>
  </p:cSld>
  <p:clrMapOvr>
    <a:masterClrMapping/>
  </p:clrMapOvr>
  <p:extLst>
    <p:ext uri="{DCECCB84-F9BA-43D5-87BE-67443E8EF086}">
      <p15:sldGuideLst xmlns:p15="http://schemas.microsoft.com/office/powerpoint/2012/main">
        <p15:guide id="1" orient="horz" pos="2160">
          <p15:clr>
            <a:srgbClr val="FBAE40"/>
          </p15:clr>
        </p15:guide>
        <p15:guide id="2" pos="6048" userDrawn="1">
          <p15:clr>
            <a:srgbClr val="FBAE40"/>
          </p15:clr>
        </p15:guide>
        <p15:guide id="3" orient="horz" pos="3792">
          <p15:clr>
            <a:srgbClr val="FBAE40"/>
          </p15:clr>
        </p15:guide>
        <p15:guide id="4" orient="horz" pos="4045">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column-Icons">
    <p:spTree>
      <p:nvGrpSpPr>
        <p:cNvPr id="1" name=""/>
        <p:cNvGrpSpPr/>
        <p:nvPr/>
      </p:nvGrpSpPr>
      <p:grpSpPr>
        <a:xfrm>
          <a:off x="0" y="0"/>
          <a:ext cx="0" cy="0"/>
          <a:chOff x="0" y="0"/>
          <a:chExt cx="0" cy="0"/>
        </a:xfrm>
      </p:grpSpPr>
      <p:sp>
        <p:nvSpPr>
          <p:cNvPr id="29" name="Picture Placeholder 27">
            <a:extLst>
              <a:ext uri="{FF2B5EF4-FFF2-40B4-BE49-F238E27FC236}">
                <a16:creationId xmlns:a16="http://schemas.microsoft.com/office/drawing/2014/main" id="{BE0E0EBC-3886-9EF0-DD88-9291802844AD}"/>
              </a:ext>
            </a:extLst>
          </p:cNvPr>
          <p:cNvSpPr>
            <a:spLocks noGrp="1"/>
          </p:cNvSpPr>
          <p:nvPr>
            <p:ph type="pic" sz="quarter" idx="20"/>
          </p:nvPr>
        </p:nvSpPr>
        <p:spPr>
          <a:xfrm>
            <a:off x="4190297" y="2630707"/>
            <a:ext cx="869941" cy="869938"/>
          </a:xfrm>
          <a:noFill/>
        </p:spPr>
        <p:txBody>
          <a:bodyPr>
            <a:normAutofit/>
          </a:bodyPr>
          <a:lstStyle>
            <a:lvl1pPr>
              <a:defRPr sz="1100">
                <a:latin typeface="Avenir Next" panose="020B0503020202020204" pitchFamily="34" charset="0"/>
              </a:defRPr>
            </a:lvl1pPr>
          </a:lstStyle>
          <a:p>
            <a:endParaRPr lang="en-US" dirty="0"/>
          </a:p>
        </p:txBody>
      </p:sp>
      <p:sp>
        <p:nvSpPr>
          <p:cNvPr id="28" name="Picture Placeholder 27">
            <a:extLst>
              <a:ext uri="{FF2B5EF4-FFF2-40B4-BE49-F238E27FC236}">
                <a16:creationId xmlns:a16="http://schemas.microsoft.com/office/drawing/2014/main" id="{43FB68AB-3A29-80A6-8B0E-EE129CF01FE1}"/>
              </a:ext>
            </a:extLst>
          </p:cNvPr>
          <p:cNvSpPr>
            <a:spLocks noGrp="1"/>
          </p:cNvSpPr>
          <p:nvPr>
            <p:ph type="pic" sz="quarter" idx="19"/>
          </p:nvPr>
        </p:nvSpPr>
        <p:spPr>
          <a:xfrm>
            <a:off x="1088283" y="2630707"/>
            <a:ext cx="869941" cy="869938"/>
          </a:xfrm>
          <a:noFill/>
        </p:spPr>
        <p:txBody>
          <a:bodyPr>
            <a:normAutofit/>
          </a:bodyPr>
          <a:lstStyle>
            <a:lvl1pPr>
              <a:defRPr sz="1100">
                <a:latin typeface="Avenir Next" panose="020B0503020202020204" pitchFamily="34" charset="0"/>
              </a:defRPr>
            </a:lvl1pPr>
          </a:lstStyle>
          <a:p>
            <a:endParaRPr lang="en-US" dirty="0"/>
          </a:p>
        </p:txBody>
      </p:sp>
      <p:sp>
        <p:nvSpPr>
          <p:cNvPr id="2" name="Title 1"/>
          <p:cNvSpPr>
            <a:spLocks noGrp="1"/>
          </p:cNvSpPr>
          <p:nvPr>
            <p:ph type="title"/>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0"/>
            <a:ext cx="498894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2" name="Text Placeholder 38">
            <a:extLst>
              <a:ext uri="{FF2B5EF4-FFF2-40B4-BE49-F238E27FC236}">
                <a16:creationId xmlns:a16="http://schemas.microsoft.com/office/drawing/2014/main" id="{16E527E8-D863-0E4F-B7F6-40B77A53A728}"/>
              </a:ext>
            </a:extLst>
          </p:cNvPr>
          <p:cNvSpPr>
            <a:spLocks noGrp="1"/>
          </p:cNvSpPr>
          <p:nvPr>
            <p:ph type="body" sz="quarter" idx="16"/>
          </p:nvPr>
        </p:nvSpPr>
        <p:spPr>
          <a:xfrm>
            <a:off x="374904" y="1261872"/>
            <a:ext cx="10515600" cy="685801"/>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30" name="Picture Placeholder 27">
            <a:extLst>
              <a:ext uri="{FF2B5EF4-FFF2-40B4-BE49-F238E27FC236}">
                <a16:creationId xmlns:a16="http://schemas.microsoft.com/office/drawing/2014/main" id="{8499464B-874B-802D-8A4B-32526ED1CE7C}"/>
              </a:ext>
            </a:extLst>
          </p:cNvPr>
          <p:cNvSpPr>
            <a:spLocks noGrp="1"/>
          </p:cNvSpPr>
          <p:nvPr>
            <p:ph type="pic" sz="quarter" idx="21"/>
          </p:nvPr>
        </p:nvSpPr>
        <p:spPr>
          <a:xfrm>
            <a:off x="7118690" y="2630707"/>
            <a:ext cx="869941" cy="869938"/>
          </a:xfrm>
          <a:noFill/>
        </p:spPr>
        <p:txBody>
          <a:bodyPr>
            <a:normAutofit/>
          </a:bodyPr>
          <a:lstStyle>
            <a:lvl1pPr>
              <a:defRPr sz="1100">
                <a:latin typeface="Avenir Next" panose="020B0503020202020204" pitchFamily="34" charset="0"/>
              </a:defRPr>
            </a:lvl1pPr>
          </a:lstStyle>
          <a:p>
            <a:endParaRPr lang="en-US" dirty="0"/>
          </a:p>
        </p:txBody>
      </p:sp>
      <p:sp>
        <p:nvSpPr>
          <p:cNvPr id="31" name="Picture Placeholder 27">
            <a:extLst>
              <a:ext uri="{FF2B5EF4-FFF2-40B4-BE49-F238E27FC236}">
                <a16:creationId xmlns:a16="http://schemas.microsoft.com/office/drawing/2014/main" id="{9CF229FE-6488-48BA-DA2E-82361B61DAF1}"/>
              </a:ext>
            </a:extLst>
          </p:cNvPr>
          <p:cNvSpPr>
            <a:spLocks noGrp="1"/>
          </p:cNvSpPr>
          <p:nvPr>
            <p:ph type="pic" sz="quarter" idx="22"/>
          </p:nvPr>
        </p:nvSpPr>
        <p:spPr>
          <a:xfrm>
            <a:off x="10267003" y="2630707"/>
            <a:ext cx="869941" cy="869938"/>
          </a:xfrm>
          <a:noFill/>
        </p:spPr>
        <p:txBody>
          <a:bodyPr>
            <a:normAutofit/>
          </a:bodyPr>
          <a:lstStyle>
            <a:lvl1pPr>
              <a:defRPr sz="1100">
                <a:latin typeface="Avenir Next" panose="020B0503020202020204" pitchFamily="34" charset="0"/>
              </a:defRPr>
            </a:lvl1pPr>
          </a:lstStyle>
          <a:p>
            <a:endParaRPr lang="en-US" dirty="0"/>
          </a:p>
        </p:txBody>
      </p:sp>
      <p:sp>
        <p:nvSpPr>
          <p:cNvPr id="35" name="Text Placeholder 34">
            <a:extLst>
              <a:ext uri="{FF2B5EF4-FFF2-40B4-BE49-F238E27FC236}">
                <a16:creationId xmlns:a16="http://schemas.microsoft.com/office/drawing/2014/main" id="{591639CB-4489-62DA-7A0C-290A92BA1080}"/>
              </a:ext>
            </a:extLst>
          </p:cNvPr>
          <p:cNvSpPr>
            <a:spLocks noGrp="1"/>
          </p:cNvSpPr>
          <p:nvPr>
            <p:ph type="body" sz="quarter" idx="23"/>
          </p:nvPr>
        </p:nvSpPr>
        <p:spPr>
          <a:xfrm>
            <a:off x="351475" y="3622328"/>
            <a:ext cx="2343556" cy="198804"/>
          </a:xfrm>
        </p:spPr>
        <p:txBody>
          <a:bodyPr>
            <a:noAutofit/>
          </a:bodyPr>
          <a:lstStyle>
            <a:lvl1pPr algn="ctr">
              <a:defRPr sz="1000" spc="40" baseline="0">
                <a:solidFill>
                  <a:schemeClr val="accent1"/>
                </a:solidFill>
                <a:latin typeface="+mn-lt"/>
              </a:defRPr>
            </a:lvl1pPr>
            <a:lvl2pPr>
              <a:defRPr sz="1000"/>
            </a:lvl2pPr>
            <a:lvl3pPr>
              <a:defRPr sz="1000"/>
            </a:lvl3pPr>
            <a:lvl4pPr>
              <a:defRPr sz="1000"/>
            </a:lvl4pPr>
            <a:lvl5pPr>
              <a:defRPr sz="1000"/>
            </a:lvl5pPr>
          </a:lstStyle>
          <a:p>
            <a:pPr lvl="0"/>
            <a:r>
              <a:rPr lang="en-US" dirty="0"/>
              <a:t>Click to edit Master text styles</a:t>
            </a:r>
          </a:p>
        </p:txBody>
      </p:sp>
      <p:sp>
        <p:nvSpPr>
          <p:cNvPr id="37" name="Text Placeholder 36">
            <a:extLst>
              <a:ext uri="{FF2B5EF4-FFF2-40B4-BE49-F238E27FC236}">
                <a16:creationId xmlns:a16="http://schemas.microsoft.com/office/drawing/2014/main" id="{9469E976-9C22-4536-C065-4379EEAA6056}"/>
              </a:ext>
            </a:extLst>
          </p:cNvPr>
          <p:cNvSpPr>
            <a:spLocks noGrp="1"/>
          </p:cNvSpPr>
          <p:nvPr>
            <p:ph type="body" sz="quarter" idx="24" hasCustomPrompt="1"/>
          </p:nvPr>
        </p:nvSpPr>
        <p:spPr>
          <a:xfrm>
            <a:off x="340973" y="4000499"/>
            <a:ext cx="2364560" cy="1840127"/>
          </a:xfrm>
        </p:spPr>
        <p:txBody>
          <a:bodyPr>
            <a:normAutofit/>
          </a:bodyPr>
          <a:lstStyle>
            <a:lvl1pPr algn="ctr">
              <a:defRPr sz="1200" spc="0" baseline="0">
                <a:latin typeface="+mn-lt"/>
              </a:defRPr>
            </a:lvl1pPr>
          </a:lstStyle>
          <a:p>
            <a:pPr algn="ctr"/>
            <a:r>
              <a:rPr lang="en-US" sz="1200" baseline="0" dirty="0"/>
              <a:t>Body copy. Lorem ipsum dolor sit </a:t>
            </a:r>
            <a:r>
              <a:rPr lang="en-US" sz="1200" baseline="0" dirty="0" err="1"/>
              <a:t>amet</a:t>
            </a:r>
            <a:r>
              <a:rPr lang="en-US" sz="1200" baseline="0" dirty="0"/>
              <a:t>, </a:t>
            </a:r>
            <a:r>
              <a:rPr lang="en-US" sz="1200" baseline="0" dirty="0" err="1"/>
              <a:t>consec</a:t>
            </a:r>
            <a:r>
              <a:rPr lang="en-US" sz="1200" baseline="0" dirty="0"/>
              <a:t> </a:t>
            </a:r>
            <a:r>
              <a:rPr lang="en-US" sz="1200" baseline="0" dirty="0" err="1"/>
              <a:t>adipiscing</a:t>
            </a:r>
            <a:r>
              <a:rPr lang="en-US" sz="1200" baseline="0" dirty="0"/>
              <a:t> </a:t>
            </a:r>
            <a:r>
              <a:rPr lang="en-US" sz="1200" baseline="0" dirty="0" err="1"/>
              <a:t>elit</a:t>
            </a:r>
            <a:r>
              <a:rPr lang="en-US" sz="1200" baseline="0" dirty="0"/>
              <a:t>. </a:t>
            </a:r>
          </a:p>
          <a:p>
            <a:pPr algn="ctr"/>
            <a:endParaRPr lang="en-US" sz="1200" baseline="0" dirty="0"/>
          </a:p>
        </p:txBody>
      </p:sp>
      <p:sp>
        <p:nvSpPr>
          <p:cNvPr id="38" name="Text Placeholder 34">
            <a:extLst>
              <a:ext uri="{FF2B5EF4-FFF2-40B4-BE49-F238E27FC236}">
                <a16:creationId xmlns:a16="http://schemas.microsoft.com/office/drawing/2014/main" id="{03F4C52B-A433-C4E4-2DA3-27646DDBF002}"/>
              </a:ext>
            </a:extLst>
          </p:cNvPr>
          <p:cNvSpPr>
            <a:spLocks noGrp="1"/>
          </p:cNvSpPr>
          <p:nvPr>
            <p:ph type="body" sz="quarter" idx="25"/>
          </p:nvPr>
        </p:nvSpPr>
        <p:spPr>
          <a:xfrm>
            <a:off x="3453489" y="3622328"/>
            <a:ext cx="2343556" cy="198804"/>
          </a:xfrm>
        </p:spPr>
        <p:txBody>
          <a:bodyPr>
            <a:noAutofit/>
          </a:bodyPr>
          <a:lstStyle>
            <a:lvl1pPr algn="ctr">
              <a:defRPr sz="1000" spc="40" baseline="0">
                <a:solidFill>
                  <a:schemeClr val="accent1"/>
                </a:solidFill>
                <a:latin typeface="+mn-lt"/>
              </a:defRPr>
            </a:lvl1pPr>
            <a:lvl2pPr>
              <a:defRPr sz="1000"/>
            </a:lvl2pPr>
            <a:lvl3pPr>
              <a:defRPr sz="1000"/>
            </a:lvl3pPr>
            <a:lvl4pPr>
              <a:defRPr sz="1000"/>
            </a:lvl4pPr>
            <a:lvl5pPr>
              <a:defRPr sz="1000"/>
            </a:lvl5pPr>
          </a:lstStyle>
          <a:p>
            <a:pPr lvl="0"/>
            <a:r>
              <a:rPr lang="en-US" dirty="0"/>
              <a:t>Click to edit Master text styles</a:t>
            </a:r>
          </a:p>
        </p:txBody>
      </p:sp>
      <p:sp>
        <p:nvSpPr>
          <p:cNvPr id="39" name="Text Placeholder 36">
            <a:extLst>
              <a:ext uri="{FF2B5EF4-FFF2-40B4-BE49-F238E27FC236}">
                <a16:creationId xmlns:a16="http://schemas.microsoft.com/office/drawing/2014/main" id="{0AD240DB-4345-8D20-63DE-15E531C134F9}"/>
              </a:ext>
            </a:extLst>
          </p:cNvPr>
          <p:cNvSpPr>
            <a:spLocks noGrp="1"/>
          </p:cNvSpPr>
          <p:nvPr>
            <p:ph type="body" sz="quarter" idx="26" hasCustomPrompt="1"/>
          </p:nvPr>
        </p:nvSpPr>
        <p:spPr>
          <a:xfrm>
            <a:off x="3442987" y="4000499"/>
            <a:ext cx="2364560" cy="1840127"/>
          </a:xfrm>
        </p:spPr>
        <p:txBody>
          <a:bodyPr>
            <a:normAutofit/>
          </a:bodyPr>
          <a:lstStyle>
            <a:lvl1pPr algn="ctr">
              <a:defRPr sz="1200" spc="0" baseline="0">
                <a:latin typeface="+mn-lt"/>
              </a:defRPr>
            </a:lvl1pPr>
          </a:lstStyle>
          <a:p>
            <a:pPr algn="ctr"/>
            <a:r>
              <a:rPr lang="en-US" sz="1200" baseline="0" dirty="0"/>
              <a:t>Body copy. Lorem ipsum dolor sit </a:t>
            </a:r>
            <a:r>
              <a:rPr lang="en-US" sz="1200" baseline="0" dirty="0" err="1"/>
              <a:t>amet</a:t>
            </a:r>
            <a:r>
              <a:rPr lang="en-US" sz="1200" baseline="0" dirty="0"/>
              <a:t>, </a:t>
            </a:r>
            <a:r>
              <a:rPr lang="en-US" sz="1200" baseline="0" dirty="0" err="1"/>
              <a:t>consec</a:t>
            </a:r>
            <a:r>
              <a:rPr lang="en-US" sz="1200" baseline="0" dirty="0"/>
              <a:t> </a:t>
            </a:r>
            <a:r>
              <a:rPr lang="en-US" sz="1200" baseline="0" dirty="0" err="1"/>
              <a:t>adipiscing</a:t>
            </a:r>
            <a:r>
              <a:rPr lang="en-US" sz="1200" baseline="0" dirty="0"/>
              <a:t> </a:t>
            </a:r>
            <a:r>
              <a:rPr lang="en-US" sz="1200" baseline="0" dirty="0" err="1"/>
              <a:t>elit</a:t>
            </a:r>
            <a:r>
              <a:rPr lang="en-US" sz="1200" baseline="0" dirty="0"/>
              <a:t>. </a:t>
            </a:r>
          </a:p>
          <a:p>
            <a:pPr algn="ctr"/>
            <a:endParaRPr lang="en-US" sz="1200" baseline="0" dirty="0"/>
          </a:p>
        </p:txBody>
      </p:sp>
      <p:sp>
        <p:nvSpPr>
          <p:cNvPr id="40" name="Text Placeholder 34">
            <a:extLst>
              <a:ext uri="{FF2B5EF4-FFF2-40B4-BE49-F238E27FC236}">
                <a16:creationId xmlns:a16="http://schemas.microsoft.com/office/drawing/2014/main" id="{B204A7FB-297F-0B35-16C6-B5720A68B92E}"/>
              </a:ext>
            </a:extLst>
          </p:cNvPr>
          <p:cNvSpPr>
            <a:spLocks noGrp="1"/>
          </p:cNvSpPr>
          <p:nvPr>
            <p:ph type="body" sz="quarter" idx="27"/>
          </p:nvPr>
        </p:nvSpPr>
        <p:spPr>
          <a:xfrm>
            <a:off x="6381882" y="3622328"/>
            <a:ext cx="2343556" cy="198804"/>
          </a:xfrm>
        </p:spPr>
        <p:txBody>
          <a:bodyPr>
            <a:noAutofit/>
          </a:bodyPr>
          <a:lstStyle>
            <a:lvl1pPr algn="ctr">
              <a:defRPr sz="1000" spc="40" baseline="0">
                <a:solidFill>
                  <a:schemeClr val="accent1"/>
                </a:solidFill>
                <a:latin typeface="+mn-lt"/>
              </a:defRPr>
            </a:lvl1pPr>
            <a:lvl2pPr>
              <a:defRPr sz="1000"/>
            </a:lvl2pPr>
            <a:lvl3pPr>
              <a:defRPr sz="1000"/>
            </a:lvl3pPr>
            <a:lvl4pPr>
              <a:defRPr sz="1000"/>
            </a:lvl4pPr>
            <a:lvl5pPr>
              <a:defRPr sz="1000"/>
            </a:lvl5pPr>
          </a:lstStyle>
          <a:p>
            <a:pPr lvl="0"/>
            <a:r>
              <a:rPr lang="en-US" dirty="0"/>
              <a:t>Click to edit Master text styles</a:t>
            </a:r>
          </a:p>
        </p:txBody>
      </p:sp>
      <p:sp>
        <p:nvSpPr>
          <p:cNvPr id="41" name="Text Placeholder 36">
            <a:extLst>
              <a:ext uri="{FF2B5EF4-FFF2-40B4-BE49-F238E27FC236}">
                <a16:creationId xmlns:a16="http://schemas.microsoft.com/office/drawing/2014/main" id="{4C36607D-C527-0351-7CF2-7FAE986FD941}"/>
              </a:ext>
            </a:extLst>
          </p:cNvPr>
          <p:cNvSpPr>
            <a:spLocks noGrp="1"/>
          </p:cNvSpPr>
          <p:nvPr>
            <p:ph type="body" sz="quarter" idx="28" hasCustomPrompt="1"/>
          </p:nvPr>
        </p:nvSpPr>
        <p:spPr>
          <a:xfrm>
            <a:off x="6371380" y="4000499"/>
            <a:ext cx="2364560" cy="1840127"/>
          </a:xfrm>
        </p:spPr>
        <p:txBody>
          <a:bodyPr>
            <a:normAutofit/>
          </a:bodyPr>
          <a:lstStyle>
            <a:lvl1pPr algn="ctr">
              <a:defRPr sz="1200" spc="0" baseline="0">
                <a:latin typeface="+mn-lt"/>
              </a:defRPr>
            </a:lvl1pPr>
          </a:lstStyle>
          <a:p>
            <a:pPr algn="ctr"/>
            <a:r>
              <a:rPr lang="en-US" sz="1200" baseline="0" dirty="0"/>
              <a:t>Body copy. Lorem ipsum dolor sit </a:t>
            </a:r>
            <a:r>
              <a:rPr lang="en-US" sz="1200" baseline="0" dirty="0" err="1"/>
              <a:t>amet</a:t>
            </a:r>
            <a:r>
              <a:rPr lang="en-US" sz="1200" baseline="0" dirty="0"/>
              <a:t>, </a:t>
            </a:r>
            <a:r>
              <a:rPr lang="en-US" sz="1200" baseline="0" dirty="0" err="1"/>
              <a:t>consec</a:t>
            </a:r>
            <a:r>
              <a:rPr lang="en-US" sz="1200" baseline="0" dirty="0"/>
              <a:t> </a:t>
            </a:r>
            <a:r>
              <a:rPr lang="en-US" sz="1200" baseline="0" dirty="0" err="1"/>
              <a:t>adipiscing</a:t>
            </a:r>
            <a:r>
              <a:rPr lang="en-US" sz="1200" baseline="0" dirty="0"/>
              <a:t> </a:t>
            </a:r>
            <a:r>
              <a:rPr lang="en-US" sz="1200" baseline="0" dirty="0" err="1"/>
              <a:t>elit</a:t>
            </a:r>
            <a:r>
              <a:rPr lang="en-US" sz="1200" baseline="0" dirty="0"/>
              <a:t>. </a:t>
            </a:r>
          </a:p>
          <a:p>
            <a:pPr algn="ctr"/>
            <a:endParaRPr lang="en-US" sz="1200" baseline="0" dirty="0"/>
          </a:p>
        </p:txBody>
      </p:sp>
      <p:sp>
        <p:nvSpPr>
          <p:cNvPr id="42" name="Text Placeholder 34">
            <a:extLst>
              <a:ext uri="{FF2B5EF4-FFF2-40B4-BE49-F238E27FC236}">
                <a16:creationId xmlns:a16="http://schemas.microsoft.com/office/drawing/2014/main" id="{159264D6-D76D-8FD7-733E-8F7B3D18525C}"/>
              </a:ext>
            </a:extLst>
          </p:cNvPr>
          <p:cNvSpPr>
            <a:spLocks noGrp="1"/>
          </p:cNvSpPr>
          <p:nvPr>
            <p:ph type="body" sz="quarter" idx="29"/>
          </p:nvPr>
        </p:nvSpPr>
        <p:spPr>
          <a:xfrm>
            <a:off x="9530195" y="3622328"/>
            <a:ext cx="2343556" cy="198804"/>
          </a:xfrm>
        </p:spPr>
        <p:txBody>
          <a:bodyPr>
            <a:noAutofit/>
          </a:bodyPr>
          <a:lstStyle>
            <a:lvl1pPr algn="ctr">
              <a:defRPr sz="1000" spc="40" baseline="0">
                <a:solidFill>
                  <a:schemeClr val="accent1"/>
                </a:solidFill>
                <a:latin typeface="+mn-lt"/>
              </a:defRPr>
            </a:lvl1pPr>
            <a:lvl2pPr>
              <a:defRPr sz="1000"/>
            </a:lvl2pPr>
            <a:lvl3pPr>
              <a:defRPr sz="1000"/>
            </a:lvl3pPr>
            <a:lvl4pPr>
              <a:defRPr sz="1000"/>
            </a:lvl4pPr>
            <a:lvl5pPr>
              <a:defRPr sz="1000"/>
            </a:lvl5pPr>
          </a:lstStyle>
          <a:p>
            <a:pPr lvl="0"/>
            <a:r>
              <a:rPr lang="en-US" dirty="0"/>
              <a:t>Click to edit Master text styles</a:t>
            </a:r>
          </a:p>
        </p:txBody>
      </p:sp>
      <p:sp>
        <p:nvSpPr>
          <p:cNvPr id="43" name="Text Placeholder 36">
            <a:extLst>
              <a:ext uri="{FF2B5EF4-FFF2-40B4-BE49-F238E27FC236}">
                <a16:creationId xmlns:a16="http://schemas.microsoft.com/office/drawing/2014/main" id="{17E4FA82-05A7-C3C6-C39F-6BCFBFB5E0E4}"/>
              </a:ext>
            </a:extLst>
          </p:cNvPr>
          <p:cNvSpPr>
            <a:spLocks noGrp="1"/>
          </p:cNvSpPr>
          <p:nvPr>
            <p:ph type="body" sz="quarter" idx="30" hasCustomPrompt="1"/>
          </p:nvPr>
        </p:nvSpPr>
        <p:spPr>
          <a:xfrm>
            <a:off x="9519693" y="4000499"/>
            <a:ext cx="2364560" cy="1840127"/>
          </a:xfrm>
        </p:spPr>
        <p:txBody>
          <a:bodyPr>
            <a:normAutofit/>
          </a:bodyPr>
          <a:lstStyle>
            <a:lvl1pPr algn="ctr">
              <a:defRPr sz="1200" spc="0" baseline="0">
                <a:latin typeface="+mn-lt"/>
              </a:defRPr>
            </a:lvl1pPr>
          </a:lstStyle>
          <a:p>
            <a:pPr algn="ctr"/>
            <a:r>
              <a:rPr lang="en-US" sz="1200" baseline="0" dirty="0"/>
              <a:t>Body copy. Lorem ipsum dolor sit </a:t>
            </a:r>
            <a:r>
              <a:rPr lang="en-US" sz="1200" baseline="0" dirty="0" err="1"/>
              <a:t>amet</a:t>
            </a:r>
            <a:r>
              <a:rPr lang="en-US" sz="1200" baseline="0" dirty="0"/>
              <a:t>, </a:t>
            </a:r>
            <a:r>
              <a:rPr lang="en-US" sz="1200" baseline="0" dirty="0" err="1"/>
              <a:t>consec</a:t>
            </a:r>
            <a:r>
              <a:rPr lang="en-US" sz="1200" baseline="0" dirty="0"/>
              <a:t> </a:t>
            </a:r>
            <a:r>
              <a:rPr lang="en-US" sz="1200" baseline="0" dirty="0" err="1"/>
              <a:t>adipiscing</a:t>
            </a:r>
            <a:r>
              <a:rPr lang="en-US" sz="1200" baseline="0" dirty="0"/>
              <a:t> </a:t>
            </a:r>
            <a:r>
              <a:rPr lang="en-US" sz="1200" baseline="0" dirty="0" err="1"/>
              <a:t>elit</a:t>
            </a:r>
            <a:r>
              <a:rPr lang="en-US" sz="1200" baseline="0" dirty="0"/>
              <a:t>. </a:t>
            </a:r>
          </a:p>
          <a:p>
            <a:pPr algn="ctr"/>
            <a:endParaRPr lang="en-US" sz="1200" baseline="0" dirty="0"/>
          </a:p>
        </p:txBody>
      </p:sp>
      <p:sp>
        <p:nvSpPr>
          <p:cNvPr id="19" name="Slide Number Placeholder 5">
            <a:extLst>
              <a:ext uri="{FF2B5EF4-FFF2-40B4-BE49-F238E27FC236}">
                <a16:creationId xmlns:a16="http://schemas.microsoft.com/office/drawing/2014/main" id="{E14F579C-6CF0-41A7-B488-F61E6ED6303A}"/>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50159703"/>
      </p:ext>
    </p:extLst>
  </p:cSld>
  <p:clrMapOvr>
    <a:masterClrMapping/>
  </p:clrMapOvr>
  <p:extLst>
    <p:ext uri="{DCECCB84-F9BA-43D5-87BE-67443E8EF086}">
      <p15:sldGuideLst xmlns:p15="http://schemas.microsoft.com/office/powerpoint/2012/main">
        <p15:guide id="1" orient="horz" pos="2160">
          <p15:clr>
            <a:srgbClr val="FBAE40"/>
          </p15:clr>
        </p15:guide>
        <p15:guide id="2" pos="6048" userDrawn="1">
          <p15:clr>
            <a:srgbClr val="FBAE40"/>
          </p15:clr>
        </p15:guide>
        <p15:guide id="3" orient="horz" pos="3792">
          <p15:clr>
            <a:srgbClr val="FBAE40"/>
          </p15:clr>
        </p15:guide>
        <p15:guide id="4" orient="horz" pos="4045">
          <p15:clr>
            <a:srgbClr val="FBAE40"/>
          </p15:clr>
        </p15:guide>
        <p15:guide id="5" orient="horz" pos="412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Now Near Fa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9EB4F2-4492-FB43-213C-A14B49B05E95}"/>
              </a:ext>
            </a:extLst>
          </p:cNvPr>
          <p:cNvSpPr/>
          <p:nvPr userDrawn="1"/>
        </p:nvSpPr>
        <p:spPr>
          <a:xfrm>
            <a:off x="4064000" y="1"/>
            <a:ext cx="4064000"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solidFill>
                <a:schemeClr val="tx1"/>
              </a:solidFill>
              <a:latin typeface="Avenir Next" panose="020B0503020202020204" pitchFamily="34" charset="0"/>
            </a:endParaRPr>
          </a:p>
        </p:txBody>
      </p:sp>
      <p:sp>
        <p:nvSpPr>
          <p:cNvPr id="6" name="Text Placeholder 5">
            <a:extLst>
              <a:ext uri="{FF2B5EF4-FFF2-40B4-BE49-F238E27FC236}">
                <a16:creationId xmlns:a16="http://schemas.microsoft.com/office/drawing/2014/main" id="{E6312E81-DBEB-0943-A804-A28C8E3ED66F}"/>
              </a:ext>
            </a:extLst>
          </p:cNvPr>
          <p:cNvSpPr>
            <a:spLocks noGrp="1"/>
          </p:cNvSpPr>
          <p:nvPr>
            <p:ph type="body" sz="quarter" idx="34"/>
          </p:nvPr>
        </p:nvSpPr>
        <p:spPr>
          <a:xfrm>
            <a:off x="8484139" y="3878838"/>
            <a:ext cx="3371416" cy="2376445"/>
          </a:xfrm>
          <a:prstGeom prst="roundRect">
            <a:avLst>
              <a:gd name="adj" fmla="val 3710"/>
            </a:avLst>
          </a:prstGeom>
          <a:solidFill>
            <a:schemeClr val="bg1"/>
          </a:solidFill>
          <a:ln w="28575">
            <a:noFill/>
            <a:miter lim="800000"/>
          </a:ln>
          <a:effectLst>
            <a:outerShdw blurRad="166588" sx="102000" sy="102000" algn="ctr" rotWithShape="0">
              <a:prstClr val="black">
                <a:alpha val="20000"/>
              </a:prstClr>
            </a:outerShdw>
          </a:effectLst>
        </p:spPr>
        <p:txBody>
          <a:bodyPr lIns="182880" anchor="ctr">
            <a:noAutofit/>
          </a:bodyPr>
          <a:lstStyle>
            <a:lvl1pPr>
              <a:lnSpc>
                <a:spcPct val="100000"/>
              </a:lnSpc>
              <a:defRPr sz="1900" b="0" i="0" spc="0">
                <a:solidFill>
                  <a:schemeClr val="tx1"/>
                </a:solidFill>
                <a:latin typeface="+mn-lt"/>
              </a:defRPr>
            </a:lvl1pPr>
          </a:lstStyle>
          <a:p>
            <a:pPr lvl="0"/>
            <a:r>
              <a:rPr lang="en-US" dirty="0"/>
              <a:t>Click to edit Master text styles</a:t>
            </a:r>
          </a:p>
        </p:txBody>
      </p:sp>
      <p:sp>
        <p:nvSpPr>
          <p:cNvPr id="35" name="Text Placeholder 38">
            <a:extLst>
              <a:ext uri="{FF2B5EF4-FFF2-40B4-BE49-F238E27FC236}">
                <a16:creationId xmlns:a16="http://schemas.microsoft.com/office/drawing/2014/main" id="{46FB8C5C-80B8-BD40-B4CE-8A23B3636141}"/>
              </a:ext>
            </a:extLst>
          </p:cNvPr>
          <p:cNvSpPr>
            <a:spLocks noGrp="1"/>
          </p:cNvSpPr>
          <p:nvPr>
            <p:ph type="body" sz="quarter" idx="19" hasCustomPrompt="1"/>
          </p:nvPr>
        </p:nvSpPr>
        <p:spPr>
          <a:xfrm>
            <a:off x="8415628" y="893484"/>
            <a:ext cx="3492908" cy="416143"/>
          </a:xfrm>
        </p:spPr>
        <p:txBody>
          <a:bodyPr>
            <a:noAutofit/>
          </a:bodyPr>
          <a:lstStyle>
            <a:lvl1pPr>
              <a:defRPr lang="en-US" sz="1400" b="0" i="0" kern="1200" spc="100" baseline="0" dirty="0">
                <a:solidFill>
                  <a:schemeClr val="accent1"/>
                </a:solidFill>
                <a:latin typeface="+mn-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Far</a:t>
            </a:r>
          </a:p>
        </p:txBody>
      </p:sp>
      <p:sp>
        <p:nvSpPr>
          <p:cNvPr id="34" name="Text Placeholder 38">
            <a:extLst>
              <a:ext uri="{FF2B5EF4-FFF2-40B4-BE49-F238E27FC236}">
                <a16:creationId xmlns:a16="http://schemas.microsoft.com/office/drawing/2014/main" id="{5DAC1CDD-5D48-FB48-95AB-5B748E352D0F}"/>
              </a:ext>
            </a:extLst>
          </p:cNvPr>
          <p:cNvSpPr>
            <a:spLocks noGrp="1"/>
          </p:cNvSpPr>
          <p:nvPr>
            <p:ph type="body" sz="quarter" idx="18" hasCustomPrompt="1"/>
          </p:nvPr>
        </p:nvSpPr>
        <p:spPr>
          <a:xfrm>
            <a:off x="4345799" y="893484"/>
            <a:ext cx="3492908" cy="416143"/>
          </a:xfrm>
        </p:spPr>
        <p:txBody>
          <a:bodyPr>
            <a:noAutofit/>
          </a:bodyPr>
          <a:lstStyle>
            <a:lvl1pPr>
              <a:defRPr lang="en-US" sz="1400" b="0" i="0" kern="1200" spc="100" baseline="0" dirty="0">
                <a:solidFill>
                  <a:schemeClr val="accent1"/>
                </a:solidFill>
                <a:latin typeface="+mn-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Near</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hasCustomPrompt="1"/>
          </p:nvPr>
        </p:nvSpPr>
        <p:spPr>
          <a:xfrm>
            <a:off x="283464" y="893484"/>
            <a:ext cx="3492908" cy="416143"/>
          </a:xfrm>
        </p:spPr>
        <p:txBody>
          <a:bodyPr>
            <a:noAutofit/>
          </a:bodyPr>
          <a:lstStyle>
            <a:lvl1pPr>
              <a:defRPr lang="en-US" sz="1400" b="0" i="0" kern="1200" spc="1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Now </a:t>
            </a:r>
          </a:p>
        </p:txBody>
      </p:sp>
      <p:sp>
        <p:nvSpPr>
          <p:cNvPr id="36" name="Text Placeholder 5">
            <a:extLst>
              <a:ext uri="{FF2B5EF4-FFF2-40B4-BE49-F238E27FC236}">
                <a16:creationId xmlns:a16="http://schemas.microsoft.com/office/drawing/2014/main" id="{7D36B5F9-79E9-A348-B7F2-07E98F189CCE}"/>
              </a:ext>
            </a:extLst>
          </p:cNvPr>
          <p:cNvSpPr>
            <a:spLocks noGrp="1"/>
          </p:cNvSpPr>
          <p:nvPr>
            <p:ph type="body" sz="quarter" idx="20" hasCustomPrompt="1"/>
          </p:nvPr>
        </p:nvSpPr>
        <p:spPr>
          <a:xfrm>
            <a:off x="283463" y="1484567"/>
            <a:ext cx="3670233" cy="307777"/>
          </a:xfrm>
        </p:spPr>
        <p:txBody>
          <a:bodyPr>
            <a:noAutofit/>
          </a:bodyPr>
          <a:lstStyle>
            <a:lvl1pPr marL="0" algn="l" defTabSz="914400" rtl="0" eaLnBrk="1" latinLnBrk="0" hangingPunct="1">
              <a:defRPr lang="en-US" sz="1200" b="1" kern="1200" spc="4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Subhead</a:t>
            </a:r>
          </a:p>
        </p:txBody>
      </p:sp>
      <p:sp>
        <p:nvSpPr>
          <p:cNvPr id="37" name="Text Placeholder 10">
            <a:extLst>
              <a:ext uri="{FF2B5EF4-FFF2-40B4-BE49-F238E27FC236}">
                <a16:creationId xmlns:a16="http://schemas.microsoft.com/office/drawing/2014/main" id="{5EA7023B-9670-284B-BCE9-D7E0AC250F87}"/>
              </a:ext>
            </a:extLst>
          </p:cNvPr>
          <p:cNvSpPr>
            <a:spLocks noGrp="1"/>
          </p:cNvSpPr>
          <p:nvPr>
            <p:ph type="body" sz="quarter" idx="22"/>
          </p:nvPr>
        </p:nvSpPr>
        <p:spPr>
          <a:xfrm>
            <a:off x="283463" y="1717398"/>
            <a:ext cx="3439927" cy="1598721"/>
          </a:xfrm>
        </p:spPr>
        <p:txBody>
          <a:bodyPr>
            <a:noAutofit/>
          </a:bodyPr>
          <a:lstStyle>
            <a:lvl1pPr marL="0" indent="0" algn="l" defTabSz="914400" rtl="0" eaLnBrk="1" latinLnBrk="0" hangingPunct="1">
              <a:lnSpc>
                <a:spcPct val="100000"/>
              </a:lnSpc>
              <a:spcBef>
                <a:spcPts val="1200"/>
              </a:spcBef>
              <a:buFont typeface="Arial"/>
              <a:buNone/>
              <a:defRPr lang="en-US" sz="1400" b="0" i="0" kern="1200" spc="0" baseline="0" dirty="0" smtClean="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0" name="Text Placeholder 5">
            <a:extLst>
              <a:ext uri="{FF2B5EF4-FFF2-40B4-BE49-F238E27FC236}">
                <a16:creationId xmlns:a16="http://schemas.microsoft.com/office/drawing/2014/main" id="{725F91B0-0A9A-6A48-A155-0A80275D1B0C}"/>
              </a:ext>
            </a:extLst>
          </p:cNvPr>
          <p:cNvSpPr>
            <a:spLocks noGrp="1"/>
          </p:cNvSpPr>
          <p:nvPr>
            <p:ph type="body" sz="quarter" idx="23" hasCustomPrompt="1"/>
          </p:nvPr>
        </p:nvSpPr>
        <p:spPr>
          <a:xfrm>
            <a:off x="283463" y="3646008"/>
            <a:ext cx="3670233" cy="307777"/>
          </a:xfrm>
        </p:spPr>
        <p:txBody>
          <a:bodyPr>
            <a:noAutofit/>
          </a:bodyPr>
          <a:lstStyle>
            <a:lvl1pPr marL="0" algn="l" defTabSz="914400" rtl="0" eaLnBrk="1" latinLnBrk="0" hangingPunct="1">
              <a:defRPr lang="en-US" sz="1200" b="1" kern="1200" spc="4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Subhead</a:t>
            </a:r>
          </a:p>
        </p:txBody>
      </p:sp>
      <p:sp>
        <p:nvSpPr>
          <p:cNvPr id="41" name="Text Placeholder 10">
            <a:extLst>
              <a:ext uri="{FF2B5EF4-FFF2-40B4-BE49-F238E27FC236}">
                <a16:creationId xmlns:a16="http://schemas.microsoft.com/office/drawing/2014/main" id="{C79BAC07-5A48-724A-B13F-56B2CF5E29F7}"/>
              </a:ext>
            </a:extLst>
          </p:cNvPr>
          <p:cNvSpPr>
            <a:spLocks noGrp="1"/>
          </p:cNvSpPr>
          <p:nvPr>
            <p:ph type="body" sz="quarter" idx="24"/>
          </p:nvPr>
        </p:nvSpPr>
        <p:spPr>
          <a:xfrm>
            <a:off x="283463" y="3878839"/>
            <a:ext cx="3439927" cy="1598721"/>
          </a:xfrm>
        </p:spPr>
        <p:txBody>
          <a:bodyPr>
            <a:noAutofit/>
          </a:bodyPr>
          <a:lstStyle>
            <a:lvl1pPr marL="0" indent="0" algn="l" defTabSz="914400" rtl="0" eaLnBrk="1" latinLnBrk="0" hangingPunct="1">
              <a:lnSpc>
                <a:spcPct val="100000"/>
              </a:lnSpc>
              <a:spcBef>
                <a:spcPts val="1200"/>
              </a:spcBef>
              <a:buFont typeface="Arial"/>
              <a:buNone/>
              <a:defRPr lang="en-US" sz="1400" b="0" i="0" kern="1200" spc="0" baseline="0" dirty="0" smtClean="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2" name="Text Placeholder 5">
            <a:extLst>
              <a:ext uri="{FF2B5EF4-FFF2-40B4-BE49-F238E27FC236}">
                <a16:creationId xmlns:a16="http://schemas.microsoft.com/office/drawing/2014/main" id="{9EE16261-EDC9-6E42-AC22-1795D34528B4}"/>
              </a:ext>
            </a:extLst>
          </p:cNvPr>
          <p:cNvSpPr>
            <a:spLocks noGrp="1"/>
          </p:cNvSpPr>
          <p:nvPr>
            <p:ph type="body" sz="quarter" idx="25" hasCustomPrompt="1"/>
          </p:nvPr>
        </p:nvSpPr>
        <p:spPr>
          <a:xfrm>
            <a:off x="4345799" y="1484567"/>
            <a:ext cx="3670233" cy="307777"/>
          </a:xfrm>
        </p:spPr>
        <p:txBody>
          <a:bodyPr>
            <a:noAutofit/>
          </a:bodyPr>
          <a:lstStyle>
            <a:lvl1pPr marL="0" algn="l" defTabSz="914400" rtl="0" eaLnBrk="1" latinLnBrk="0" hangingPunct="1">
              <a:defRPr lang="en-US" sz="1200" b="1" kern="1200" spc="4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Subhead</a:t>
            </a:r>
          </a:p>
        </p:txBody>
      </p:sp>
      <p:sp>
        <p:nvSpPr>
          <p:cNvPr id="43" name="Text Placeholder 10">
            <a:extLst>
              <a:ext uri="{FF2B5EF4-FFF2-40B4-BE49-F238E27FC236}">
                <a16:creationId xmlns:a16="http://schemas.microsoft.com/office/drawing/2014/main" id="{A44F0197-7C6C-E148-A94F-A606917BF6A6}"/>
              </a:ext>
            </a:extLst>
          </p:cNvPr>
          <p:cNvSpPr>
            <a:spLocks noGrp="1"/>
          </p:cNvSpPr>
          <p:nvPr>
            <p:ph type="body" sz="quarter" idx="26"/>
          </p:nvPr>
        </p:nvSpPr>
        <p:spPr>
          <a:xfrm>
            <a:off x="4345799" y="1717398"/>
            <a:ext cx="3439927" cy="1598721"/>
          </a:xfrm>
        </p:spPr>
        <p:txBody>
          <a:bodyPr>
            <a:noAutofit/>
          </a:bodyPr>
          <a:lstStyle>
            <a:lvl1pPr marL="0" indent="0" algn="l" defTabSz="914400" rtl="0" eaLnBrk="1" latinLnBrk="0" hangingPunct="1">
              <a:lnSpc>
                <a:spcPct val="100000"/>
              </a:lnSpc>
              <a:spcBef>
                <a:spcPts val="1200"/>
              </a:spcBef>
              <a:buFont typeface="Arial"/>
              <a:buNone/>
              <a:defRPr lang="en-US" sz="1400" b="0" i="0" kern="1200" spc="0" baseline="0" dirty="0" smtClean="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4" name="Text Placeholder 5">
            <a:extLst>
              <a:ext uri="{FF2B5EF4-FFF2-40B4-BE49-F238E27FC236}">
                <a16:creationId xmlns:a16="http://schemas.microsoft.com/office/drawing/2014/main" id="{E1BF1D4B-7043-DA46-B80E-28E490DCE95B}"/>
              </a:ext>
            </a:extLst>
          </p:cNvPr>
          <p:cNvSpPr>
            <a:spLocks noGrp="1"/>
          </p:cNvSpPr>
          <p:nvPr>
            <p:ph type="body" sz="quarter" idx="27" hasCustomPrompt="1"/>
          </p:nvPr>
        </p:nvSpPr>
        <p:spPr>
          <a:xfrm>
            <a:off x="4345799" y="3646008"/>
            <a:ext cx="3670233" cy="307777"/>
          </a:xfrm>
        </p:spPr>
        <p:txBody>
          <a:bodyPr>
            <a:noAutofit/>
          </a:bodyPr>
          <a:lstStyle>
            <a:lvl1pPr marL="0" algn="l" defTabSz="914400" rtl="0" eaLnBrk="1" latinLnBrk="0" hangingPunct="1">
              <a:defRPr lang="en-US" sz="1200" b="1" kern="1200" spc="4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Subhead</a:t>
            </a:r>
          </a:p>
        </p:txBody>
      </p:sp>
      <p:sp>
        <p:nvSpPr>
          <p:cNvPr id="45" name="Text Placeholder 10">
            <a:extLst>
              <a:ext uri="{FF2B5EF4-FFF2-40B4-BE49-F238E27FC236}">
                <a16:creationId xmlns:a16="http://schemas.microsoft.com/office/drawing/2014/main" id="{9C2B2D7E-6B86-CC44-A7B2-A55BA69C92F4}"/>
              </a:ext>
            </a:extLst>
          </p:cNvPr>
          <p:cNvSpPr>
            <a:spLocks noGrp="1"/>
          </p:cNvSpPr>
          <p:nvPr>
            <p:ph type="body" sz="quarter" idx="28"/>
          </p:nvPr>
        </p:nvSpPr>
        <p:spPr>
          <a:xfrm>
            <a:off x="4345799" y="3878839"/>
            <a:ext cx="3439927" cy="1598721"/>
          </a:xfrm>
        </p:spPr>
        <p:txBody>
          <a:bodyPr>
            <a:noAutofit/>
          </a:bodyPr>
          <a:lstStyle>
            <a:lvl1pPr marL="0" indent="0" algn="l" defTabSz="914400" rtl="0" eaLnBrk="1" latinLnBrk="0" hangingPunct="1">
              <a:lnSpc>
                <a:spcPct val="100000"/>
              </a:lnSpc>
              <a:spcBef>
                <a:spcPts val="1200"/>
              </a:spcBef>
              <a:buFont typeface="Arial"/>
              <a:buNone/>
              <a:defRPr lang="en-US" sz="1400" b="0" i="0" kern="1200" spc="0" baseline="0" dirty="0" smtClean="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6" name="Text Placeholder 5">
            <a:extLst>
              <a:ext uri="{FF2B5EF4-FFF2-40B4-BE49-F238E27FC236}">
                <a16:creationId xmlns:a16="http://schemas.microsoft.com/office/drawing/2014/main" id="{1214F9E5-2575-964B-8C1E-52048E415E9D}"/>
              </a:ext>
            </a:extLst>
          </p:cNvPr>
          <p:cNvSpPr>
            <a:spLocks noGrp="1"/>
          </p:cNvSpPr>
          <p:nvPr>
            <p:ph type="body" sz="quarter" idx="29" hasCustomPrompt="1"/>
          </p:nvPr>
        </p:nvSpPr>
        <p:spPr>
          <a:xfrm>
            <a:off x="8415628" y="1484567"/>
            <a:ext cx="3670233" cy="307777"/>
          </a:xfrm>
        </p:spPr>
        <p:txBody>
          <a:bodyPr>
            <a:noAutofit/>
          </a:bodyPr>
          <a:lstStyle>
            <a:lvl1pPr marL="0" algn="l" defTabSz="914400" rtl="0" eaLnBrk="1" latinLnBrk="0" hangingPunct="1">
              <a:defRPr lang="en-US" sz="1200" b="1" kern="1200" spc="4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Subhead</a:t>
            </a:r>
          </a:p>
        </p:txBody>
      </p:sp>
      <p:sp>
        <p:nvSpPr>
          <p:cNvPr id="47" name="Text Placeholder 10">
            <a:extLst>
              <a:ext uri="{FF2B5EF4-FFF2-40B4-BE49-F238E27FC236}">
                <a16:creationId xmlns:a16="http://schemas.microsoft.com/office/drawing/2014/main" id="{5CD6203E-2B6C-7541-BF23-8D5466D78CC2}"/>
              </a:ext>
            </a:extLst>
          </p:cNvPr>
          <p:cNvSpPr>
            <a:spLocks noGrp="1"/>
          </p:cNvSpPr>
          <p:nvPr>
            <p:ph type="body" sz="quarter" idx="30"/>
          </p:nvPr>
        </p:nvSpPr>
        <p:spPr>
          <a:xfrm>
            <a:off x="8415628" y="1717398"/>
            <a:ext cx="3439927" cy="876281"/>
          </a:xfrm>
        </p:spPr>
        <p:txBody>
          <a:bodyPr>
            <a:noAutofit/>
          </a:bodyPr>
          <a:lstStyle>
            <a:lvl1pPr marL="0" indent="0" algn="l" defTabSz="914400" rtl="0" eaLnBrk="1" latinLnBrk="0" hangingPunct="1">
              <a:lnSpc>
                <a:spcPct val="100000"/>
              </a:lnSpc>
              <a:spcBef>
                <a:spcPts val="1200"/>
              </a:spcBef>
              <a:buFont typeface="Arial"/>
              <a:buNone/>
              <a:defRPr lang="en-US" sz="1400" b="0" i="0" kern="1200" spc="0" baseline="0" dirty="0" smtClean="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63" name="Text Placeholder 5">
            <a:extLst>
              <a:ext uri="{FF2B5EF4-FFF2-40B4-BE49-F238E27FC236}">
                <a16:creationId xmlns:a16="http://schemas.microsoft.com/office/drawing/2014/main" id="{16419C8A-B8CE-314C-B124-6BA462D25F91}"/>
              </a:ext>
            </a:extLst>
          </p:cNvPr>
          <p:cNvSpPr>
            <a:spLocks noGrp="1"/>
          </p:cNvSpPr>
          <p:nvPr>
            <p:ph type="body" sz="quarter" idx="32" hasCustomPrompt="1"/>
          </p:nvPr>
        </p:nvSpPr>
        <p:spPr>
          <a:xfrm>
            <a:off x="8415628" y="2740343"/>
            <a:ext cx="3670233" cy="307777"/>
          </a:xfrm>
        </p:spPr>
        <p:txBody>
          <a:bodyPr>
            <a:noAutofit/>
          </a:bodyPr>
          <a:lstStyle>
            <a:lvl1pPr marL="0" algn="l" defTabSz="914400" rtl="0" eaLnBrk="1" latinLnBrk="0" hangingPunct="1">
              <a:defRPr lang="en-US" sz="1200" b="1" kern="1200" spc="4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Subhead</a:t>
            </a:r>
          </a:p>
        </p:txBody>
      </p:sp>
      <p:sp>
        <p:nvSpPr>
          <p:cNvPr id="64" name="Text Placeholder 10">
            <a:extLst>
              <a:ext uri="{FF2B5EF4-FFF2-40B4-BE49-F238E27FC236}">
                <a16:creationId xmlns:a16="http://schemas.microsoft.com/office/drawing/2014/main" id="{3E2992C2-A104-3040-B3D1-840B1A47C113}"/>
              </a:ext>
            </a:extLst>
          </p:cNvPr>
          <p:cNvSpPr>
            <a:spLocks noGrp="1"/>
          </p:cNvSpPr>
          <p:nvPr>
            <p:ph type="body" sz="quarter" idx="33"/>
          </p:nvPr>
        </p:nvSpPr>
        <p:spPr>
          <a:xfrm>
            <a:off x="8415628" y="2973174"/>
            <a:ext cx="3439927" cy="876281"/>
          </a:xfrm>
        </p:spPr>
        <p:txBody>
          <a:bodyPr>
            <a:noAutofit/>
          </a:bodyPr>
          <a:lstStyle>
            <a:lvl1pPr marL="0" indent="0" algn="l" defTabSz="914400" rtl="0" eaLnBrk="1" latinLnBrk="0" hangingPunct="1">
              <a:lnSpc>
                <a:spcPct val="100000"/>
              </a:lnSpc>
              <a:spcBef>
                <a:spcPts val="1200"/>
              </a:spcBef>
              <a:buFont typeface="Arial"/>
              <a:buNone/>
              <a:defRPr lang="en-US" sz="1400" b="0" i="0" kern="1200" spc="0" baseline="0" dirty="0" smtClean="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5" name="Text Placeholder 8">
            <a:extLst>
              <a:ext uri="{FF2B5EF4-FFF2-40B4-BE49-F238E27FC236}">
                <a16:creationId xmlns:a16="http://schemas.microsoft.com/office/drawing/2014/main" id="{4BCC7C6A-9374-5EFC-331D-37478B276769}"/>
              </a:ext>
            </a:extLst>
          </p:cNvPr>
          <p:cNvSpPr>
            <a:spLocks noGrp="1"/>
          </p:cNvSpPr>
          <p:nvPr>
            <p:ph type="body" sz="quarter" idx="13"/>
          </p:nvPr>
        </p:nvSpPr>
        <p:spPr>
          <a:xfrm>
            <a:off x="395000" y="286910"/>
            <a:ext cx="498894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22" name="Slide Number Placeholder 5">
            <a:extLst>
              <a:ext uri="{FF2B5EF4-FFF2-40B4-BE49-F238E27FC236}">
                <a16:creationId xmlns:a16="http://schemas.microsoft.com/office/drawing/2014/main" id="{06C88924-8247-4492-A431-18B09313C5EF}"/>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86930194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guide id="5" orient="horz" pos="806"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reativ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B90E50E-7B02-4247-A2CC-074E388021E6}"/>
              </a:ext>
            </a:extLst>
          </p:cNvPr>
          <p:cNvSpPr>
            <a:spLocks noGrp="1"/>
          </p:cNvSpPr>
          <p:nvPr>
            <p:ph type="pic" sz="quarter" idx="18"/>
          </p:nvPr>
        </p:nvSpPr>
        <p:spPr>
          <a:xfrm>
            <a:off x="1" y="1458558"/>
            <a:ext cx="12192000" cy="5410200"/>
          </a:xfrm>
        </p:spPr>
        <p:txBody>
          <a:bodyPr/>
          <a:lstStyle>
            <a:lvl1pPr>
              <a:defRPr>
                <a:latin typeface="Avenir Next" panose="020B0503020202020204" pitchFamily="34" charset="0"/>
              </a:defRPr>
            </a:lvl1pPr>
          </a:lstStyle>
          <a:p>
            <a:endParaRPr lang="en-US"/>
          </a:p>
        </p:txBody>
      </p:sp>
      <p:sp>
        <p:nvSpPr>
          <p:cNvPr id="2" name="Title 1"/>
          <p:cNvSpPr>
            <a:spLocks noGrp="1"/>
          </p:cNvSpPr>
          <p:nvPr>
            <p:ph type="title"/>
          </p:nvPr>
        </p:nvSpPr>
        <p:spPr>
          <a:xfrm>
            <a:off x="374904" y="502920"/>
            <a:ext cx="10536936" cy="1058974"/>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0"/>
            <a:ext cx="4621302"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8" name="Slide Number Placeholder 5">
            <a:extLst>
              <a:ext uri="{FF2B5EF4-FFF2-40B4-BE49-F238E27FC236}">
                <a16:creationId xmlns:a16="http://schemas.microsoft.com/office/drawing/2014/main" id="{9AB9185A-570D-40F1-A9C1-0ECB74CA142A}"/>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72957975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lobal Brand Framework">
    <p:spTree>
      <p:nvGrpSpPr>
        <p:cNvPr id="1" name=""/>
        <p:cNvGrpSpPr/>
        <p:nvPr/>
      </p:nvGrpSpPr>
      <p:grpSpPr>
        <a:xfrm>
          <a:off x="0" y="0"/>
          <a:ext cx="0" cy="0"/>
          <a:chOff x="0" y="0"/>
          <a:chExt cx="0" cy="0"/>
        </a:xfrm>
      </p:grpSpPr>
      <p:sp>
        <p:nvSpPr>
          <p:cNvPr id="2" name="Title 1"/>
          <p:cNvSpPr>
            <a:spLocks noGrp="1"/>
          </p:cNvSpPr>
          <p:nvPr>
            <p:ph type="title"/>
          </p:nvPr>
        </p:nvSpPr>
        <p:spPr>
          <a:xfrm>
            <a:off x="374904" y="502920"/>
            <a:ext cx="10536936" cy="50142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0"/>
            <a:ext cx="4621302"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7" name="Text Placeholder 16">
            <a:extLst>
              <a:ext uri="{FF2B5EF4-FFF2-40B4-BE49-F238E27FC236}">
                <a16:creationId xmlns:a16="http://schemas.microsoft.com/office/drawing/2014/main" id="{02DF828D-D3BB-B911-F951-360B9D78A16B}"/>
              </a:ext>
            </a:extLst>
          </p:cNvPr>
          <p:cNvSpPr>
            <a:spLocks noGrp="1"/>
          </p:cNvSpPr>
          <p:nvPr>
            <p:ph type="body" sz="quarter" idx="18"/>
          </p:nvPr>
        </p:nvSpPr>
        <p:spPr>
          <a:xfrm>
            <a:off x="831850" y="1051660"/>
            <a:ext cx="10528300" cy="310003"/>
          </a:xfrm>
        </p:spPr>
        <p:txBody>
          <a:bodyPr tIns="91440">
            <a:noAutofit/>
          </a:bodyPr>
          <a:lstStyle>
            <a:lvl1pPr algn="ctr">
              <a:defRPr sz="1100" b="0" i="0">
                <a:latin typeface="Avenir Next LT Pro" panose="020B0504020202020204" pitchFamily="34" charset="77"/>
              </a:defRPr>
            </a:lvl1pPr>
            <a:lvl2pPr marL="0" indent="0">
              <a:buNone/>
              <a:defRPr/>
            </a:lvl2pPr>
          </a:lstStyle>
          <a:p>
            <a:pPr lvl="0"/>
            <a:r>
              <a:rPr lang="en-US" dirty="0"/>
              <a:t>Click to edit Master text styles</a:t>
            </a:r>
          </a:p>
        </p:txBody>
      </p:sp>
      <p:sp>
        <p:nvSpPr>
          <p:cNvPr id="19" name="Text Placeholder 18">
            <a:extLst>
              <a:ext uri="{FF2B5EF4-FFF2-40B4-BE49-F238E27FC236}">
                <a16:creationId xmlns:a16="http://schemas.microsoft.com/office/drawing/2014/main" id="{FDAF99ED-6631-2E2D-F6D6-D6F908509530}"/>
              </a:ext>
            </a:extLst>
          </p:cNvPr>
          <p:cNvSpPr>
            <a:spLocks noGrp="1"/>
          </p:cNvSpPr>
          <p:nvPr>
            <p:ph type="body" sz="quarter" idx="19"/>
          </p:nvPr>
        </p:nvSpPr>
        <p:spPr>
          <a:xfrm>
            <a:off x="358140" y="1374297"/>
            <a:ext cx="11475720" cy="685800"/>
          </a:xfrm>
          <a:solidFill>
            <a:schemeClr val="tx1"/>
          </a:solidFill>
        </p:spPr>
        <p:txBody>
          <a:bodyPr lIns="0" tIns="0" rIns="0" bIns="0" anchor="ctr">
            <a:noAutofit/>
          </a:bodyPr>
          <a:lstStyle>
            <a:lvl1pPr marL="0" indent="0" algn="ctr">
              <a:lnSpc>
                <a:spcPct val="100000"/>
              </a:lnSpc>
              <a:spcBef>
                <a:spcPts val="0"/>
              </a:spcBef>
              <a:buFont typeface="Arial" panose="020B0604020202020204" pitchFamily="34" charset="0"/>
              <a:buNone/>
              <a:defRPr sz="800" cap="all" baseline="0">
                <a:solidFill>
                  <a:schemeClr val="bg1"/>
                </a:solidFill>
                <a:latin typeface="Avenir Next LT Pro" panose="020B0504020202020204" pitchFamily="34" charset="77"/>
              </a:defRPr>
            </a:lvl1pPr>
            <a:lvl2pPr marL="0" indent="0" algn="ctr">
              <a:lnSpc>
                <a:spcPct val="100000"/>
              </a:lnSpc>
              <a:spcBef>
                <a:spcPts val="0"/>
              </a:spcBef>
              <a:buNone/>
              <a:defRPr b="1" i="0" spc="20" baseline="0">
                <a:solidFill>
                  <a:schemeClr val="bg1"/>
                </a:solidFill>
                <a:latin typeface="Avenir Next LT Pro Demi" panose="020B0504020202020204" pitchFamily="34" charset="77"/>
              </a:defRPr>
            </a:lvl2pPr>
            <a:lvl3pPr marL="242888" indent="0" algn="ctr">
              <a:buNone/>
              <a:defRPr/>
            </a:lvl3pPr>
          </a:lstStyle>
          <a:p>
            <a:pPr lvl="0"/>
            <a:r>
              <a:rPr lang="en-US" dirty="0"/>
              <a:t>Click to edit Master text styles</a:t>
            </a:r>
          </a:p>
          <a:p>
            <a:pPr lvl="1"/>
            <a:r>
              <a:rPr lang="en-US" dirty="0"/>
              <a:t>Second level</a:t>
            </a:r>
          </a:p>
        </p:txBody>
      </p:sp>
      <p:sp>
        <p:nvSpPr>
          <p:cNvPr id="22" name="Text Placeholder 16">
            <a:extLst>
              <a:ext uri="{FF2B5EF4-FFF2-40B4-BE49-F238E27FC236}">
                <a16:creationId xmlns:a16="http://schemas.microsoft.com/office/drawing/2014/main" id="{1E05D93A-E801-AE15-0263-31D1FAFB2072}"/>
              </a:ext>
            </a:extLst>
          </p:cNvPr>
          <p:cNvSpPr>
            <a:spLocks noGrp="1"/>
          </p:cNvSpPr>
          <p:nvPr>
            <p:ph type="body" sz="quarter" idx="20"/>
          </p:nvPr>
        </p:nvSpPr>
        <p:spPr>
          <a:xfrm>
            <a:off x="831850" y="2162304"/>
            <a:ext cx="10528300" cy="310003"/>
          </a:xfrm>
        </p:spPr>
        <p:txBody>
          <a:bodyPr tIns="91440">
            <a:noAutofit/>
          </a:bodyPr>
          <a:lstStyle>
            <a:lvl1pPr algn="ctr">
              <a:defRPr sz="1100" b="0" i="0">
                <a:latin typeface="Avenir Next LT Pro" panose="020B0504020202020204" pitchFamily="34" charset="77"/>
              </a:defRPr>
            </a:lvl1pPr>
            <a:lvl2pPr marL="0" indent="0">
              <a:buNone/>
              <a:defRPr/>
            </a:lvl2pPr>
          </a:lstStyle>
          <a:p>
            <a:pPr lvl="0"/>
            <a:r>
              <a:rPr lang="en-US" dirty="0"/>
              <a:t>Click to edit Master text styles</a:t>
            </a:r>
          </a:p>
        </p:txBody>
      </p:sp>
      <p:sp>
        <p:nvSpPr>
          <p:cNvPr id="23" name="Text Placeholder 18">
            <a:extLst>
              <a:ext uri="{FF2B5EF4-FFF2-40B4-BE49-F238E27FC236}">
                <a16:creationId xmlns:a16="http://schemas.microsoft.com/office/drawing/2014/main" id="{288D6D0E-23C8-6326-D882-95361864AE71}"/>
              </a:ext>
            </a:extLst>
          </p:cNvPr>
          <p:cNvSpPr>
            <a:spLocks noGrp="1"/>
          </p:cNvSpPr>
          <p:nvPr>
            <p:ph type="body" sz="quarter" idx="21"/>
          </p:nvPr>
        </p:nvSpPr>
        <p:spPr>
          <a:xfrm>
            <a:off x="358140" y="2484941"/>
            <a:ext cx="11475720" cy="685800"/>
          </a:xfrm>
          <a:solidFill>
            <a:schemeClr val="accent1"/>
          </a:solidFill>
        </p:spPr>
        <p:txBody>
          <a:bodyPr lIns="0" tIns="0" rIns="0" bIns="0" anchor="ctr">
            <a:noAutofit/>
          </a:bodyPr>
          <a:lstStyle>
            <a:lvl1pPr marL="0" indent="0" algn="ctr">
              <a:lnSpc>
                <a:spcPct val="100000"/>
              </a:lnSpc>
              <a:spcBef>
                <a:spcPts val="0"/>
              </a:spcBef>
              <a:buFont typeface="Arial" panose="020B0604020202020204" pitchFamily="34" charset="0"/>
              <a:buNone/>
              <a:defRPr sz="800" cap="all" baseline="0">
                <a:solidFill>
                  <a:schemeClr val="bg1"/>
                </a:solidFill>
                <a:latin typeface="Avenir Next LT Pro" panose="020B0504020202020204" pitchFamily="34" charset="77"/>
              </a:defRPr>
            </a:lvl1pPr>
            <a:lvl2pPr marL="0" indent="0" algn="ctr">
              <a:lnSpc>
                <a:spcPct val="100000"/>
              </a:lnSpc>
              <a:spcBef>
                <a:spcPts val="0"/>
              </a:spcBef>
              <a:buNone/>
              <a:defRPr b="1" i="0" spc="20" baseline="0">
                <a:solidFill>
                  <a:schemeClr val="bg1"/>
                </a:solidFill>
                <a:latin typeface="Avenir Next LT Pro Demi" panose="020B0504020202020204" pitchFamily="34" charset="77"/>
              </a:defRPr>
            </a:lvl2pPr>
            <a:lvl3pPr marL="242888" indent="0" algn="ctr">
              <a:buNone/>
              <a:defRPr/>
            </a:lvl3pPr>
          </a:lstStyle>
          <a:p>
            <a:pPr lvl="0"/>
            <a:r>
              <a:rPr lang="en-US" dirty="0"/>
              <a:t>Click to edit Master text styles</a:t>
            </a:r>
          </a:p>
          <a:p>
            <a:pPr lvl="1"/>
            <a:r>
              <a:rPr lang="en-US" dirty="0"/>
              <a:t>Second level</a:t>
            </a:r>
          </a:p>
        </p:txBody>
      </p:sp>
      <p:sp>
        <p:nvSpPr>
          <p:cNvPr id="24" name="Text Placeholder 16">
            <a:extLst>
              <a:ext uri="{FF2B5EF4-FFF2-40B4-BE49-F238E27FC236}">
                <a16:creationId xmlns:a16="http://schemas.microsoft.com/office/drawing/2014/main" id="{7BDCFA48-3DA2-39A2-9BC6-687453A91065}"/>
              </a:ext>
            </a:extLst>
          </p:cNvPr>
          <p:cNvSpPr>
            <a:spLocks noGrp="1"/>
          </p:cNvSpPr>
          <p:nvPr>
            <p:ph type="body" sz="quarter" idx="22"/>
          </p:nvPr>
        </p:nvSpPr>
        <p:spPr>
          <a:xfrm>
            <a:off x="831850" y="3335218"/>
            <a:ext cx="10528300" cy="310003"/>
          </a:xfrm>
        </p:spPr>
        <p:txBody>
          <a:bodyPr tIns="91440">
            <a:noAutofit/>
          </a:bodyPr>
          <a:lstStyle>
            <a:lvl1pPr algn="ctr">
              <a:defRPr sz="1100" b="0" i="0">
                <a:latin typeface="Avenir Next LT Pro" panose="020B0504020202020204" pitchFamily="34" charset="77"/>
              </a:defRPr>
            </a:lvl1pPr>
            <a:lvl2pPr marL="0" indent="0">
              <a:buNone/>
              <a:defRPr/>
            </a:lvl2pPr>
          </a:lstStyle>
          <a:p>
            <a:pPr lvl="0"/>
            <a:r>
              <a:rPr lang="en-US" dirty="0"/>
              <a:t>Click to edit Master text styles</a:t>
            </a:r>
          </a:p>
        </p:txBody>
      </p:sp>
      <p:sp>
        <p:nvSpPr>
          <p:cNvPr id="25" name="Text Placeholder 18">
            <a:extLst>
              <a:ext uri="{FF2B5EF4-FFF2-40B4-BE49-F238E27FC236}">
                <a16:creationId xmlns:a16="http://schemas.microsoft.com/office/drawing/2014/main" id="{C68A877B-AE32-C56F-AE3B-A121961E1B7C}"/>
              </a:ext>
            </a:extLst>
          </p:cNvPr>
          <p:cNvSpPr>
            <a:spLocks noGrp="1"/>
          </p:cNvSpPr>
          <p:nvPr>
            <p:ph type="body" sz="quarter" idx="23"/>
          </p:nvPr>
        </p:nvSpPr>
        <p:spPr>
          <a:xfrm>
            <a:off x="358140" y="3657855"/>
            <a:ext cx="2743200" cy="2596896"/>
          </a:xfrm>
          <a:solidFill>
            <a:schemeClr val="bg2"/>
          </a:solidFill>
        </p:spPr>
        <p:txBody>
          <a:bodyPr lIns="0" tIns="182880" rIns="0" bIns="0" anchor="t">
            <a:noAutofit/>
          </a:bodyPr>
          <a:lstStyle>
            <a:lvl1pPr marL="0" indent="0" algn="ctr">
              <a:lnSpc>
                <a:spcPct val="100000"/>
              </a:lnSpc>
              <a:spcBef>
                <a:spcPts val="0"/>
              </a:spcBef>
              <a:spcAft>
                <a:spcPts val="1600"/>
              </a:spcAft>
              <a:buFont typeface="Arial" panose="020B0604020202020204" pitchFamily="34" charset="0"/>
              <a:buNone/>
              <a:defRPr sz="1400" b="1" i="0" cap="none" spc="30" baseline="0">
                <a:solidFill>
                  <a:schemeClr val="tx1"/>
                </a:solidFill>
                <a:latin typeface="Avenir Next LT Pro Demi" panose="020B0504020202020204" pitchFamily="34" charset="77"/>
              </a:defRPr>
            </a:lvl1pPr>
            <a:lvl2pPr marL="0" indent="0" algn="ctr">
              <a:lnSpc>
                <a:spcPct val="110000"/>
              </a:lnSpc>
              <a:spcBef>
                <a:spcPts val="0"/>
              </a:spcBef>
              <a:buNone/>
              <a:defRPr sz="1200" spc="50" baseline="0">
                <a:solidFill>
                  <a:schemeClr val="tx1"/>
                </a:solidFill>
                <a:latin typeface="+mn-lt"/>
              </a:defRPr>
            </a:lvl2pPr>
            <a:lvl3pPr marL="242888" indent="0" algn="ctr">
              <a:buNone/>
              <a:defRPr/>
            </a:lvl3pPr>
          </a:lstStyle>
          <a:p>
            <a:pPr lvl="0"/>
            <a:r>
              <a:rPr lang="en-US" dirty="0"/>
              <a:t>Click to edit Master text styles</a:t>
            </a:r>
          </a:p>
        </p:txBody>
      </p:sp>
      <p:sp>
        <p:nvSpPr>
          <p:cNvPr id="29" name="Text Placeholder 18">
            <a:extLst>
              <a:ext uri="{FF2B5EF4-FFF2-40B4-BE49-F238E27FC236}">
                <a16:creationId xmlns:a16="http://schemas.microsoft.com/office/drawing/2014/main" id="{0D570F4E-63EF-6BC9-F252-746333886A79}"/>
              </a:ext>
            </a:extLst>
          </p:cNvPr>
          <p:cNvSpPr>
            <a:spLocks noGrp="1"/>
          </p:cNvSpPr>
          <p:nvPr>
            <p:ph type="body" sz="quarter" idx="24"/>
          </p:nvPr>
        </p:nvSpPr>
        <p:spPr>
          <a:xfrm>
            <a:off x="3268980" y="3657855"/>
            <a:ext cx="2743200" cy="2596896"/>
          </a:xfrm>
          <a:solidFill>
            <a:schemeClr val="bg2"/>
          </a:solidFill>
        </p:spPr>
        <p:txBody>
          <a:bodyPr lIns="0" tIns="182880" rIns="0" bIns="0" anchor="t">
            <a:noAutofit/>
          </a:bodyPr>
          <a:lstStyle>
            <a:lvl1pPr marL="0" indent="0" algn="ctr">
              <a:lnSpc>
                <a:spcPct val="100000"/>
              </a:lnSpc>
              <a:spcBef>
                <a:spcPts val="0"/>
              </a:spcBef>
              <a:spcAft>
                <a:spcPts val="1600"/>
              </a:spcAft>
              <a:buFont typeface="Arial" panose="020B0604020202020204" pitchFamily="34" charset="0"/>
              <a:buNone/>
              <a:defRPr sz="1400" b="1" i="0" cap="none" spc="30" baseline="0">
                <a:solidFill>
                  <a:schemeClr val="tx1"/>
                </a:solidFill>
                <a:latin typeface="Avenir Next LT Pro Demi" panose="020B0504020202020204" pitchFamily="34" charset="77"/>
              </a:defRPr>
            </a:lvl1pPr>
            <a:lvl2pPr marL="0" indent="0" algn="ctr">
              <a:lnSpc>
                <a:spcPct val="110000"/>
              </a:lnSpc>
              <a:spcBef>
                <a:spcPts val="0"/>
              </a:spcBef>
              <a:buNone/>
              <a:defRPr sz="1200" spc="50" baseline="0">
                <a:solidFill>
                  <a:schemeClr val="tx1"/>
                </a:solidFill>
                <a:latin typeface="+mn-lt"/>
              </a:defRPr>
            </a:lvl2pPr>
            <a:lvl3pPr marL="242888" indent="0" algn="ctr">
              <a:buNone/>
              <a:defRPr/>
            </a:lvl3pPr>
          </a:lstStyle>
          <a:p>
            <a:pPr lvl="0"/>
            <a:r>
              <a:rPr lang="en-US" dirty="0"/>
              <a:t>Click to edit Master text styles</a:t>
            </a:r>
          </a:p>
        </p:txBody>
      </p:sp>
      <p:sp>
        <p:nvSpPr>
          <p:cNvPr id="30" name="Text Placeholder 18">
            <a:extLst>
              <a:ext uri="{FF2B5EF4-FFF2-40B4-BE49-F238E27FC236}">
                <a16:creationId xmlns:a16="http://schemas.microsoft.com/office/drawing/2014/main" id="{192C898C-FB30-F19C-9056-DECE6080545B}"/>
              </a:ext>
            </a:extLst>
          </p:cNvPr>
          <p:cNvSpPr>
            <a:spLocks noGrp="1"/>
          </p:cNvSpPr>
          <p:nvPr>
            <p:ph type="body" sz="quarter" idx="25"/>
          </p:nvPr>
        </p:nvSpPr>
        <p:spPr>
          <a:xfrm>
            <a:off x="6179820" y="3657855"/>
            <a:ext cx="2743200" cy="2596896"/>
          </a:xfrm>
          <a:solidFill>
            <a:schemeClr val="bg2"/>
          </a:solidFill>
        </p:spPr>
        <p:txBody>
          <a:bodyPr lIns="0" tIns="182880" rIns="0" bIns="0" anchor="t">
            <a:noAutofit/>
          </a:bodyPr>
          <a:lstStyle>
            <a:lvl1pPr marL="0" indent="0" algn="ctr">
              <a:lnSpc>
                <a:spcPct val="100000"/>
              </a:lnSpc>
              <a:spcBef>
                <a:spcPts val="0"/>
              </a:spcBef>
              <a:spcAft>
                <a:spcPts val="1600"/>
              </a:spcAft>
              <a:buFont typeface="Arial" panose="020B0604020202020204" pitchFamily="34" charset="0"/>
              <a:buNone/>
              <a:defRPr sz="1400" b="1" i="0" cap="none" spc="30" baseline="0">
                <a:solidFill>
                  <a:schemeClr val="tx1"/>
                </a:solidFill>
                <a:latin typeface="Avenir Next LT Pro Demi" panose="020B0504020202020204" pitchFamily="34" charset="77"/>
              </a:defRPr>
            </a:lvl1pPr>
            <a:lvl2pPr marL="0" indent="0" algn="ctr">
              <a:lnSpc>
                <a:spcPct val="110000"/>
              </a:lnSpc>
              <a:spcBef>
                <a:spcPts val="0"/>
              </a:spcBef>
              <a:buNone/>
              <a:defRPr sz="1200" spc="50" baseline="0">
                <a:solidFill>
                  <a:schemeClr val="tx1"/>
                </a:solidFill>
                <a:latin typeface="+mn-lt"/>
              </a:defRPr>
            </a:lvl2pPr>
            <a:lvl3pPr marL="242888" indent="0" algn="ctr">
              <a:buNone/>
              <a:defRPr/>
            </a:lvl3pPr>
          </a:lstStyle>
          <a:p>
            <a:pPr lvl="0"/>
            <a:r>
              <a:rPr lang="en-US" dirty="0"/>
              <a:t>Click to edit Master text styles</a:t>
            </a:r>
          </a:p>
        </p:txBody>
      </p:sp>
      <p:sp>
        <p:nvSpPr>
          <p:cNvPr id="31" name="Text Placeholder 18">
            <a:extLst>
              <a:ext uri="{FF2B5EF4-FFF2-40B4-BE49-F238E27FC236}">
                <a16:creationId xmlns:a16="http://schemas.microsoft.com/office/drawing/2014/main" id="{FC805F5A-9B8F-39A2-B8D9-F4E755ECE1C1}"/>
              </a:ext>
            </a:extLst>
          </p:cNvPr>
          <p:cNvSpPr>
            <a:spLocks noGrp="1"/>
          </p:cNvSpPr>
          <p:nvPr>
            <p:ph type="body" sz="quarter" idx="26"/>
          </p:nvPr>
        </p:nvSpPr>
        <p:spPr>
          <a:xfrm>
            <a:off x="9090660" y="3657855"/>
            <a:ext cx="2743200" cy="2596896"/>
          </a:xfrm>
          <a:solidFill>
            <a:schemeClr val="bg2"/>
          </a:solidFill>
        </p:spPr>
        <p:txBody>
          <a:bodyPr lIns="0" tIns="182880" rIns="0" bIns="0" anchor="t">
            <a:noAutofit/>
          </a:bodyPr>
          <a:lstStyle>
            <a:lvl1pPr marL="0" indent="0" algn="ctr">
              <a:lnSpc>
                <a:spcPct val="100000"/>
              </a:lnSpc>
              <a:spcBef>
                <a:spcPts val="0"/>
              </a:spcBef>
              <a:spcAft>
                <a:spcPts val="1600"/>
              </a:spcAft>
              <a:buFont typeface="Arial" panose="020B0604020202020204" pitchFamily="34" charset="0"/>
              <a:buNone/>
              <a:defRPr sz="1400" b="1" i="0" cap="none" spc="30" baseline="0">
                <a:solidFill>
                  <a:schemeClr val="tx1"/>
                </a:solidFill>
                <a:latin typeface="Avenir Next LT Pro Demi" panose="020B0504020202020204" pitchFamily="34" charset="77"/>
              </a:defRPr>
            </a:lvl1pPr>
            <a:lvl2pPr marL="0" indent="0" algn="ctr">
              <a:lnSpc>
                <a:spcPct val="110000"/>
              </a:lnSpc>
              <a:spcBef>
                <a:spcPts val="0"/>
              </a:spcBef>
              <a:buNone/>
              <a:defRPr sz="1200" spc="50" baseline="0">
                <a:solidFill>
                  <a:schemeClr val="tx1"/>
                </a:solidFill>
                <a:latin typeface="+mn-lt"/>
              </a:defRPr>
            </a:lvl2pPr>
            <a:lvl3pPr marL="242888" indent="0" algn="ctr">
              <a:buNone/>
              <a:defRPr/>
            </a:lvl3pPr>
          </a:lstStyle>
          <a:p>
            <a:pPr lvl="0"/>
            <a:r>
              <a:rPr lang="en-US" dirty="0"/>
              <a:t>Click to edit Master text styles</a:t>
            </a:r>
          </a:p>
        </p:txBody>
      </p:sp>
      <p:sp>
        <p:nvSpPr>
          <p:cNvPr id="4" name="Text Placeholder 39">
            <a:extLst>
              <a:ext uri="{FF2B5EF4-FFF2-40B4-BE49-F238E27FC236}">
                <a16:creationId xmlns:a16="http://schemas.microsoft.com/office/drawing/2014/main" id="{4266C747-9853-B6AB-0040-A0A2CF21127D}"/>
              </a:ext>
            </a:extLst>
          </p:cNvPr>
          <p:cNvSpPr>
            <a:spLocks noGrp="1"/>
          </p:cNvSpPr>
          <p:nvPr>
            <p:ph type="body" sz="quarter" idx="30" hasCustomPrompt="1"/>
          </p:nvPr>
        </p:nvSpPr>
        <p:spPr>
          <a:xfrm>
            <a:off x="388654" y="4312981"/>
            <a:ext cx="2677859" cy="1730375"/>
          </a:xfrm>
        </p:spPr>
        <p:txBody>
          <a:bodyPr>
            <a:noAutofit/>
          </a:bodyPr>
          <a:lstStyle>
            <a:lvl1pPr algn="ctr">
              <a:lnSpc>
                <a:spcPct val="110000"/>
              </a:lnSpc>
              <a:defRPr sz="1200" baseline="0">
                <a:latin typeface="+mn-lt"/>
              </a:defRPr>
            </a:lvl1pPr>
            <a:lvl2pPr marL="0" indent="0">
              <a:buNone/>
              <a:defRPr/>
            </a:lvl2pPr>
          </a:lstStyle>
          <a:p>
            <a:pPr lvl="0"/>
            <a:r>
              <a:rPr lang="en-US" dirty="0"/>
              <a:t>Lorem ipsum dolor sit amet, consectetuer adipiscing </a:t>
            </a:r>
            <a:r>
              <a:rPr lang="en-US" dirty="0" err="1"/>
              <a:t>elit</a:t>
            </a:r>
            <a:r>
              <a:rPr lang="en-US" dirty="0"/>
              <a:t>.</a:t>
            </a:r>
          </a:p>
          <a:p>
            <a:pPr lvl="0"/>
            <a:r>
              <a:rPr lang="en-US" dirty="0"/>
              <a:t>Maecenas porttitor </a:t>
            </a:r>
            <a:r>
              <a:rPr lang="en-US" dirty="0" err="1"/>
              <a:t>congue</a:t>
            </a:r>
            <a:r>
              <a:rPr lang="en-US" dirty="0"/>
              <a:t> </a:t>
            </a:r>
            <a:r>
              <a:rPr lang="en-US" dirty="0" err="1"/>
              <a:t>massa</a:t>
            </a:r>
            <a:r>
              <a:rPr lang="en-US" dirty="0"/>
              <a:t> Fusce posuere, magna sed pulvinar</a:t>
            </a:r>
          </a:p>
          <a:p>
            <a:pPr lvl="0"/>
            <a:r>
              <a:rPr lang="en-US" dirty="0"/>
              <a:t>Nunc viverra imperdiet enim. Fusce est. Vivamus a tellus.</a:t>
            </a:r>
          </a:p>
          <a:p>
            <a:pPr lvl="0"/>
            <a:endParaRPr lang="en-US" dirty="0"/>
          </a:p>
        </p:txBody>
      </p:sp>
      <p:sp>
        <p:nvSpPr>
          <p:cNvPr id="5" name="Text Placeholder 39">
            <a:extLst>
              <a:ext uri="{FF2B5EF4-FFF2-40B4-BE49-F238E27FC236}">
                <a16:creationId xmlns:a16="http://schemas.microsoft.com/office/drawing/2014/main" id="{56153E62-6485-3051-1CA5-767A5A0CB89B}"/>
              </a:ext>
            </a:extLst>
          </p:cNvPr>
          <p:cNvSpPr>
            <a:spLocks noGrp="1"/>
          </p:cNvSpPr>
          <p:nvPr>
            <p:ph type="body" sz="quarter" idx="31" hasCustomPrompt="1"/>
          </p:nvPr>
        </p:nvSpPr>
        <p:spPr>
          <a:xfrm>
            <a:off x="3303734" y="4312981"/>
            <a:ext cx="2677859" cy="1730375"/>
          </a:xfrm>
        </p:spPr>
        <p:txBody>
          <a:bodyPr>
            <a:noAutofit/>
          </a:bodyPr>
          <a:lstStyle>
            <a:lvl1pPr algn="ctr">
              <a:lnSpc>
                <a:spcPct val="110000"/>
              </a:lnSpc>
              <a:defRPr sz="1200" baseline="0">
                <a:latin typeface="+mn-lt"/>
              </a:defRPr>
            </a:lvl1pPr>
            <a:lvl2pPr marL="0" indent="0">
              <a:buNone/>
              <a:defRPr/>
            </a:lvl2pPr>
          </a:lstStyle>
          <a:p>
            <a:pPr lvl="0"/>
            <a:r>
              <a:rPr lang="en-US" dirty="0"/>
              <a:t>Lorem ipsum dolor sit amet, consectetuer adipiscing </a:t>
            </a:r>
            <a:r>
              <a:rPr lang="en-US" dirty="0" err="1"/>
              <a:t>elit</a:t>
            </a:r>
            <a:r>
              <a:rPr lang="en-US" dirty="0"/>
              <a:t>.</a:t>
            </a:r>
          </a:p>
          <a:p>
            <a:pPr lvl="0"/>
            <a:r>
              <a:rPr lang="en-US" dirty="0"/>
              <a:t>Maecenas porttitor </a:t>
            </a:r>
            <a:r>
              <a:rPr lang="en-US" dirty="0" err="1"/>
              <a:t>congue</a:t>
            </a:r>
            <a:r>
              <a:rPr lang="en-US" dirty="0"/>
              <a:t> </a:t>
            </a:r>
            <a:r>
              <a:rPr lang="en-US" dirty="0" err="1"/>
              <a:t>massa</a:t>
            </a:r>
            <a:r>
              <a:rPr lang="en-US" dirty="0"/>
              <a:t> Fusce posuere, magna sed pulvinar</a:t>
            </a:r>
          </a:p>
          <a:p>
            <a:pPr lvl="0"/>
            <a:r>
              <a:rPr lang="en-US" dirty="0"/>
              <a:t>Nunc viverra imperdiet enim. Fusce est. Vivamus a tellus.</a:t>
            </a:r>
          </a:p>
          <a:p>
            <a:pPr lvl="0"/>
            <a:endParaRPr lang="en-US" dirty="0"/>
          </a:p>
        </p:txBody>
      </p:sp>
      <p:sp>
        <p:nvSpPr>
          <p:cNvPr id="6" name="Text Placeholder 39">
            <a:extLst>
              <a:ext uri="{FF2B5EF4-FFF2-40B4-BE49-F238E27FC236}">
                <a16:creationId xmlns:a16="http://schemas.microsoft.com/office/drawing/2014/main" id="{2617D596-21BB-8CFE-310F-A04F6D051B1B}"/>
              </a:ext>
            </a:extLst>
          </p:cNvPr>
          <p:cNvSpPr>
            <a:spLocks noGrp="1"/>
          </p:cNvSpPr>
          <p:nvPr>
            <p:ph type="body" sz="quarter" idx="32" hasCustomPrompt="1"/>
          </p:nvPr>
        </p:nvSpPr>
        <p:spPr>
          <a:xfrm>
            <a:off x="6205063" y="4312981"/>
            <a:ext cx="2677859" cy="1730375"/>
          </a:xfrm>
        </p:spPr>
        <p:txBody>
          <a:bodyPr>
            <a:noAutofit/>
          </a:bodyPr>
          <a:lstStyle>
            <a:lvl1pPr algn="ctr">
              <a:lnSpc>
                <a:spcPct val="110000"/>
              </a:lnSpc>
              <a:defRPr sz="1200" baseline="0">
                <a:latin typeface="+mn-lt"/>
              </a:defRPr>
            </a:lvl1pPr>
            <a:lvl2pPr marL="0" indent="0">
              <a:buNone/>
              <a:defRPr/>
            </a:lvl2pPr>
          </a:lstStyle>
          <a:p>
            <a:pPr lvl="0"/>
            <a:r>
              <a:rPr lang="en-US" dirty="0"/>
              <a:t>Lorem ipsum dolor sit amet, consectetuer adipiscing </a:t>
            </a:r>
            <a:r>
              <a:rPr lang="en-US" dirty="0" err="1"/>
              <a:t>elit</a:t>
            </a:r>
            <a:r>
              <a:rPr lang="en-US" dirty="0"/>
              <a:t>.</a:t>
            </a:r>
          </a:p>
          <a:p>
            <a:pPr lvl="0"/>
            <a:r>
              <a:rPr lang="en-US" dirty="0"/>
              <a:t>Maecenas porttitor </a:t>
            </a:r>
            <a:r>
              <a:rPr lang="en-US" dirty="0" err="1"/>
              <a:t>congue</a:t>
            </a:r>
            <a:r>
              <a:rPr lang="en-US" dirty="0"/>
              <a:t> </a:t>
            </a:r>
            <a:r>
              <a:rPr lang="en-US" dirty="0" err="1"/>
              <a:t>massa</a:t>
            </a:r>
            <a:r>
              <a:rPr lang="en-US" dirty="0"/>
              <a:t> Fusce posuere, magna sed pulvinar</a:t>
            </a:r>
          </a:p>
          <a:p>
            <a:pPr lvl="0"/>
            <a:r>
              <a:rPr lang="en-US" dirty="0"/>
              <a:t>Nunc viverra imperdiet enim. Fusce est. Vivamus a tellus.</a:t>
            </a:r>
          </a:p>
          <a:p>
            <a:pPr lvl="0"/>
            <a:endParaRPr lang="en-US" dirty="0"/>
          </a:p>
        </p:txBody>
      </p:sp>
      <p:sp>
        <p:nvSpPr>
          <p:cNvPr id="7" name="Text Placeholder 39">
            <a:extLst>
              <a:ext uri="{FF2B5EF4-FFF2-40B4-BE49-F238E27FC236}">
                <a16:creationId xmlns:a16="http://schemas.microsoft.com/office/drawing/2014/main" id="{21ADC22D-B47A-5B97-8CAD-D379ACC42C67}"/>
              </a:ext>
            </a:extLst>
          </p:cNvPr>
          <p:cNvSpPr>
            <a:spLocks noGrp="1"/>
          </p:cNvSpPr>
          <p:nvPr>
            <p:ph type="body" sz="quarter" idx="33" hasCustomPrompt="1"/>
          </p:nvPr>
        </p:nvSpPr>
        <p:spPr>
          <a:xfrm>
            <a:off x="9127018" y="4312981"/>
            <a:ext cx="2677859" cy="1730375"/>
          </a:xfrm>
        </p:spPr>
        <p:txBody>
          <a:bodyPr>
            <a:noAutofit/>
          </a:bodyPr>
          <a:lstStyle>
            <a:lvl1pPr algn="ctr">
              <a:lnSpc>
                <a:spcPct val="110000"/>
              </a:lnSpc>
              <a:defRPr sz="1200" baseline="0">
                <a:latin typeface="+mn-lt"/>
              </a:defRPr>
            </a:lvl1pPr>
            <a:lvl2pPr marL="0" indent="0">
              <a:buNone/>
              <a:defRPr/>
            </a:lvl2pPr>
          </a:lstStyle>
          <a:p>
            <a:pPr lvl="0"/>
            <a:r>
              <a:rPr lang="en-US" dirty="0"/>
              <a:t>Lorem ipsum dolor sit amet, consectetuer adipiscing </a:t>
            </a:r>
            <a:r>
              <a:rPr lang="en-US" dirty="0" err="1"/>
              <a:t>elit</a:t>
            </a:r>
            <a:r>
              <a:rPr lang="en-US" dirty="0"/>
              <a:t>.</a:t>
            </a:r>
          </a:p>
          <a:p>
            <a:pPr lvl="0"/>
            <a:r>
              <a:rPr lang="en-US" dirty="0"/>
              <a:t>Maecenas porttitor </a:t>
            </a:r>
            <a:r>
              <a:rPr lang="en-US" dirty="0" err="1"/>
              <a:t>congue</a:t>
            </a:r>
            <a:r>
              <a:rPr lang="en-US" dirty="0"/>
              <a:t> </a:t>
            </a:r>
            <a:r>
              <a:rPr lang="en-US" dirty="0" err="1"/>
              <a:t>massa</a:t>
            </a:r>
            <a:r>
              <a:rPr lang="en-US" dirty="0"/>
              <a:t> Fusce posuere, magna sed pulvinar</a:t>
            </a:r>
          </a:p>
          <a:p>
            <a:pPr lvl="0"/>
            <a:r>
              <a:rPr lang="en-US" dirty="0"/>
              <a:t>Nunc viverra imperdiet enim. Fusce est. Vivamus a tellus.</a:t>
            </a:r>
          </a:p>
          <a:p>
            <a:pPr lvl="0"/>
            <a:endParaRPr lang="en-US" dirty="0"/>
          </a:p>
        </p:txBody>
      </p:sp>
      <p:sp>
        <p:nvSpPr>
          <p:cNvPr id="20" name="Slide Number Placeholder 5">
            <a:extLst>
              <a:ext uri="{FF2B5EF4-FFF2-40B4-BE49-F238E27FC236}">
                <a16:creationId xmlns:a16="http://schemas.microsoft.com/office/drawing/2014/main" id="{5AA62830-D206-41D7-91B9-33D2F232E3F4}"/>
              </a:ext>
            </a:extLst>
          </p:cNvPr>
          <p:cNvSpPr txBox="1">
            <a:spLocks/>
          </p:cNvSpPr>
          <p:nvPr userDrawn="1"/>
        </p:nvSpPr>
        <p:spPr>
          <a:xfrm>
            <a:off x="11521481" y="6486039"/>
            <a:ext cx="320749" cy="365125"/>
          </a:xfrm>
          <a:prstGeom prst="rect">
            <a:avLst/>
          </a:prstGeom>
        </p:spPr>
        <p:txBody>
          <a:bodyPr vert="horz" lIns="0" tIns="45720" rIns="0" bIns="45720" rtlCol="0" anchor="t"/>
          <a:lstStyle>
            <a:defPPr>
              <a:defRPr lang="en-US"/>
            </a:defPPr>
            <a:lvl1pPr marL="0" algn="r" defTabSz="914400" rtl="0" eaLnBrk="1" latinLnBrk="0" hangingPunct="1">
              <a:defRPr sz="800" kern="1200">
                <a:solidFill>
                  <a:schemeClr val="tx1"/>
                </a:solidFill>
                <a:latin typeface="+mn-lt"/>
                <a:ea typeface="Avenir Next" panose="020B0503020202020204" pitchFamily="34" charset="0"/>
                <a:cs typeface="Avenir Next" panose="020B0503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27845278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and Health Performanc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A47F228-FFD7-61E3-79F3-A93961D6890B}"/>
              </a:ext>
            </a:extLst>
          </p:cNvPr>
          <p:cNvSpPr/>
          <p:nvPr userDrawn="1"/>
        </p:nvSpPr>
        <p:spPr>
          <a:xfrm>
            <a:off x="0" y="1076446"/>
            <a:ext cx="12192000" cy="578155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solidFill>
                <a:schemeClr val="tx1"/>
              </a:solidFill>
              <a:latin typeface="Avenir Next" panose="020B0503020202020204" pitchFamily="34" charset="0"/>
            </a:endParaRPr>
          </a:p>
        </p:txBody>
      </p:sp>
      <p:grpSp>
        <p:nvGrpSpPr>
          <p:cNvPr id="27" name="Group 26">
            <a:extLst>
              <a:ext uri="{FF2B5EF4-FFF2-40B4-BE49-F238E27FC236}">
                <a16:creationId xmlns:a16="http://schemas.microsoft.com/office/drawing/2014/main" id="{9137D0C1-D335-CD10-1B9D-655393F04655}"/>
              </a:ext>
            </a:extLst>
          </p:cNvPr>
          <p:cNvGrpSpPr/>
          <p:nvPr userDrawn="1"/>
        </p:nvGrpSpPr>
        <p:grpSpPr>
          <a:xfrm>
            <a:off x="5075525" y="3254228"/>
            <a:ext cx="4747426" cy="3228950"/>
            <a:chOff x="5075525" y="1335397"/>
            <a:chExt cx="4747426" cy="3754719"/>
          </a:xfrm>
        </p:grpSpPr>
        <p:cxnSp>
          <p:nvCxnSpPr>
            <p:cNvPr id="28" name="Straight Connector 27">
              <a:extLst>
                <a:ext uri="{FF2B5EF4-FFF2-40B4-BE49-F238E27FC236}">
                  <a16:creationId xmlns:a16="http://schemas.microsoft.com/office/drawing/2014/main" id="{B7B50E7C-15ED-ECA1-7339-BD1DA4507E6B}"/>
                </a:ext>
              </a:extLst>
            </p:cNvPr>
            <p:cNvCxnSpPr>
              <a:cxnSpLocks/>
            </p:cNvCxnSpPr>
            <p:nvPr/>
          </p:nvCxnSpPr>
          <p:spPr>
            <a:xfrm>
              <a:off x="5075525" y="1335397"/>
              <a:ext cx="0" cy="3754719"/>
            </a:xfrm>
            <a:prstGeom prst="line">
              <a:avLst/>
            </a:prstGeom>
            <a:ln w="12700">
              <a:solidFill>
                <a:schemeClr val="tx1"/>
              </a:solidFill>
              <a:prstDash val="sysDot"/>
              <a:tailEnd type="none" w="med"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FF57B9B-1710-F2F8-D573-021931ED186B}"/>
                </a:ext>
              </a:extLst>
            </p:cNvPr>
            <p:cNvCxnSpPr>
              <a:cxnSpLocks/>
            </p:cNvCxnSpPr>
            <p:nvPr/>
          </p:nvCxnSpPr>
          <p:spPr>
            <a:xfrm>
              <a:off x="9822951" y="1335397"/>
              <a:ext cx="0" cy="3754719"/>
            </a:xfrm>
            <a:prstGeom prst="line">
              <a:avLst/>
            </a:prstGeom>
            <a:ln w="12700">
              <a:solidFill>
                <a:schemeClr val="tx1"/>
              </a:solidFill>
              <a:prstDash val="sysDot"/>
              <a:tailEnd type="none" w="med" len="sm"/>
            </a:ln>
            <a:effectLst/>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B75A4F5F-47B1-1A18-7B9B-1BCC5C36013C}"/>
              </a:ext>
            </a:extLst>
          </p:cNvPr>
          <p:cNvGrpSpPr/>
          <p:nvPr userDrawn="1"/>
        </p:nvGrpSpPr>
        <p:grpSpPr>
          <a:xfrm>
            <a:off x="5075525" y="1353095"/>
            <a:ext cx="4747426" cy="1651238"/>
            <a:chOff x="5075525" y="1335397"/>
            <a:chExt cx="4747426" cy="3754719"/>
          </a:xfrm>
        </p:grpSpPr>
        <p:cxnSp>
          <p:nvCxnSpPr>
            <p:cNvPr id="67" name="Straight Connector 66">
              <a:extLst>
                <a:ext uri="{FF2B5EF4-FFF2-40B4-BE49-F238E27FC236}">
                  <a16:creationId xmlns:a16="http://schemas.microsoft.com/office/drawing/2014/main" id="{4FDE63FE-41CB-21CB-40E5-B0E3D96FF00C}"/>
                </a:ext>
              </a:extLst>
            </p:cNvPr>
            <p:cNvCxnSpPr>
              <a:cxnSpLocks/>
            </p:cNvCxnSpPr>
            <p:nvPr/>
          </p:nvCxnSpPr>
          <p:spPr>
            <a:xfrm>
              <a:off x="5075525" y="1335397"/>
              <a:ext cx="0" cy="3754719"/>
            </a:xfrm>
            <a:prstGeom prst="line">
              <a:avLst/>
            </a:prstGeom>
            <a:ln w="12700">
              <a:solidFill>
                <a:schemeClr val="tx1"/>
              </a:solidFill>
              <a:prstDash val="sysDot"/>
              <a:tailEnd type="none" w="med" len="sm"/>
            </a:ln>
            <a:effectLst/>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45FE5995-F2E2-9E92-B902-12D6F00BC3E6}"/>
                </a:ext>
              </a:extLst>
            </p:cNvPr>
            <p:cNvCxnSpPr>
              <a:cxnSpLocks/>
            </p:cNvCxnSpPr>
            <p:nvPr/>
          </p:nvCxnSpPr>
          <p:spPr>
            <a:xfrm>
              <a:off x="9822951" y="1335397"/>
              <a:ext cx="0" cy="3754719"/>
            </a:xfrm>
            <a:prstGeom prst="line">
              <a:avLst/>
            </a:prstGeom>
            <a:ln w="12700">
              <a:solidFill>
                <a:schemeClr val="tx1"/>
              </a:solidFill>
              <a:prstDash val="sysDot"/>
              <a:tailEnd type="none" w="med" len="sm"/>
            </a:ln>
            <a:effectLst/>
          </p:spPr>
          <p:style>
            <a:lnRef idx="1">
              <a:schemeClr val="accent1"/>
            </a:lnRef>
            <a:fillRef idx="0">
              <a:schemeClr val="accent1"/>
            </a:fillRef>
            <a:effectRef idx="0">
              <a:schemeClr val="accent1"/>
            </a:effectRef>
            <a:fontRef idx="minor">
              <a:schemeClr val="tx1"/>
            </a:fontRef>
          </p:style>
        </p:cxnSp>
      </p:grpSp>
      <p:cxnSp>
        <p:nvCxnSpPr>
          <p:cNvPr id="30" name="Straight Connector 29">
            <a:extLst>
              <a:ext uri="{FF2B5EF4-FFF2-40B4-BE49-F238E27FC236}">
                <a16:creationId xmlns:a16="http://schemas.microsoft.com/office/drawing/2014/main" id="{272151AE-F33A-2E37-9849-0E66DD0CC5A9}"/>
              </a:ext>
            </a:extLst>
          </p:cNvPr>
          <p:cNvCxnSpPr>
            <a:cxnSpLocks/>
          </p:cNvCxnSpPr>
          <p:nvPr userDrawn="1"/>
        </p:nvCxnSpPr>
        <p:spPr>
          <a:xfrm rot="16200000">
            <a:off x="7476161" y="415372"/>
            <a:ext cx="0" cy="9042811"/>
          </a:xfrm>
          <a:prstGeom prst="line">
            <a:avLst/>
          </a:prstGeom>
          <a:ln w="12700">
            <a:solidFill>
              <a:schemeClr val="tx1"/>
            </a:solidFill>
            <a:prstDash val="sysDot"/>
            <a:tailEnd type="none" w="med" len="sm"/>
          </a:ln>
          <a:effectLst/>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374904" y="502920"/>
            <a:ext cx="10515600" cy="56326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438458"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20" name="Text Placeholder 19">
            <a:extLst>
              <a:ext uri="{FF2B5EF4-FFF2-40B4-BE49-F238E27FC236}">
                <a16:creationId xmlns:a16="http://schemas.microsoft.com/office/drawing/2014/main" id="{32D199D6-61E5-FCF2-8241-60F214008D26}"/>
              </a:ext>
            </a:extLst>
          </p:cNvPr>
          <p:cNvSpPr>
            <a:spLocks noGrp="1"/>
          </p:cNvSpPr>
          <p:nvPr>
            <p:ph type="body" sz="quarter" idx="54"/>
          </p:nvPr>
        </p:nvSpPr>
        <p:spPr>
          <a:xfrm>
            <a:off x="256033" y="1233489"/>
            <a:ext cx="2445780" cy="5157046"/>
          </a:xfrm>
        </p:spPr>
        <p:txBody>
          <a:bodyPr lIns="0">
            <a:noAutofit/>
          </a:bodyPr>
          <a:lstStyle>
            <a:lvl1pPr>
              <a:lnSpc>
                <a:spcPct val="110000"/>
              </a:lnSpc>
              <a:spcBef>
                <a:spcPts val="1600"/>
              </a:spcBef>
              <a:defRPr sz="1050" b="1" i="0" spc="30" baseline="0">
                <a:solidFill>
                  <a:schemeClr val="accent1"/>
                </a:solidFill>
                <a:latin typeface="Avenir Next LT Pro Demi" panose="020B0504020202020204" pitchFamily="34" charset="77"/>
              </a:defRPr>
            </a:lvl1pPr>
            <a:lvl2pPr marL="171450" indent="-111125">
              <a:lnSpc>
                <a:spcPct val="110000"/>
              </a:lnSpc>
              <a:tabLst/>
              <a:defRPr sz="1050">
                <a:latin typeface="+mn-lt"/>
              </a:defRPr>
            </a:lvl2pPr>
            <a:lvl3pPr marL="401638" indent="-158750">
              <a:lnSpc>
                <a:spcPct val="110000"/>
              </a:lnSpc>
              <a:buFont typeface="Arial" panose="020B0604020202020204" pitchFamily="34" charset="0"/>
              <a:buChar char="ꟷ"/>
              <a:defRPr sz="1050">
                <a:latin typeface="+mn-lt"/>
              </a:defRPr>
            </a:lvl3pPr>
          </a:lstStyle>
          <a:p>
            <a:pPr lvl="0"/>
            <a:r>
              <a:rPr lang="en-US" dirty="0"/>
              <a:t>Click to edit Master text styles</a:t>
            </a:r>
          </a:p>
          <a:p>
            <a:pPr lvl="1"/>
            <a:r>
              <a:rPr lang="en-US" dirty="0"/>
              <a:t>Second level</a:t>
            </a:r>
          </a:p>
          <a:p>
            <a:pPr lvl="2"/>
            <a:endParaRPr lang="en-US" dirty="0"/>
          </a:p>
        </p:txBody>
      </p:sp>
      <p:cxnSp>
        <p:nvCxnSpPr>
          <p:cNvPr id="5" name="Straight Connector 4">
            <a:extLst>
              <a:ext uri="{FF2B5EF4-FFF2-40B4-BE49-F238E27FC236}">
                <a16:creationId xmlns:a16="http://schemas.microsoft.com/office/drawing/2014/main" id="{A46862F5-4890-55F5-90C7-327B76EB8D2C}"/>
              </a:ext>
            </a:extLst>
          </p:cNvPr>
          <p:cNvCxnSpPr>
            <a:cxnSpLocks/>
          </p:cNvCxnSpPr>
          <p:nvPr userDrawn="1"/>
        </p:nvCxnSpPr>
        <p:spPr>
          <a:xfrm>
            <a:off x="2701812" y="1076446"/>
            <a:ext cx="0" cy="578155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1E8DEDA-C6F2-37BE-D08C-558DB4B0EFF5}"/>
              </a:ext>
            </a:extLst>
          </p:cNvPr>
          <p:cNvCxnSpPr>
            <a:cxnSpLocks/>
          </p:cNvCxnSpPr>
          <p:nvPr userDrawn="1"/>
        </p:nvCxnSpPr>
        <p:spPr>
          <a:xfrm>
            <a:off x="7446907" y="1076446"/>
            <a:ext cx="0" cy="578155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sp>
        <p:nvSpPr>
          <p:cNvPr id="24" name="Text Placeholder 23">
            <a:extLst>
              <a:ext uri="{FF2B5EF4-FFF2-40B4-BE49-F238E27FC236}">
                <a16:creationId xmlns:a16="http://schemas.microsoft.com/office/drawing/2014/main" id="{FCADA94C-B5A9-89F2-0F63-7D8B8822816F}"/>
              </a:ext>
            </a:extLst>
          </p:cNvPr>
          <p:cNvSpPr>
            <a:spLocks noGrp="1"/>
          </p:cNvSpPr>
          <p:nvPr>
            <p:ph type="body" sz="quarter" idx="55"/>
          </p:nvPr>
        </p:nvSpPr>
        <p:spPr>
          <a:xfrm>
            <a:off x="2701813" y="1076446"/>
            <a:ext cx="9490188" cy="201168"/>
          </a:xfrm>
          <a:solidFill>
            <a:schemeClr val="tx1"/>
          </a:solidFill>
        </p:spPr>
        <p:txBody>
          <a:bodyPr anchor="ctr">
            <a:noAutofit/>
          </a:bodyPr>
          <a:lstStyle>
            <a:lvl1pPr algn="ctr">
              <a:defRPr sz="1000" b="1" i="0" spc="40" baseline="0">
                <a:solidFill>
                  <a:schemeClr val="bg1"/>
                </a:solidFill>
                <a:latin typeface="Avenir Next LT Pro Demi" panose="020B0504020202020204" pitchFamily="34" charset="77"/>
              </a:defRPr>
            </a:lvl1pPr>
            <a:lvl2pPr marL="0" indent="0">
              <a:buNone/>
              <a:defRPr/>
            </a:lvl2pPr>
          </a:lstStyle>
          <a:p>
            <a:pPr lvl="0"/>
            <a:r>
              <a:rPr lang="en-US" dirty="0"/>
              <a:t>Click to edit Master text styles</a:t>
            </a:r>
          </a:p>
        </p:txBody>
      </p:sp>
      <p:sp>
        <p:nvSpPr>
          <p:cNvPr id="25" name="Text Placeholder 23">
            <a:extLst>
              <a:ext uri="{FF2B5EF4-FFF2-40B4-BE49-F238E27FC236}">
                <a16:creationId xmlns:a16="http://schemas.microsoft.com/office/drawing/2014/main" id="{7961B9FD-0C6B-BAD3-6E4A-6D20A49817DC}"/>
              </a:ext>
            </a:extLst>
          </p:cNvPr>
          <p:cNvSpPr>
            <a:spLocks noGrp="1"/>
          </p:cNvSpPr>
          <p:nvPr>
            <p:ph type="body" sz="quarter" idx="56"/>
          </p:nvPr>
        </p:nvSpPr>
        <p:spPr>
          <a:xfrm>
            <a:off x="2701813" y="2917329"/>
            <a:ext cx="9490188" cy="201168"/>
          </a:xfrm>
          <a:solidFill>
            <a:schemeClr val="tx1"/>
          </a:solidFill>
        </p:spPr>
        <p:txBody>
          <a:bodyPr anchor="ctr">
            <a:noAutofit/>
          </a:bodyPr>
          <a:lstStyle>
            <a:lvl1pPr algn="ctr">
              <a:defRPr sz="1000" b="1" i="0" spc="40" baseline="0">
                <a:solidFill>
                  <a:schemeClr val="bg1"/>
                </a:solidFill>
                <a:latin typeface="Avenir Next LT Pro Demi" panose="020B0504020202020204" pitchFamily="34" charset="77"/>
              </a:defRPr>
            </a:lvl1pPr>
            <a:lvl2pPr marL="0" indent="0">
              <a:buNone/>
              <a:defRPr/>
            </a:lvl2pPr>
          </a:lstStyle>
          <a:p>
            <a:pPr lvl="0"/>
            <a:r>
              <a:rPr lang="en-US" dirty="0"/>
              <a:t>Click to edit Master text styles</a:t>
            </a:r>
          </a:p>
        </p:txBody>
      </p:sp>
      <p:sp>
        <p:nvSpPr>
          <p:cNvPr id="33" name="Text Placeholder 19">
            <a:extLst>
              <a:ext uri="{FF2B5EF4-FFF2-40B4-BE49-F238E27FC236}">
                <a16:creationId xmlns:a16="http://schemas.microsoft.com/office/drawing/2014/main" id="{22306D12-E3FC-06AD-E42E-11E7614201CF}"/>
              </a:ext>
            </a:extLst>
          </p:cNvPr>
          <p:cNvSpPr>
            <a:spLocks noGrp="1"/>
          </p:cNvSpPr>
          <p:nvPr>
            <p:ph type="body" sz="quarter" idx="57" hasCustomPrompt="1"/>
          </p:nvPr>
        </p:nvSpPr>
        <p:spPr>
          <a:xfrm>
            <a:off x="3855721" y="1310766"/>
            <a:ext cx="2445780" cy="143744"/>
          </a:xfrm>
          <a:solidFill>
            <a:schemeClr val="bg2"/>
          </a:solidFill>
        </p:spPr>
        <p:txBody>
          <a:bodyPr lIns="0" tIns="0">
            <a:noAutofit/>
          </a:bodyPr>
          <a:lstStyle>
            <a:lvl1pPr algn="ctr">
              <a:defRPr sz="800" b="0" i="0" cap="all" spc="300" baseline="0">
                <a:solidFill>
                  <a:schemeClr val="accent1"/>
                </a:solidFill>
                <a:latin typeface="Avenir Next LT Pro" panose="020B0504020202020204" pitchFamily="34" charset="77"/>
              </a:defRPr>
            </a:lvl1pPr>
            <a:lvl2pPr marL="171450" indent="-111125">
              <a:tabLst/>
              <a:defRPr sz="900"/>
            </a:lvl2pPr>
            <a:lvl3pPr marL="242888" indent="0">
              <a:buNone/>
              <a:defRPr sz="900"/>
            </a:lvl3pPr>
          </a:lstStyle>
          <a:p>
            <a:pPr lvl="0"/>
            <a:r>
              <a:rPr lang="en-US" dirty="0"/>
              <a:t>More emotional</a:t>
            </a:r>
          </a:p>
        </p:txBody>
      </p:sp>
      <p:sp>
        <p:nvSpPr>
          <p:cNvPr id="34" name="Text Placeholder 19">
            <a:extLst>
              <a:ext uri="{FF2B5EF4-FFF2-40B4-BE49-F238E27FC236}">
                <a16:creationId xmlns:a16="http://schemas.microsoft.com/office/drawing/2014/main" id="{8C735E17-51A9-E84F-5E51-CA9ED6B2C220}"/>
              </a:ext>
            </a:extLst>
          </p:cNvPr>
          <p:cNvSpPr>
            <a:spLocks noGrp="1"/>
          </p:cNvSpPr>
          <p:nvPr>
            <p:ph type="body" sz="quarter" idx="58" hasCustomPrompt="1"/>
          </p:nvPr>
        </p:nvSpPr>
        <p:spPr>
          <a:xfrm>
            <a:off x="8610601" y="1310766"/>
            <a:ext cx="2445780" cy="143744"/>
          </a:xfrm>
          <a:solidFill>
            <a:schemeClr val="bg2"/>
          </a:solidFill>
        </p:spPr>
        <p:txBody>
          <a:bodyPr lIns="0" tIns="0">
            <a:noAutofit/>
          </a:bodyPr>
          <a:lstStyle>
            <a:lvl1pPr algn="ctr">
              <a:defRPr sz="800" b="0" i="0" cap="all" spc="300" baseline="0">
                <a:solidFill>
                  <a:schemeClr val="accent1"/>
                </a:solidFill>
                <a:latin typeface="Avenir Next LT Pro" panose="020B0504020202020204" pitchFamily="34" charset="77"/>
              </a:defRPr>
            </a:lvl1pPr>
            <a:lvl2pPr marL="171450" indent="-111125">
              <a:tabLst/>
              <a:defRPr sz="900"/>
            </a:lvl2pPr>
            <a:lvl3pPr marL="242888" indent="0">
              <a:buNone/>
              <a:defRPr sz="900"/>
            </a:lvl3pPr>
          </a:lstStyle>
          <a:p>
            <a:pPr lvl="0"/>
            <a:r>
              <a:rPr lang="en-US" dirty="0"/>
              <a:t>More rational</a:t>
            </a:r>
          </a:p>
        </p:txBody>
      </p:sp>
      <p:sp>
        <p:nvSpPr>
          <p:cNvPr id="35" name="Text Placeholder 19">
            <a:extLst>
              <a:ext uri="{FF2B5EF4-FFF2-40B4-BE49-F238E27FC236}">
                <a16:creationId xmlns:a16="http://schemas.microsoft.com/office/drawing/2014/main" id="{59116D1C-7B08-C1D1-1C09-0A145B8B675E}"/>
              </a:ext>
            </a:extLst>
          </p:cNvPr>
          <p:cNvSpPr>
            <a:spLocks noGrp="1"/>
          </p:cNvSpPr>
          <p:nvPr>
            <p:ph type="body" sz="quarter" idx="59" hasCustomPrompt="1"/>
          </p:nvPr>
        </p:nvSpPr>
        <p:spPr>
          <a:xfrm>
            <a:off x="3733432" y="3149472"/>
            <a:ext cx="2690358" cy="143744"/>
          </a:xfrm>
          <a:solidFill>
            <a:schemeClr val="bg2"/>
          </a:solidFill>
        </p:spPr>
        <p:txBody>
          <a:bodyPr lIns="0" tIns="0">
            <a:noAutofit/>
          </a:bodyPr>
          <a:lstStyle>
            <a:lvl1pPr algn="ctr">
              <a:defRPr sz="800" b="0" i="0" cap="all" spc="300" baseline="0">
                <a:solidFill>
                  <a:schemeClr val="accent1"/>
                </a:solidFill>
                <a:latin typeface="Avenir Next LT Pro" panose="020B0504020202020204" pitchFamily="34" charset="77"/>
              </a:defRPr>
            </a:lvl1pPr>
            <a:lvl2pPr marL="171450" indent="-111125">
              <a:tabLst/>
              <a:defRPr sz="900"/>
            </a:lvl2pPr>
            <a:lvl3pPr marL="242888" indent="0">
              <a:buNone/>
              <a:defRPr sz="900"/>
            </a:lvl3pPr>
          </a:lstStyle>
          <a:p>
            <a:pPr lvl="0"/>
            <a:r>
              <a:rPr lang="en-US" dirty="0"/>
              <a:t>Consideration indicators</a:t>
            </a:r>
          </a:p>
        </p:txBody>
      </p:sp>
      <p:sp>
        <p:nvSpPr>
          <p:cNvPr id="36" name="Text Placeholder 19">
            <a:extLst>
              <a:ext uri="{FF2B5EF4-FFF2-40B4-BE49-F238E27FC236}">
                <a16:creationId xmlns:a16="http://schemas.microsoft.com/office/drawing/2014/main" id="{F3D4F679-41F1-90D1-1995-423979A543FC}"/>
              </a:ext>
            </a:extLst>
          </p:cNvPr>
          <p:cNvSpPr>
            <a:spLocks noGrp="1"/>
          </p:cNvSpPr>
          <p:nvPr>
            <p:ph type="body" sz="quarter" idx="60" hasCustomPrompt="1"/>
          </p:nvPr>
        </p:nvSpPr>
        <p:spPr>
          <a:xfrm>
            <a:off x="8610601" y="3149472"/>
            <a:ext cx="2445780" cy="143744"/>
          </a:xfrm>
          <a:solidFill>
            <a:schemeClr val="bg2"/>
          </a:solidFill>
        </p:spPr>
        <p:txBody>
          <a:bodyPr lIns="0" tIns="0">
            <a:noAutofit/>
          </a:bodyPr>
          <a:lstStyle>
            <a:lvl1pPr algn="ctr">
              <a:defRPr sz="800" b="0" i="0" cap="all" spc="300" baseline="0">
                <a:solidFill>
                  <a:schemeClr val="accent1"/>
                </a:solidFill>
                <a:latin typeface="Avenir Next LT Pro" panose="020B0504020202020204" pitchFamily="34" charset="77"/>
              </a:defRPr>
            </a:lvl1pPr>
            <a:lvl2pPr marL="171450" indent="-111125">
              <a:tabLst/>
              <a:defRPr sz="900"/>
            </a:lvl2pPr>
            <a:lvl3pPr marL="242888" indent="0">
              <a:buNone/>
              <a:defRPr sz="900"/>
            </a:lvl3pPr>
          </a:lstStyle>
          <a:p>
            <a:pPr lvl="0"/>
            <a:r>
              <a:rPr lang="en-US" dirty="0"/>
              <a:t>Intent indicators</a:t>
            </a:r>
          </a:p>
        </p:txBody>
      </p:sp>
      <p:sp>
        <p:nvSpPr>
          <p:cNvPr id="37" name="Text Placeholder 19">
            <a:extLst>
              <a:ext uri="{FF2B5EF4-FFF2-40B4-BE49-F238E27FC236}">
                <a16:creationId xmlns:a16="http://schemas.microsoft.com/office/drawing/2014/main" id="{3CF971AF-6563-7A5A-174F-7FDD27C30948}"/>
              </a:ext>
            </a:extLst>
          </p:cNvPr>
          <p:cNvSpPr>
            <a:spLocks noGrp="1"/>
          </p:cNvSpPr>
          <p:nvPr>
            <p:ph type="body" sz="quarter" idx="61"/>
          </p:nvPr>
        </p:nvSpPr>
        <p:spPr>
          <a:xfrm>
            <a:off x="2701811" y="142647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2" name="Text Placeholder 19">
            <a:extLst>
              <a:ext uri="{FF2B5EF4-FFF2-40B4-BE49-F238E27FC236}">
                <a16:creationId xmlns:a16="http://schemas.microsoft.com/office/drawing/2014/main" id="{82CA5E92-3143-18B5-3FAD-78F360ABD51C}"/>
              </a:ext>
            </a:extLst>
          </p:cNvPr>
          <p:cNvSpPr>
            <a:spLocks noGrp="1"/>
          </p:cNvSpPr>
          <p:nvPr>
            <p:ph type="body" sz="quarter" idx="62"/>
          </p:nvPr>
        </p:nvSpPr>
        <p:spPr>
          <a:xfrm>
            <a:off x="5073751" y="142647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3" name="Text Placeholder 19">
            <a:extLst>
              <a:ext uri="{FF2B5EF4-FFF2-40B4-BE49-F238E27FC236}">
                <a16:creationId xmlns:a16="http://schemas.microsoft.com/office/drawing/2014/main" id="{41013219-8197-500F-5A0E-417C06E0391C}"/>
              </a:ext>
            </a:extLst>
          </p:cNvPr>
          <p:cNvSpPr>
            <a:spLocks noGrp="1"/>
          </p:cNvSpPr>
          <p:nvPr>
            <p:ph type="body" sz="quarter" idx="63"/>
          </p:nvPr>
        </p:nvSpPr>
        <p:spPr>
          <a:xfrm>
            <a:off x="7445690" y="142647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4" name="Text Placeholder 19">
            <a:extLst>
              <a:ext uri="{FF2B5EF4-FFF2-40B4-BE49-F238E27FC236}">
                <a16:creationId xmlns:a16="http://schemas.microsoft.com/office/drawing/2014/main" id="{C82DD306-1A3E-16E9-32D8-729BC8E47DF9}"/>
              </a:ext>
            </a:extLst>
          </p:cNvPr>
          <p:cNvSpPr>
            <a:spLocks noGrp="1"/>
          </p:cNvSpPr>
          <p:nvPr>
            <p:ph type="body" sz="quarter" idx="64"/>
          </p:nvPr>
        </p:nvSpPr>
        <p:spPr>
          <a:xfrm>
            <a:off x="9817630" y="142647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5" name="Text Placeholder 19">
            <a:extLst>
              <a:ext uri="{FF2B5EF4-FFF2-40B4-BE49-F238E27FC236}">
                <a16:creationId xmlns:a16="http://schemas.microsoft.com/office/drawing/2014/main" id="{BA462CDE-F266-41F6-9968-82849F6F0F05}"/>
              </a:ext>
            </a:extLst>
          </p:cNvPr>
          <p:cNvSpPr>
            <a:spLocks noGrp="1"/>
          </p:cNvSpPr>
          <p:nvPr>
            <p:ph type="body" sz="quarter" idx="65"/>
          </p:nvPr>
        </p:nvSpPr>
        <p:spPr>
          <a:xfrm>
            <a:off x="2701811" y="325422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6" name="Text Placeholder 19">
            <a:extLst>
              <a:ext uri="{FF2B5EF4-FFF2-40B4-BE49-F238E27FC236}">
                <a16:creationId xmlns:a16="http://schemas.microsoft.com/office/drawing/2014/main" id="{4DC67940-3863-28B8-45C3-7247D3A3C802}"/>
              </a:ext>
            </a:extLst>
          </p:cNvPr>
          <p:cNvSpPr>
            <a:spLocks noGrp="1"/>
          </p:cNvSpPr>
          <p:nvPr>
            <p:ph type="body" sz="quarter" idx="66"/>
          </p:nvPr>
        </p:nvSpPr>
        <p:spPr>
          <a:xfrm>
            <a:off x="5073751" y="325422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7" name="Text Placeholder 19">
            <a:extLst>
              <a:ext uri="{FF2B5EF4-FFF2-40B4-BE49-F238E27FC236}">
                <a16:creationId xmlns:a16="http://schemas.microsoft.com/office/drawing/2014/main" id="{AB8268BA-BFA2-48E0-D9C8-B0A085AC40F2}"/>
              </a:ext>
            </a:extLst>
          </p:cNvPr>
          <p:cNvSpPr>
            <a:spLocks noGrp="1"/>
          </p:cNvSpPr>
          <p:nvPr>
            <p:ph type="body" sz="quarter" idx="67"/>
          </p:nvPr>
        </p:nvSpPr>
        <p:spPr>
          <a:xfrm>
            <a:off x="7445690" y="325422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8" name="Text Placeholder 19">
            <a:extLst>
              <a:ext uri="{FF2B5EF4-FFF2-40B4-BE49-F238E27FC236}">
                <a16:creationId xmlns:a16="http://schemas.microsoft.com/office/drawing/2014/main" id="{D6FFCE78-6016-49C5-1903-6B564AE055BE}"/>
              </a:ext>
            </a:extLst>
          </p:cNvPr>
          <p:cNvSpPr>
            <a:spLocks noGrp="1"/>
          </p:cNvSpPr>
          <p:nvPr>
            <p:ph type="body" sz="quarter" idx="68"/>
          </p:nvPr>
        </p:nvSpPr>
        <p:spPr>
          <a:xfrm>
            <a:off x="9817630" y="3254228"/>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49" name="Text Placeholder 19">
            <a:extLst>
              <a:ext uri="{FF2B5EF4-FFF2-40B4-BE49-F238E27FC236}">
                <a16:creationId xmlns:a16="http://schemas.microsoft.com/office/drawing/2014/main" id="{EE85C94F-9D8D-57AA-533F-5AE49D3FC071}"/>
              </a:ext>
            </a:extLst>
          </p:cNvPr>
          <p:cNvSpPr>
            <a:spLocks noGrp="1"/>
          </p:cNvSpPr>
          <p:nvPr>
            <p:ph type="body" sz="quarter" idx="69"/>
          </p:nvPr>
        </p:nvSpPr>
        <p:spPr>
          <a:xfrm>
            <a:off x="2701811" y="4993650"/>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50" name="Text Placeholder 19">
            <a:extLst>
              <a:ext uri="{FF2B5EF4-FFF2-40B4-BE49-F238E27FC236}">
                <a16:creationId xmlns:a16="http://schemas.microsoft.com/office/drawing/2014/main" id="{BF105D0D-EF84-93CB-34FB-07F1C6CCAFF9}"/>
              </a:ext>
            </a:extLst>
          </p:cNvPr>
          <p:cNvSpPr>
            <a:spLocks noGrp="1"/>
          </p:cNvSpPr>
          <p:nvPr>
            <p:ph type="body" sz="quarter" idx="70"/>
          </p:nvPr>
        </p:nvSpPr>
        <p:spPr>
          <a:xfrm>
            <a:off x="5073751" y="4993650"/>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51" name="Text Placeholder 19">
            <a:extLst>
              <a:ext uri="{FF2B5EF4-FFF2-40B4-BE49-F238E27FC236}">
                <a16:creationId xmlns:a16="http://schemas.microsoft.com/office/drawing/2014/main" id="{CD0C5218-D2D3-D3C4-C68D-7DB72EAA32A4}"/>
              </a:ext>
            </a:extLst>
          </p:cNvPr>
          <p:cNvSpPr>
            <a:spLocks noGrp="1"/>
          </p:cNvSpPr>
          <p:nvPr>
            <p:ph type="body" sz="quarter" idx="71"/>
          </p:nvPr>
        </p:nvSpPr>
        <p:spPr>
          <a:xfrm>
            <a:off x="7445690" y="4993650"/>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52" name="Text Placeholder 19">
            <a:extLst>
              <a:ext uri="{FF2B5EF4-FFF2-40B4-BE49-F238E27FC236}">
                <a16:creationId xmlns:a16="http://schemas.microsoft.com/office/drawing/2014/main" id="{1286D1F9-E54B-BC55-2CDF-EFAEEE140A7C}"/>
              </a:ext>
            </a:extLst>
          </p:cNvPr>
          <p:cNvSpPr>
            <a:spLocks noGrp="1"/>
          </p:cNvSpPr>
          <p:nvPr>
            <p:ph type="body" sz="quarter" idx="72"/>
          </p:nvPr>
        </p:nvSpPr>
        <p:spPr>
          <a:xfrm>
            <a:off x="9817630" y="4993650"/>
            <a:ext cx="2384348" cy="201168"/>
          </a:xfrm>
          <a:noFill/>
        </p:spPr>
        <p:txBody>
          <a:bodyPr lIns="0">
            <a:noAutofit/>
          </a:bodyPr>
          <a:lstStyle>
            <a:lvl1pPr algn="ctr">
              <a:defRPr sz="900" b="1" i="0" cap="all" spc="40" baseline="0">
                <a:solidFill>
                  <a:schemeClr val="tx1"/>
                </a:solidFill>
                <a:latin typeface="Avenir Next LT Pro Demi" panose="020B0504020202020204" pitchFamily="34" charset="77"/>
              </a:defRPr>
            </a:lvl1pPr>
            <a:lvl2pPr marL="171450" indent="-111125">
              <a:tabLst/>
              <a:defRPr sz="900"/>
            </a:lvl2pPr>
            <a:lvl3pPr marL="242888" indent="0">
              <a:buNone/>
              <a:defRPr sz="900"/>
            </a:lvl3pPr>
          </a:lstStyle>
          <a:p>
            <a:pPr lvl="0"/>
            <a:endParaRPr lang="en-US" dirty="0"/>
          </a:p>
        </p:txBody>
      </p:sp>
      <p:sp>
        <p:nvSpPr>
          <p:cNvPr id="54" name="Text Placeholder 53">
            <a:extLst>
              <a:ext uri="{FF2B5EF4-FFF2-40B4-BE49-F238E27FC236}">
                <a16:creationId xmlns:a16="http://schemas.microsoft.com/office/drawing/2014/main" id="{828B1C7F-0449-0623-724A-2AA0FF2E3AC1}"/>
              </a:ext>
            </a:extLst>
          </p:cNvPr>
          <p:cNvSpPr>
            <a:spLocks noGrp="1"/>
          </p:cNvSpPr>
          <p:nvPr>
            <p:ph type="body" sz="quarter" idx="73"/>
          </p:nvPr>
        </p:nvSpPr>
        <p:spPr>
          <a:xfrm>
            <a:off x="2701925" y="1608900"/>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55" name="Text Placeholder 53">
            <a:extLst>
              <a:ext uri="{FF2B5EF4-FFF2-40B4-BE49-F238E27FC236}">
                <a16:creationId xmlns:a16="http://schemas.microsoft.com/office/drawing/2014/main" id="{153D72E3-3501-F44A-AF2C-C900F6B33C01}"/>
              </a:ext>
            </a:extLst>
          </p:cNvPr>
          <p:cNvSpPr>
            <a:spLocks noGrp="1"/>
          </p:cNvSpPr>
          <p:nvPr>
            <p:ph type="body" sz="quarter" idx="74"/>
          </p:nvPr>
        </p:nvSpPr>
        <p:spPr>
          <a:xfrm>
            <a:off x="5079365" y="1608900"/>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56" name="Text Placeholder 53">
            <a:extLst>
              <a:ext uri="{FF2B5EF4-FFF2-40B4-BE49-F238E27FC236}">
                <a16:creationId xmlns:a16="http://schemas.microsoft.com/office/drawing/2014/main" id="{21732FA7-65B1-0793-530C-0E8170839BEC}"/>
              </a:ext>
            </a:extLst>
          </p:cNvPr>
          <p:cNvSpPr>
            <a:spLocks noGrp="1"/>
          </p:cNvSpPr>
          <p:nvPr>
            <p:ph type="body" sz="quarter" idx="75"/>
          </p:nvPr>
        </p:nvSpPr>
        <p:spPr>
          <a:xfrm>
            <a:off x="7456805" y="1608900"/>
            <a:ext cx="2359415" cy="1194589"/>
          </a:xfrm>
        </p:spPr>
        <p:txBody>
          <a:bodyPr>
            <a:noAutofit/>
          </a:bodyPr>
          <a:lstStyle>
            <a:lvl1pPr algn="ctr">
              <a:lnSpc>
                <a:spcPct val="110000"/>
              </a:lnSpc>
              <a:defRPr sz="800" spc="0" baseline="0">
                <a:latin typeface="+mn-lt"/>
              </a:defRPr>
            </a:lvl1pPr>
          </a:lstStyle>
          <a:p>
            <a:pPr lvl="0"/>
            <a:r>
              <a:rPr lang="en-US" dirty="0"/>
              <a:t>Click to edit Master text styles</a:t>
            </a:r>
          </a:p>
        </p:txBody>
      </p:sp>
      <p:sp>
        <p:nvSpPr>
          <p:cNvPr id="57" name="Text Placeholder 53">
            <a:extLst>
              <a:ext uri="{FF2B5EF4-FFF2-40B4-BE49-F238E27FC236}">
                <a16:creationId xmlns:a16="http://schemas.microsoft.com/office/drawing/2014/main" id="{AEC2544F-C33E-FCFD-74D5-39C18A8432FC}"/>
              </a:ext>
            </a:extLst>
          </p:cNvPr>
          <p:cNvSpPr>
            <a:spLocks noGrp="1"/>
          </p:cNvSpPr>
          <p:nvPr>
            <p:ph type="body" sz="quarter" idx="76"/>
          </p:nvPr>
        </p:nvSpPr>
        <p:spPr>
          <a:xfrm>
            <a:off x="9834245" y="1608900"/>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58" name="Text Placeholder 53">
            <a:extLst>
              <a:ext uri="{FF2B5EF4-FFF2-40B4-BE49-F238E27FC236}">
                <a16:creationId xmlns:a16="http://schemas.microsoft.com/office/drawing/2014/main" id="{FF862DDB-E549-E2B2-7EB8-BDEA0A2CDAC5}"/>
              </a:ext>
            </a:extLst>
          </p:cNvPr>
          <p:cNvSpPr>
            <a:spLocks noGrp="1"/>
          </p:cNvSpPr>
          <p:nvPr>
            <p:ph type="body" sz="quarter" idx="77"/>
          </p:nvPr>
        </p:nvSpPr>
        <p:spPr>
          <a:xfrm>
            <a:off x="2701925" y="3441256"/>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59" name="Text Placeholder 53">
            <a:extLst>
              <a:ext uri="{FF2B5EF4-FFF2-40B4-BE49-F238E27FC236}">
                <a16:creationId xmlns:a16="http://schemas.microsoft.com/office/drawing/2014/main" id="{8FA32677-0CDE-BE7F-B212-7DF792DD74EB}"/>
              </a:ext>
            </a:extLst>
          </p:cNvPr>
          <p:cNvSpPr>
            <a:spLocks noGrp="1"/>
          </p:cNvSpPr>
          <p:nvPr>
            <p:ph type="body" sz="quarter" idx="78"/>
          </p:nvPr>
        </p:nvSpPr>
        <p:spPr>
          <a:xfrm>
            <a:off x="5079365" y="3441256"/>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0" name="Text Placeholder 53">
            <a:extLst>
              <a:ext uri="{FF2B5EF4-FFF2-40B4-BE49-F238E27FC236}">
                <a16:creationId xmlns:a16="http://schemas.microsoft.com/office/drawing/2014/main" id="{1C74913B-D56E-5CE2-120D-47ECAAC2CF5D}"/>
              </a:ext>
            </a:extLst>
          </p:cNvPr>
          <p:cNvSpPr>
            <a:spLocks noGrp="1"/>
          </p:cNvSpPr>
          <p:nvPr>
            <p:ph type="body" sz="quarter" idx="79"/>
          </p:nvPr>
        </p:nvSpPr>
        <p:spPr>
          <a:xfrm>
            <a:off x="7456805" y="3441256"/>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1" name="Text Placeholder 53">
            <a:extLst>
              <a:ext uri="{FF2B5EF4-FFF2-40B4-BE49-F238E27FC236}">
                <a16:creationId xmlns:a16="http://schemas.microsoft.com/office/drawing/2014/main" id="{851641B6-844E-A925-B4FE-9A118C11686B}"/>
              </a:ext>
            </a:extLst>
          </p:cNvPr>
          <p:cNvSpPr>
            <a:spLocks noGrp="1"/>
          </p:cNvSpPr>
          <p:nvPr>
            <p:ph type="body" sz="quarter" idx="80"/>
          </p:nvPr>
        </p:nvSpPr>
        <p:spPr>
          <a:xfrm>
            <a:off x="9834245" y="3441256"/>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2" name="Text Placeholder 53">
            <a:extLst>
              <a:ext uri="{FF2B5EF4-FFF2-40B4-BE49-F238E27FC236}">
                <a16:creationId xmlns:a16="http://schemas.microsoft.com/office/drawing/2014/main" id="{6EC909BC-1BD7-824D-FC4F-D9AF250CBC13}"/>
              </a:ext>
            </a:extLst>
          </p:cNvPr>
          <p:cNvSpPr>
            <a:spLocks noGrp="1"/>
          </p:cNvSpPr>
          <p:nvPr>
            <p:ph type="body" sz="quarter" idx="81"/>
          </p:nvPr>
        </p:nvSpPr>
        <p:spPr>
          <a:xfrm>
            <a:off x="2701925" y="5196904"/>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3" name="Text Placeholder 53">
            <a:extLst>
              <a:ext uri="{FF2B5EF4-FFF2-40B4-BE49-F238E27FC236}">
                <a16:creationId xmlns:a16="http://schemas.microsoft.com/office/drawing/2014/main" id="{CC99A97F-C85A-A244-4EBE-AE50FCCFBBE1}"/>
              </a:ext>
            </a:extLst>
          </p:cNvPr>
          <p:cNvSpPr>
            <a:spLocks noGrp="1"/>
          </p:cNvSpPr>
          <p:nvPr>
            <p:ph type="body" sz="quarter" idx="82"/>
          </p:nvPr>
        </p:nvSpPr>
        <p:spPr>
          <a:xfrm>
            <a:off x="5079365" y="5196904"/>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4" name="Text Placeholder 53">
            <a:extLst>
              <a:ext uri="{FF2B5EF4-FFF2-40B4-BE49-F238E27FC236}">
                <a16:creationId xmlns:a16="http://schemas.microsoft.com/office/drawing/2014/main" id="{E4FCDA82-2C56-47FE-A5BE-F25EE091D5C4}"/>
              </a:ext>
            </a:extLst>
          </p:cNvPr>
          <p:cNvSpPr>
            <a:spLocks noGrp="1"/>
          </p:cNvSpPr>
          <p:nvPr>
            <p:ph type="body" sz="quarter" idx="83"/>
          </p:nvPr>
        </p:nvSpPr>
        <p:spPr>
          <a:xfrm>
            <a:off x="7456805" y="5196904"/>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5" name="Text Placeholder 53">
            <a:extLst>
              <a:ext uri="{FF2B5EF4-FFF2-40B4-BE49-F238E27FC236}">
                <a16:creationId xmlns:a16="http://schemas.microsoft.com/office/drawing/2014/main" id="{9AFE6FF9-D7A6-815A-2C9A-C20DD22FB276}"/>
              </a:ext>
            </a:extLst>
          </p:cNvPr>
          <p:cNvSpPr>
            <a:spLocks noGrp="1"/>
          </p:cNvSpPr>
          <p:nvPr>
            <p:ph type="body" sz="quarter" idx="84"/>
          </p:nvPr>
        </p:nvSpPr>
        <p:spPr>
          <a:xfrm>
            <a:off x="9834245" y="5196904"/>
            <a:ext cx="2359415" cy="1194589"/>
          </a:xfrm>
        </p:spPr>
        <p:txBody>
          <a:bodyPr>
            <a:noAutofit/>
          </a:bodyPr>
          <a:lstStyle>
            <a:lvl1pPr algn="ctr">
              <a:lnSpc>
                <a:spcPct val="110000"/>
              </a:lnSpc>
              <a:defRPr sz="900" spc="0" baseline="0">
                <a:latin typeface="+mn-lt"/>
              </a:defRPr>
            </a:lvl1pPr>
          </a:lstStyle>
          <a:p>
            <a:pPr lvl="0"/>
            <a:r>
              <a:rPr lang="en-US" dirty="0"/>
              <a:t>Click to edit Master text styles</a:t>
            </a:r>
          </a:p>
        </p:txBody>
      </p:sp>
      <p:sp>
        <p:nvSpPr>
          <p:cNvPr id="69" name="Slide Number Placeholder 5">
            <a:extLst>
              <a:ext uri="{FF2B5EF4-FFF2-40B4-BE49-F238E27FC236}">
                <a16:creationId xmlns:a16="http://schemas.microsoft.com/office/drawing/2014/main" id="{9FBE0B62-0BD5-4997-89D7-9E38F8919C50}"/>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45552866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3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B90E50E-7B02-4247-A2CC-074E388021E6}"/>
              </a:ext>
            </a:extLst>
          </p:cNvPr>
          <p:cNvSpPr>
            <a:spLocks noGrp="1"/>
          </p:cNvSpPr>
          <p:nvPr>
            <p:ph type="pic" sz="quarter" idx="18"/>
          </p:nvPr>
        </p:nvSpPr>
        <p:spPr>
          <a:xfrm>
            <a:off x="4060825" y="0"/>
            <a:ext cx="8131175" cy="6858000"/>
          </a:xfrm>
        </p:spPr>
        <p:txBody>
          <a:bodyPr>
            <a:normAutofit/>
          </a:bodyPr>
          <a:lstStyle>
            <a:lvl1pPr>
              <a:defRPr sz="1100">
                <a:latin typeface="Avenir Next" panose="020B0503020202020204" pitchFamily="34" charset="0"/>
              </a:defRPr>
            </a:lvl1pPr>
          </a:lstStyle>
          <a:p>
            <a:endParaRPr lang="en-US"/>
          </a:p>
        </p:txBody>
      </p:sp>
      <p:sp>
        <p:nvSpPr>
          <p:cNvPr id="2" name="Title 1"/>
          <p:cNvSpPr>
            <a:spLocks noGrp="1"/>
          </p:cNvSpPr>
          <p:nvPr>
            <p:ph type="title"/>
          </p:nvPr>
        </p:nvSpPr>
        <p:spPr>
          <a:xfrm>
            <a:off x="374904" y="502920"/>
            <a:ext cx="3555111" cy="845113"/>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1"/>
            <a:ext cx="3740261"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p:nvPr>
        </p:nvSpPr>
        <p:spPr>
          <a:xfrm>
            <a:off x="374904" y="1261872"/>
            <a:ext cx="3685921" cy="657815"/>
          </a:xfrm>
        </p:spPr>
        <p:txBody>
          <a:bodyPr lIns="0" r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0" name="Content Placeholder 2">
            <a:extLst>
              <a:ext uri="{FF2B5EF4-FFF2-40B4-BE49-F238E27FC236}">
                <a16:creationId xmlns:a16="http://schemas.microsoft.com/office/drawing/2014/main" id="{48DDCCDA-B4AC-6346-B43F-EF9A192D0DFD}"/>
              </a:ext>
            </a:extLst>
          </p:cNvPr>
          <p:cNvSpPr>
            <a:spLocks noGrp="1"/>
          </p:cNvSpPr>
          <p:nvPr>
            <p:ph idx="1" hasCustomPrompt="1"/>
          </p:nvPr>
        </p:nvSpPr>
        <p:spPr>
          <a:xfrm>
            <a:off x="374904" y="1947672"/>
            <a:ext cx="3685921" cy="3416226"/>
          </a:xfrm>
        </p:spPr>
        <p:txBody>
          <a:bodyPr lIns="0">
            <a:noAutofit/>
          </a:bodyPr>
          <a:lstStyle>
            <a:lvl1pPr marL="169863" indent="-169863">
              <a:lnSpc>
                <a:spcPct val="100000"/>
              </a:lnSpc>
              <a:spcBef>
                <a:spcPts val="1200"/>
              </a:spcBef>
              <a:buFont typeface="Arial" panose="020B0604020202020204" pitchFamily="34" charset="0"/>
              <a:buChar char="•"/>
              <a:defRPr sz="1400" spc="0">
                <a:solidFill>
                  <a:schemeClr val="tx1"/>
                </a:solidFill>
                <a:latin typeface="+mn-lt"/>
              </a:defRPr>
            </a:lvl1pPr>
            <a:lvl2pPr marL="0" indent="0">
              <a:lnSpc>
                <a:spcPct val="100000"/>
              </a:lnSpc>
              <a:spcBef>
                <a:spcPts val="1200"/>
              </a:spcBef>
              <a:buSzPct val="75000"/>
              <a:buNone/>
              <a:defRPr sz="1400" spc="0">
                <a:solidFill>
                  <a:schemeClr val="tx1"/>
                </a:solidFill>
                <a:latin typeface="+mn-lt"/>
              </a:defRPr>
            </a:lvl2pPr>
            <a:lvl3pPr marL="403225" indent="-160338">
              <a:lnSpc>
                <a:spcPct val="120000"/>
              </a:lnSpc>
              <a:buSzPct val="75000"/>
              <a:buFont typeface="Arial" panose="020B0604020202020204" pitchFamily="34" charset="0"/>
              <a:buChar char="ꟷ"/>
              <a:defRPr sz="1400" spc="0">
                <a:solidFill>
                  <a:srgbClr val="00095B"/>
                </a:solidFill>
                <a:latin typeface="+mn-lt"/>
              </a:defRPr>
            </a:lvl3pPr>
          </a:lstStyle>
          <a:p>
            <a:pPr lvl="0"/>
            <a:r>
              <a:rPr lang="en-US" dirty="0"/>
              <a:t>Click to edit master text styles</a:t>
            </a:r>
          </a:p>
          <a:p>
            <a:pPr lvl="2"/>
            <a:r>
              <a:rPr lang="en-US" dirty="0"/>
              <a:t>Second level</a:t>
            </a:r>
          </a:p>
        </p:txBody>
      </p:sp>
      <p:sp>
        <p:nvSpPr>
          <p:cNvPr id="11" name="Slide Number Placeholder 5">
            <a:extLst>
              <a:ext uri="{FF2B5EF4-FFF2-40B4-BE49-F238E27FC236}">
                <a16:creationId xmlns:a16="http://schemas.microsoft.com/office/drawing/2014/main" id="{D19B9673-99CC-4559-8EC0-AD9EAFFF2776}"/>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13733326"/>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Split_Data+Image">
    <p:bg>
      <p:bgPr>
        <a:solidFill>
          <a:schemeClr val="bg1"/>
        </a:solidFill>
        <a:effectLst/>
      </p:bgPr>
    </p:bg>
    <p:spTree>
      <p:nvGrpSpPr>
        <p:cNvPr id="1" name=""/>
        <p:cNvGrpSpPr/>
        <p:nvPr/>
      </p:nvGrpSpPr>
      <p:grpSpPr>
        <a:xfrm>
          <a:off x="0" y="0"/>
          <a:ext cx="0" cy="0"/>
          <a:chOff x="0" y="0"/>
          <a:chExt cx="0" cy="0"/>
        </a:xfrm>
      </p:grpSpPr>
      <p:sp>
        <p:nvSpPr>
          <p:cNvPr id="6" name="Picture Placeholder 2">
            <a:extLst>
              <a:ext uri="{FF2B5EF4-FFF2-40B4-BE49-F238E27FC236}">
                <a16:creationId xmlns:a16="http://schemas.microsoft.com/office/drawing/2014/main" id="{F57A811E-83B9-1249-8042-B156D5585F93}"/>
              </a:ext>
            </a:extLst>
          </p:cNvPr>
          <p:cNvSpPr>
            <a:spLocks noGrp="1"/>
          </p:cNvSpPr>
          <p:nvPr>
            <p:ph type="pic" sz="quarter" idx="24"/>
          </p:nvPr>
        </p:nvSpPr>
        <p:spPr>
          <a:xfrm>
            <a:off x="3956584" y="0"/>
            <a:ext cx="8235417" cy="6858000"/>
          </a:xfrm>
          <a:solidFill>
            <a:schemeClr val="bg2"/>
          </a:solidFill>
        </p:spPr>
        <p:txBody>
          <a:bodyPr anchor="ctr">
            <a:normAutofit/>
          </a:bodyPr>
          <a:lstStyle>
            <a:lvl1pPr algn="ctr">
              <a:defRPr sz="1100">
                <a:latin typeface="Avenir Next" panose="020B0503020202020204" pitchFamily="34" charset="0"/>
              </a:defRPr>
            </a:lvl1pPr>
          </a:lstStyle>
          <a:p>
            <a:endParaRPr lang="en-US" dirty="0"/>
          </a:p>
        </p:txBody>
      </p:sp>
      <p:sp>
        <p:nvSpPr>
          <p:cNvPr id="7" name="Text Placeholder 6">
            <a:extLst>
              <a:ext uri="{FF2B5EF4-FFF2-40B4-BE49-F238E27FC236}">
                <a16:creationId xmlns:a16="http://schemas.microsoft.com/office/drawing/2014/main" id="{B62750DD-61E4-B844-85EC-F5EAA97C1798}"/>
              </a:ext>
            </a:extLst>
          </p:cNvPr>
          <p:cNvSpPr>
            <a:spLocks noGrp="1"/>
          </p:cNvSpPr>
          <p:nvPr>
            <p:ph type="body" sz="quarter" idx="21" hasCustomPrompt="1"/>
          </p:nvPr>
        </p:nvSpPr>
        <p:spPr>
          <a:xfrm>
            <a:off x="320676" y="989720"/>
            <a:ext cx="3535042" cy="3563471"/>
          </a:xfrm>
          <a:prstGeom prst="rect">
            <a:avLst/>
          </a:prstGeom>
          <a:noFill/>
        </p:spPr>
        <p:txBody>
          <a:bodyPr wrap="none" lIns="0" rIns="0" bIns="0" anchor="b">
            <a:noAutofit/>
          </a:bodyPr>
          <a:lstStyle>
            <a:lvl1pPr marL="0" indent="0" algn="l" defTabSz="914400" rtl="0" eaLnBrk="1" latinLnBrk="0" hangingPunct="1">
              <a:lnSpc>
                <a:spcPct val="90000"/>
              </a:lnSpc>
              <a:spcBef>
                <a:spcPts val="1000"/>
              </a:spcBef>
              <a:buFont typeface="Arial"/>
              <a:buNone/>
              <a:defRPr lang="en-US" sz="15000" b="0" i="0" kern="1200" spc="5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p:nvPr>
        </p:nvSpPr>
        <p:spPr>
          <a:xfrm>
            <a:off x="320676" y="4331598"/>
            <a:ext cx="3526298" cy="1857329"/>
          </a:xfrm>
        </p:spPr>
        <p:txBody>
          <a:bodyPr anchor="t">
            <a:noAutofit/>
          </a:bodyPr>
          <a:lstStyle>
            <a:lvl1pPr marL="0" indent="0" algn="l" defTabSz="914400" rtl="0" eaLnBrk="1" latinLnBrk="0" hangingPunct="1">
              <a:lnSpc>
                <a:spcPct val="90000"/>
              </a:lnSpc>
              <a:spcBef>
                <a:spcPts val="1000"/>
              </a:spcBef>
              <a:buFont typeface="Arial"/>
              <a:buNone/>
              <a:defRPr lang="en-US" sz="2200" b="0" i="0" kern="1200" spc="50" baseline="0" dirty="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stStyle>
          <a:p>
            <a:pPr lvl="0"/>
            <a:r>
              <a:rPr lang="en-US" dirty="0"/>
              <a:t>Click to edit Master text styles</a:t>
            </a:r>
          </a:p>
        </p:txBody>
      </p:sp>
      <p:sp>
        <p:nvSpPr>
          <p:cNvPr id="4" name="Text Placeholder 8">
            <a:extLst>
              <a:ext uri="{FF2B5EF4-FFF2-40B4-BE49-F238E27FC236}">
                <a16:creationId xmlns:a16="http://schemas.microsoft.com/office/drawing/2014/main" id="{E68F50D7-C3D6-32B6-BB88-A3C2F0136D0B}"/>
              </a:ext>
            </a:extLst>
          </p:cNvPr>
          <p:cNvSpPr>
            <a:spLocks noGrp="1"/>
          </p:cNvSpPr>
          <p:nvPr>
            <p:ph type="body" sz="quarter" idx="13"/>
          </p:nvPr>
        </p:nvSpPr>
        <p:spPr>
          <a:xfrm>
            <a:off x="395000" y="286910"/>
            <a:ext cx="498894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pic>
        <p:nvPicPr>
          <p:cNvPr id="2" name="Graphic 1">
            <a:extLst>
              <a:ext uri="{FF2B5EF4-FFF2-40B4-BE49-F238E27FC236}">
                <a16:creationId xmlns:a16="http://schemas.microsoft.com/office/drawing/2014/main" id="{4438E21F-5FB3-AE84-DF2B-C9CC9DC2131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9" name="Slide Number Placeholder 5">
            <a:extLst>
              <a:ext uri="{FF2B5EF4-FFF2-40B4-BE49-F238E27FC236}">
                <a16:creationId xmlns:a16="http://schemas.microsoft.com/office/drawing/2014/main" id="{C923BA3D-700C-471F-B6F5-272BE7AC590B}"/>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740061676"/>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Three Column+Small Data callouts">
    <p:spTree>
      <p:nvGrpSpPr>
        <p:cNvPr id="1" name=""/>
        <p:cNvGrpSpPr/>
        <p:nvPr/>
      </p:nvGrpSpPr>
      <p:grpSpPr>
        <a:xfrm>
          <a:off x="0" y="0"/>
          <a:ext cx="0" cy="0"/>
          <a:chOff x="0" y="0"/>
          <a:chExt cx="0" cy="0"/>
        </a:xfrm>
      </p:grpSpPr>
      <p:sp>
        <p:nvSpPr>
          <p:cNvPr id="44" name="Picture Placeholder 3">
            <a:extLst>
              <a:ext uri="{FF2B5EF4-FFF2-40B4-BE49-F238E27FC236}">
                <a16:creationId xmlns:a16="http://schemas.microsoft.com/office/drawing/2014/main" id="{C802A0FB-C7A1-D447-BCB2-18AC1B8F0F04}"/>
              </a:ext>
            </a:extLst>
          </p:cNvPr>
          <p:cNvSpPr>
            <a:spLocks noGrp="1"/>
          </p:cNvSpPr>
          <p:nvPr>
            <p:ph type="pic" sz="quarter" idx="18"/>
          </p:nvPr>
        </p:nvSpPr>
        <p:spPr>
          <a:xfrm>
            <a:off x="0" y="-3"/>
            <a:ext cx="4382758" cy="3987683"/>
          </a:xfrm>
          <a:solidFill>
            <a:schemeClr val="bg2"/>
          </a:solidFill>
        </p:spPr>
        <p:txBody>
          <a:bodyPr>
            <a:normAutofit/>
          </a:bodyPr>
          <a:lstStyle>
            <a:lvl1pPr>
              <a:defRPr sz="1100">
                <a:solidFill>
                  <a:schemeClr val="tx1"/>
                </a:solidFill>
                <a:latin typeface="Avenir Next" panose="020B0503020202020204" pitchFamily="34" charset="0"/>
              </a:defRPr>
            </a:lvl1pPr>
          </a:lstStyle>
          <a:p>
            <a:r>
              <a:rPr lang="en-US" dirty="0"/>
              <a:t>Click icon to add picture</a:t>
            </a:r>
          </a:p>
        </p:txBody>
      </p:sp>
      <p:sp>
        <p:nvSpPr>
          <p:cNvPr id="48" name="Picture Placeholder 3">
            <a:extLst>
              <a:ext uri="{FF2B5EF4-FFF2-40B4-BE49-F238E27FC236}">
                <a16:creationId xmlns:a16="http://schemas.microsoft.com/office/drawing/2014/main" id="{7BBEDEAB-1AA2-BC4E-A916-CB901E1EF7DF}"/>
              </a:ext>
            </a:extLst>
          </p:cNvPr>
          <p:cNvSpPr>
            <a:spLocks noGrp="1"/>
          </p:cNvSpPr>
          <p:nvPr>
            <p:ph type="pic" sz="quarter" idx="27"/>
          </p:nvPr>
        </p:nvSpPr>
        <p:spPr>
          <a:xfrm>
            <a:off x="8122024" y="-3"/>
            <a:ext cx="4069976" cy="3987683"/>
          </a:xfrm>
          <a:solidFill>
            <a:schemeClr val="bg2"/>
          </a:solidFill>
        </p:spPr>
        <p:txBody>
          <a:bodyPr>
            <a:normAutofit/>
          </a:bodyPr>
          <a:lstStyle>
            <a:lvl1pPr>
              <a:defRPr sz="1100">
                <a:solidFill>
                  <a:schemeClr val="tx1"/>
                </a:solidFill>
                <a:latin typeface="Avenir Next" panose="020B0503020202020204" pitchFamily="34" charset="0"/>
              </a:defRPr>
            </a:lvl1pPr>
          </a:lstStyle>
          <a:p>
            <a:r>
              <a:rPr lang="en-US" dirty="0"/>
              <a:t>Click icon to add picture</a:t>
            </a:r>
          </a:p>
        </p:txBody>
      </p:sp>
      <p:sp>
        <p:nvSpPr>
          <p:cNvPr id="16" name="Rectangle 15">
            <a:extLst>
              <a:ext uri="{FF2B5EF4-FFF2-40B4-BE49-F238E27FC236}">
                <a16:creationId xmlns:a16="http://schemas.microsoft.com/office/drawing/2014/main" id="{9F89377A-4E13-2A43-97CC-FE1DAE5F5F08}"/>
              </a:ext>
            </a:extLst>
          </p:cNvPr>
          <p:cNvSpPr/>
          <p:nvPr/>
        </p:nvSpPr>
        <p:spPr>
          <a:xfrm>
            <a:off x="4064000" y="0"/>
            <a:ext cx="4064000" cy="68579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32" name="Text Placeholder 38">
            <a:extLst>
              <a:ext uri="{FF2B5EF4-FFF2-40B4-BE49-F238E27FC236}">
                <a16:creationId xmlns:a16="http://schemas.microsoft.com/office/drawing/2014/main" id="{431F5E9D-ACDE-3748-86BF-6659A4EE76D7}"/>
              </a:ext>
            </a:extLst>
          </p:cNvPr>
          <p:cNvSpPr>
            <a:spLocks noGrp="1"/>
          </p:cNvSpPr>
          <p:nvPr>
            <p:ph type="body" sz="quarter" idx="16"/>
          </p:nvPr>
        </p:nvSpPr>
        <p:spPr>
          <a:xfrm>
            <a:off x="348640" y="5241067"/>
            <a:ext cx="3376365" cy="1021948"/>
          </a:xfrm>
        </p:spPr>
        <p:txBody>
          <a:bodyPr lIns="0">
            <a:noAutofit/>
          </a:bodyPr>
          <a:lstStyle>
            <a:lvl1pPr>
              <a:lnSpc>
                <a:spcPct val="100000"/>
              </a:lnSpc>
              <a:spcBef>
                <a:spcPts val="0"/>
              </a:spcBef>
              <a:defRPr sz="2000" b="0" i="0" spc="-20" baseline="0">
                <a:solidFill>
                  <a:schemeClr val="tx1"/>
                </a:solidFill>
                <a:latin typeface="+mn-lt"/>
              </a:defRPr>
            </a:lvl1pPr>
          </a:lstStyle>
          <a:p>
            <a:pPr lvl="0"/>
            <a:r>
              <a:rPr lang="en-US" dirty="0"/>
              <a:t>Click to edit Master text styles</a:t>
            </a:r>
          </a:p>
        </p:txBody>
      </p:sp>
      <p:sp>
        <p:nvSpPr>
          <p:cNvPr id="33" name="Text Placeholder 6">
            <a:extLst>
              <a:ext uri="{FF2B5EF4-FFF2-40B4-BE49-F238E27FC236}">
                <a16:creationId xmlns:a16="http://schemas.microsoft.com/office/drawing/2014/main" id="{5BE7624B-B718-2F49-804D-F7762432859A}"/>
              </a:ext>
            </a:extLst>
          </p:cNvPr>
          <p:cNvSpPr>
            <a:spLocks noGrp="1"/>
          </p:cNvSpPr>
          <p:nvPr>
            <p:ph type="body" sz="quarter" idx="21" hasCustomPrompt="1"/>
          </p:nvPr>
        </p:nvSpPr>
        <p:spPr>
          <a:xfrm>
            <a:off x="348640" y="4252769"/>
            <a:ext cx="3311189" cy="1088289"/>
          </a:xfrm>
          <a:prstGeom prst="rect">
            <a:avLst/>
          </a:prstGeom>
          <a:noFill/>
        </p:spPr>
        <p:txBody>
          <a:bodyPr wrap="none" lIns="0" rIns="0" bIns="0" anchor="b">
            <a:noAutofit/>
          </a:bodyPr>
          <a:lstStyle>
            <a:lvl1pPr algn="l">
              <a:spcBef>
                <a:spcPts val="0"/>
              </a:spcBef>
              <a:defRPr sz="6600" b="0" i="0" spc="0" baseline="0">
                <a:solidFill>
                  <a:schemeClr val="tx1"/>
                </a:solidFill>
                <a:latin typeface="+mn-lt"/>
              </a:defRPr>
            </a:lvl1pPr>
          </a:lstStyle>
          <a:p>
            <a:pPr lvl="0"/>
            <a:r>
              <a:rPr lang="en-US" dirty="0"/>
              <a:t>XX</a:t>
            </a:r>
          </a:p>
        </p:txBody>
      </p:sp>
      <p:sp>
        <p:nvSpPr>
          <p:cNvPr id="38" name="Text Placeholder 38">
            <a:extLst>
              <a:ext uri="{FF2B5EF4-FFF2-40B4-BE49-F238E27FC236}">
                <a16:creationId xmlns:a16="http://schemas.microsoft.com/office/drawing/2014/main" id="{36511B17-30D2-154D-B266-262CF62DEEAF}"/>
              </a:ext>
            </a:extLst>
          </p:cNvPr>
          <p:cNvSpPr>
            <a:spLocks noGrp="1"/>
          </p:cNvSpPr>
          <p:nvPr>
            <p:ph type="body" sz="quarter" idx="22"/>
          </p:nvPr>
        </p:nvSpPr>
        <p:spPr>
          <a:xfrm>
            <a:off x="4382758" y="5241067"/>
            <a:ext cx="3376365" cy="1021948"/>
          </a:xfrm>
        </p:spPr>
        <p:txBody>
          <a:bodyPr lIns="0">
            <a:noAutofit/>
          </a:bodyPr>
          <a:lstStyle>
            <a:lvl1pPr>
              <a:lnSpc>
                <a:spcPct val="100000"/>
              </a:lnSpc>
              <a:spcBef>
                <a:spcPts val="0"/>
              </a:spcBef>
              <a:defRPr sz="2000" b="0" i="0" spc="-20" baseline="0">
                <a:solidFill>
                  <a:schemeClr val="tx1"/>
                </a:solidFill>
                <a:latin typeface="+mn-lt"/>
              </a:defRPr>
            </a:lvl1pPr>
          </a:lstStyle>
          <a:p>
            <a:pPr lvl="0"/>
            <a:r>
              <a:rPr lang="en-US" dirty="0"/>
              <a:t>Click to edit Master text styles</a:t>
            </a:r>
          </a:p>
        </p:txBody>
      </p:sp>
      <p:sp>
        <p:nvSpPr>
          <p:cNvPr id="39" name="Text Placeholder 6">
            <a:extLst>
              <a:ext uri="{FF2B5EF4-FFF2-40B4-BE49-F238E27FC236}">
                <a16:creationId xmlns:a16="http://schemas.microsoft.com/office/drawing/2014/main" id="{6C8DF35C-B430-6140-9C50-F7126BF21DDE}"/>
              </a:ext>
            </a:extLst>
          </p:cNvPr>
          <p:cNvSpPr>
            <a:spLocks noGrp="1"/>
          </p:cNvSpPr>
          <p:nvPr>
            <p:ph type="body" sz="quarter" idx="23" hasCustomPrompt="1"/>
          </p:nvPr>
        </p:nvSpPr>
        <p:spPr>
          <a:xfrm>
            <a:off x="4382758" y="4252769"/>
            <a:ext cx="3311189" cy="1088289"/>
          </a:xfrm>
          <a:prstGeom prst="rect">
            <a:avLst/>
          </a:prstGeom>
          <a:noFill/>
        </p:spPr>
        <p:txBody>
          <a:bodyPr wrap="none" lIns="0" rIns="0" bIns="0" anchor="b">
            <a:noAutofit/>
          </a:bodyPr>
          <a:lstStyle>
            <a:lvl1pPr algn="l">
              <a:spcBef>
                <a:spcPts val="0"/>
              </a:spcBef>
              <a:defRPr sz="6600" b="0" i="0" spc="0" baseline="0">
                <a:solidFill>
                  <a:schemeClr val="tx1"/>
                </a:solidFill>
                <a:latin typeface="+mn-lt"/>
              </a:defRPr>
            </a:lvl1pPr>
          </a:lstStyle>
          <a:p>
            <a:pPr lvl="0"/>
            <a:r>
              <a:rPr lang="en-US" dirty="0"/>
              <a:t>XX</a:t>
            </a:r>
          </a:p>
        </p:txBody>
      </p:sp>
      <p:sp>
        <p:nvSpPr>
          <p:cNvPr id="40" name="Text Placeholder 38">
            <a:extLst>
              <a:ext uri="{FF2B5EF4-FFF2-40B4-BE49-F238E27FC236}">
                <a16:creationId xmlns:a16="http://schemas.microsoft.com/office/drawing/2014/main" id="{F11435E4-3EC8-8641-B725-4EEBD5951D82}"/>
              </a:ext>
            </a:extLst>
          </p:cNvPr>
          <p:cNvSpPr>
            <a:spLocks noGrp="1"/>
          </p:cNvSpPr>
          <p:nvPr>
            <p:ph type="body" sz="quarter" idx="24"/>
          </p:nvPr>
        </p:nvSpPr>
        <p:spPr>
          <a:xfrm>
            <a:off x="8457217" y="5241067"/>
            <a:ext cx="3376365" cy="1021948"/>
          </a:xfrm>
        </p:spPr>
        <p:txBody>
          <a:bodyPr lIns="0">
            <a:noAutofit/>
          </a:bodyPr>
          <a:lstStyle>
            <a:lvl1pPr>
              <a:lnSpc>
                <a:spcPct val="100000"/>
              </a:lnSpc>
              <a:spcBef>
                <a:spcPts val="0"/>
              </a:spcBef>
              <a:defRPr sz="2000" b="0" i="0" spc="-20" baseline="0">
                <a:solidFill>
                  <a:schemeClr val="tx1"/>
                </a:solidFill>
                <a:latin typeface="+mn-lt"/>
              </a:defRPr>
            </a:lvl1pPr>
          </a:lstStyle>
          <a:p>
            <a:pPr lvl="0"/>
            <a:r>
              <a:rPr lang="en-US" dirty="0"/>
              <a:t>Click to edit Master text styles</a:t>
            </a:r>
          </a:p>
        </p:txBody>
      </p:sp>
      <p:sp>
        <p:nvSpPr>
          <p:cNvPr id="41" name="Text Placeholder 6">
            <a:extLst>
              <a:ext uri="{FF2B5EF4-FFF2-40B4-BE49-F238E27FC236}">
                <a16:creationId xmlns:a16="http://schemas.microsoft.com/office/drawing/2014/main" id="{1B84F539-EBAA-3049-BAB2-2187B857EF02}"/>
              </a:ext>
            </a:extLst>
          </p:cNvPr>
          <p:cNvSpPr>
            <a:spLocks noGrp="1"/>
          </p:cNvSpPr>
          <p:nvPr>
            <p:ph type="body" sz="quarter" idx="25" hasCustomPrompt="1"/>
          </p:nvPr>
        </p:nvSpPr>
        <p:spPr>
          <a:xfrm>
            <a:off x="8457217" y="4252769"/>
            <a:ext cx="3311189" cy="1088289"/>
          </a:xfrm>
          <a:prstGeom prst="rect">
            <a:avLst/>
          </a:prstGeom>
          <a:noFill/>
        </p:spPr>
        <p:txBody>
          <a:bodyPr wrap="none" lIns="0" rIns="0" bIns="0" anchor="b">
            <a:noAutofit/>
          </a:bodyPr>
          <a:lstStyle>
            <a:lvl1pPr algn="l">
              <a:spcBef>
                <a:spcPts val="0"/>
              </a:spcBef>
              <a:defRPr sz="6600" b="0" i="0" spc="0" baseline="0">
                <a:solidFill>
                  <a:schemeClr val="tx1"/>
                </a:solidFill>
                <a:latin typeface="+mn-lt"/>
              </a:defRPr>
            </a:lvl1pPr>
          </a:lstStyle>
          <a:p>
            <a:pPr lvl="0"/>
            <a:r>
              <a:rPr lang="en-US" dirty="0"/>
              <a:t>XX</a:t>
            </a:r>
          </a:p>
        </p:txBody>
      </p:sp>
      <p:sp>
        <p:nvSpPr>
          <p:cNvPr id="45" name="Picture Placeholder 3">
            <a:extLst>
              <a:ext uri="{FF2B5EF4-FFF2-40B4-BE49-F238E27FC236}">
                <a16:creationId xmlns:a16="http://schemas.microsoft.com/office/drawing/2014/main" id="{C7324422-4DB7-2F44-9E38-7AC0F3A411FB}"/>
              </a:ext>
            </a:extLst>
          </p:cNvPr>
          <p:cNvSpPr>
            <a:spLocks noGrp="1"/>
          </p:cNvSpPr>
          <p:nvPr>
            <p:ph type="pic" sz="quarter" idx="26"/>
          </p:nvPr>
        </p:nvSpPr>
        <p:spPr>
          <a:xfrm>
            <a:off x="4065874" y="-3"/>
            <a:ext cx="4060252" cy="3987683"/>
          </a:xfrm>
          <a:solidFill>
            <a:schemeClr val="bg1"/>
          </a:solidFill>
        </p:spPr>
        <p:txBody>
          <a:bodyPr>
            <a:normAutofit/>
          </a:bodyPr>
          <a:lstStyle>
            <a:lvl1pPr>
              <a:defRPr sz="1100">
                <a:solidFill>
                  <a:schemeClr val="tx1"/>
                </a:solidFill>
                <a:latin typeface="Avenir Next" panose="020B0503020202020204" pitchFamily="34" charset="0"/>
              </a:defRPr>
            </a:lvl1pPr>
          </a:lstStyle>
          <a:p>
            <a:r>
              <a:rPr lang="en-US" dirty="0"/>
              <a:t>Click icon to add picture</a:t>
            </a:r>
          </a:p>
        </p:txBody>
      </p:sp>
      <p:grpSp>
        <p:nvGrpSpPr>
          <p:cNvPr id="7" name="Group 6">
            <a:extLst>
              <a:ext uri="{FF2B5EF4-FFF2-40B4-BE49-F238E27FC236}">
                <a16:creationId xmlns:a16="http://schemas.microsoft.com/office/drawing/2014/main" id="{0FC77CD5-08C0-71DF-22FC-D90FC8D82341}"/>
              </a:ext>
            </a:extLst>
          </p:cNvPr>
          <p:cNvGrpSpPr/>
          <p:nvPr userDrawn="1"/>
        </p:nvGrpSpPr>
        <p:grpSpPr>
          <a:xfrm>
            <a:off x="836" y="3986114"/>
            <a:ext cx="12191164" cy="64008"/>
            <a:chOff x="836" y="3993779"/>
            <a:chExt cx="12191164" cy="215149"/>
          </a:xfrm>
        </p:grpSpPr>
        <p:sp>
          <p:nvSpPr>
            <p:cNvPr id="4" name="Rectangle 3">
              <a:extLst>
                <a:ext uri="{FF2B5EF4-FFF2-40B4-BE49-F238E27FC236}">
                  <a16:creationId xmlns:a16="http://schemas.microsoft.com/office/drawing/2014/main" id="{27E1E229-A50D-CB6E-7070-A7AC926C8ABB}"/>
                </a:ext>
              </a:extLst>
            </p:cNvPr>
            <p:cNvSpPr/>
            <p:nvPr userDrawn="1"/>
          </p:nvSpPr>
          <p:spPr>
            <a:xfrm>
              <a:off x="836" y="3993779"/>
              <a:ext cx="4062884" cy="21514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5" name="Rectangle 4">
              <a:extLst>
                <a:ext uri="{FF2B5EF4-FFF2-40B4-BE49-F238E27FC236}">
                  <a16:creationId xmlns:a16="http://schemas.microsoft.com/office/drawing/2014/main" id="{6BC356EC-83E4-AA37-A824-417C67D0F6D2}"/>
                </a:ext>
              </a:extLst>
            </p:cNvPr>
            <p:cNvSpPr/>
            <p:nvPr userDrawn="1"/>
          </p:nvSpPr>
          <p:spPr>
            <a:xfrm>
              <a:off x="4063242" y="3993779"/>
              <a:ext cx="4069080" cy="21514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sp>
          <p:nvSpPr>
            <p:cNvPr id="6" name="Rectangle 5">
              <a:extLst>
                <a:ext uri="{FF2B5EF4-FFF2-40B4-BE49-F238E27FC236}">
                  <a16:creationId xmlns:a16="http://schemas.microsoft.com/office/drawing/2014/main" id="{101246F1-A1F6-12DE-07B1-8C6C2858F8FB}"/>
                </a:ext>
              </a:extLst>
            </p:cNvPr>
            <p:cNvSpPr/>
            <p:nvPr userDrawn="1"/>
          </p:nvSpPr>
          <p:spPr>
            <a:xfrm>
              <a:off x="8129116" y="3993779"/>
              <a:ext cx="4062884" cy="21514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latin typeface="Avenir Next" panose="020B0503020202020204" pitchFamily="34" charset="0"/>
              </a:endParaRPr>
            </a:p>
          </p:txBody>
        </p:sp>
      </p:grpSp>
      <p:sp>
        <p:nvSpPr>
          <p:cNvPr id="18" name="Slide Number Placeholder 5">
            <a:extLst>
              <a:ext uri="{FF2B5EF4-FFF2-40B4-BE49-F238E27FC236}">
                <a16:creationId xmlns:a16="http://schemas.microsoft.com/office/drawing/2014/main" id="{EBAC45C7-9ACA-4203-9384-9E76F2ACA4BE}"/>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091988221"/>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guide id="5" orient="horz" pos="806">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rom To">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F9F1F5A-08C3-F14A-AADC-44E5019280E7}"/>
              </a:ext>
            </a:extLst>
          </p:cNvPr>
          <p:cNvSpPr/>
          <p:nvPr userDrawn="1"/>
        </p:nvSpPr>
        <p:spPr>
          <a:xfrm>
            <a:off x="6108589" y="1"/>
            <a:ext cx="6099728"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p:cNvSpPr>
            <a:spLocks noGrp="1"/>
          </p:cNvSpPr>
          <p:nvPr>
            <p:ph type="body" sz="quarter" idx="13"/>
          </p:nvPr>
        </p:nvSpPr>
        <p:spPr>
          <a:xfrm>
            <a:off x="395000" y="286911"/>
            <a:ext cx="5335305" cy="216010"/>
          </a:xfrm>
        </p:spPr>
        <p:txBody>
          <a:bodyPr lIns="0" anchor="t">
            <a:noAutofit/>
          </a:bodyPr>
          <a:lstStyle>
            <a:lvl1pPr>
              <a:defRPr lang="en-US" sz="900" b="0" i="0" kern="1200" cap="all" spc="300" baseline="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C76D422-6A8E-8F4E-870E-AE1452E6C4D9}"/>
              </a:ext>
            </a:extLst>
          </p:cNvPr>
          <p:cNvSpPr>
            <a:spLocks noGrp="1"/>
          </p:cNvSpPr>
          <p:nvPr>
            <p:ph type="title"/>
          </p:nvPr>
        </p:nvSpPr>
        <p:spPr>
          <a:xfrm>
            <a:off x="374904" y="502920"/>
            <a:ext cx="5335305" cy="1058974"/>
          </a:xfrm>
        </p:spPr>
        <p:txBody>
          <a:bodyPr lIns="0">
            <a:noAutofit/>
          </a:bodyPr>
          <a:lstStyle>
            <a:lvl1pPr>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endParaRPr lang="en-US" dirty="0"/>
          </a:p>
        </p:txBody>
      </p:sp>
      <p:sp>
        <p:nvSpPr>
          <p:cNvPr id="4" name="Text Placeholder 3">
            <a:extLst>
              <a:ext uri="{FF2B5EF4-FFF2-40B4-BE49-F238E27FC236}">
                <a16:creationId xmlns:a16="http://schemas.microsoft.com/office/drawing/2014/main" id="{B3CAEB70-2603-7843-90E6-621093D2F0AC}"/>
              </a:ext>
            </a:extLst>
          </p:cNvPr>
          <p:cNvSpPr>
            <a:spLocks noGrp="1"/>
          </p:cNvSpPr>
          <p:nvPr>
            <p:ph type="body" sz="quarter" idx="19"/>
          </p:nvPr>
        </p:nvSpPr>
        <p:spPr>
          <a:xfrm>
            <a:off x="6545263" y="502920"/>
            <a:ext cx="4732338" cy="914400"/>
          </a:xfrm>
        </p:spPr>
        <p:txBody>
          <a:bodyPr lIns="0">
            <a:noAutofit/>
          </a:bodyPr>
          <a:lstStyle>
            <a:lvl1pPr>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vl2pPr>
              <a:defRPr sz="3200">
                <a:solidFill>
                  <a:schemeClr val="bg1"/>
                </a:solidFill>
              </a:defRPr>
            </a:lvl2pPr>
            <a:lvl3pPr>
              <a:defRPr sz="3200">
                <a:solidFill>
                  <a:schemeClr val="bg1"/>
                </a:solidFill>
              </a:defRPr>
            </a:lvl3pPr>
            <a:lvl4pPr>
              <a:defRPr sz="3200">
                <a:solidFill>
                  <a:schemeClr val="bg1"/>
                </a:solidFill>
              </a:defRPr>
            </a:lvl4pPr>
            <a:lvl5pPr>
              <a:defRPr sz="3200">
                <a:solidFill>
                  <a:schemeClr val="bg1"/>
                </a:solidFill>
              </a:defRPr>
            </a:lvl5pPr>
          </a:lstStyle>
          <a:p>
            <a:pPr lvl="0"/>
            <a:r>
              <a:rPr lang="en-US" dirty="0"/>
              <a:t>Click to edit Master text styles</a:t>
            </a:r>
          </a:p>
        </p:txBody>
      </p:sp>
      <p:sp>
        <p:nvSpPr>
          <p:cNvPr id="6" name="Text Placeholder 5">
            <a:extLst>
              <a:ext uri="{FF2B5EF4-FFF2-40B4-BE49-F238E27FC236}">
                <a16:creationId xmlns:a16="http://schemas.microsoft.com/office/drawing/2014/main" id="{5751DD1E-B300-B342-B2A1-9E05758A5B80}"/>
              </a:ext>
            </a:extLst>
          </p:cNvPr>
          <p:cNvSpPr>
            <a:spLocks noGrp="1"/>
          </p:cNvSpPr>
          <p:nvPr>
            <p:ph type="body" sz="quarter" idx="21"/>
          </p:nvPr>
        </p:nvSpPr>
        <p:spPr>
          <a:xfrm>
            <a:off x="374904" y="2564802"/>
            <a:ext cx="4852303" cy="3368485"/>
          </a:xfrm>
        </p:spPr>
        <p:txBody>
          <a:bodyPr lIns="0">
            <a:noAutofit/>
          </a:bodyPr>
          <a:lstStyle>
            <a:lvl1pPr>
              <a:lnSpc>
                <a:spcPct val="110000"/>
              </a:lnSpc>
              <a:spcBef>
                <a:spcPts val="1200"/>
              </a:spcBef>
              <a:defRPr sz="2200" b="0" i="0" spc="0">
                <a:latin typeface="+mn-lt"/>
              </a:defRPr>
            </a:lvl1pPr>
            <a:lvl2pPr>
              <a:defRPr sz="2400" b="0" i="0">
                <a:latin typeface="Ford Antenna Medium" panose="02000505000000020004" pitchFamily="2" charset="0"/>
              </a:defRPr>
            </a:lvl2pPr>
            <a:lvl3pPr>
              <a:defRPr sz="2400" b="0" i="0">
                <a:latin typeface="Ford Antenna Medium" panose="02000505000000020004" pitchFamily="2" charset="0"/>
              </a:defRPr>
            </a:lvl3pPr>
            <a:lvl4pPr>
              <a:defRPr sz="2400" b="0" i="0">
                <a:latin typeface="Ford Antenna Medium" panose="02000505000000020004" pitchFamily="2" charset="0"/>
              </a:defRPr>
            </a:lvl4pPr>
            <a:lvl5pPr>
              <a:defRPr sz="2400" b="0" i="0">
                <a:latin typeface="Ford Antenna Medium" panose="02000505000000020004" pitchFamily="2" charset="0"/>
              </a:defRPr>
            </a:lvl5pPr>
          </a:lstStyle>
          <a:p>
            <a:pPr lvl="0"/>
            <a:r>
              <a:rPr lang="en-US" dirty="0"/>
              <a:t>Click to edit Master text styles</a:t>
            </a:r>
          </a:p>
        </p:txBody>
      </p:sp>
      <p:sp>
        <p:nvSpPr>
          <p:cNvPr id="24" name="Text Placeholder 5">
            <a:extLst>
              <a:ext uri="{FF2B5EF4-FFF2-40B4-BE49-F238E27FC236}">
                <a16:creationId xmlns:a16="http://schemas.microsoft.com/office/drawing/2014/main" id="{439F9038-0812-1D4F-8B28-C0F2AE4F053E}"/>
              </a:ext>
            </a:extLst>
          </p:cNvPr>
          <p:cNvSpPr>
            <a:spLocks noGrp="1"/>
          </p:cNvSpPr>
          <p:nvPr>
            <p:ph type="body" sz="quarter" idx="22"/>
          </p:nvPr>
        </p:nvSpPr>
        <p:spPr>
          <a:xfrm>
            <a:off x="6556344" y="2564802"/>
            <a:ext cx="4852303" cy="3368485"/>
          </a:xfrm>
        </p:spPr>
        <p:txBody>
          <a:bodyPr lIns="0">
            <a:noAutofit/>
          </a:bodyPr>
          <a:lstStyle>
            <a:lvl1pPr>
              <a:lnSpc>
                <a:spcPct val="110000"/>
              </a:lnSpc>
              <a:spcBef>
                <a:spcPts val="1200"/>
              </a:spcBef>
              <a:defRPr sz="2200" b="0" i="0" spc="0">
                <a:solidFill>
                  <a:schemeClr val="tx1"/>
                </a:solidFill>
                <a:latin typeface="+mn-lt"/>
              </a:defRPr>
            </a:lvl1pPr>
            <a:lvl2pPr>
              <a:defRPr sz="2400" b="0" i="0">
                <a:latin typeface="Ford Antenna Medium" panose="02000505000000020004" pitchFamily="2" charset="0"/>
              </a:defRPr>
            </a:lvl2pPr>
            <a:lvl3pPr>
              <a:defRPr sz="2400" b="0" i="0">
                <a:latin typeface="Ford Antenna Medium" panose="02000505000000020004" pitchFamily="2" charset="0"/>
              </a:defRPr>
            </a:lvl3pPr>
            <a:lvl4pPr>
              <a:defRPr sz="2400" b="0" i="0">
                <a:latin typeface="Ford Antenna Medium" panose="02000505000000020004" pitchFamily="2" charset="0"/>
              </a:defRPr>
            </a:lvl4pPr>
            <a:lvl5pPr>
              <a:defRPr sz="2400" b="0" i="0">
                <a:latin typeface="Ford Antenna Medium" panose="02000505000000020004" pitchFamily="2" charset="0"/>
              </a:defRPr>
            </a:lvl5pPr>
          </a:lstStyle>
          <a:p>
            <a:pPr lvl="0"/>
            <a:r>
              <a:rPr lang="en-US" dirty="0"/>
              <a:t>Click to edit Master text styles</a:t>
            </a:r>
          </a:p>
        </p:txBody>
      </p:sp>
      <p:pic>
        <p:nvPicPr>
          <p:cNvPr id="2" name="Graphic 1">
            <a:extLst>
              <a:ext uri="{FF2B5EF4-FFF2-40B4-BE49-F238E27FC236}">
                <a16:creationId xmlns:a16="http://schemas.microsoft.com/office/drawing/2014/main" id="{E00E325B-A44A-65E4-6C84-A7306AC7A70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3" name="Slide Number Placeholder 5">
            <a:extLst>
              <a:ext uri="{FF2B5EF4-FFF2-40B4-BE49-F238E27FC236}">
                <a16:creationId xmlns:a16="http://schemas.microsoft.com/office/drawing/2014/main" id="{D70E297B-6B9F-4740-96D0-F5ADE9EE11C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662208129"/>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guide id="5" pos="4123"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rom To w/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F9F1F5A-08C3-F14A-AADC-44E5019280E7}"/>
              </a:ext>
            </a:extLst>
          </p:cNvPr>
          <p:cNvSpPr/>
          <p:nvPr userDrawn="1"/>
        </p:nvSpPr>
        <p:spPr>
          <a:xfrm>
            <a:off x="6092272" y="1"/>
            <a:ext cx="6099728"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Picture Placeholder 4">
            <a:extLst>
              <a:ext uri="{FF2B5EF4-FFF2-40B4-BE49-F238E27FC236}">
                <a16:creationId xmlns:a16="http://schemas.microsoft.com/office/drawing/2014/main" id="{09F620C6-DC94-1944-A0D8-E02DB2A52116}"/>
              </a:ext>
            </a:extLst>
          </p:cNvPr>
          <p:cNvSpPr>
            <a:spLocks noGrp="1"/>
          </p:cNvSpPr>
          <p:nvPr>
            <p:ph type="pic" sz="quarter" idx="24"/>
          </p:nvPr>
        </p:nvSpPr>
        <p:spPr>
          <a:xfrm>
            <a:off x="6581247" y="1619250"/>
            <a:ext cx="4344987" cy="2751138"/>
          </a:xfrm>
          <a:solidFill>
            <a:schemeClr val="bg1"/>
          </a:solidFill>
        </p:spPr>
        <p:txBody>
          <a:bodyPr>
            <a:normAutofit/>
          </a:bodyPr>
          <a:lstStyle>
            <a:lvl1pPr>
              <a:defRPr sz="1100">
                <a:latin typeface="Avenir Next" panose="020B0503020202020204" pitchFamily="34" charset="0"/>
              </a:defRPr>
            </a:lvl1pPr>
          </a:lstStyle>
          <a:p>
            <a:endParaRPr lang="en-US"/>
          </a:p>
        </p:txBody>
      </p:sp>
      <p:sp>
        <p:nvSpPr>
          <p:cNvPr id="5" name="Picture Placeholder 4">
            <a:extLst>
              <a:ext uri="{FF2B5EF4-FFF2-40B4-BE49-F238E27FC236}">
                <a16:creationId xmlns:a16="http://schemas.microsoft.com/office/drawing/2014/main" id="{DB579F9C-631C-4446-B3CC-EE81CFF91AB6}"/>
              </a:ext>
            </a:extLst>
          </p:cNvPr>
          <p:cNvSpPr>
            <a:spLocks noGrp="1"/>
          </p:cNvSpPr>
          <p:nvPr>
            <p:ph type="pic" sz="quarter" idx="23"/>
          </p:nvPr>
        </p:nvSpPr>
        <p:spPr>
          <a:xfrm>
            <a:off x="366713" y="1619250"/>
            <a:ext cx="4344987" cy="2751138"/>
          </a:xfrm>
          <a:solidFill>
            <a:schemeClr val="bg2"/>
          </a:solidFill>
        </p:spPr>
        <p:txBody>
          <a:bodyPr>
            <a:normAutofit/>
          </a:bodyPr>
          <a:lstStyle>
            <a:lvl1pPr>
              <a:defRPr sz="1100">
                <a:latin typeface="Avenir Next" panose="020B0503020202020204" pitchFamily="34" charset="0"/>
              </a:defRPr>
            </a:lvl1pPr>
          </a:lstStyle>
          <a:p>
            <a:endParaRPr lang="en-US" dirty="0"/>
          </a:p>
        </p:txBody>
      </p:sp>
      <p:sp>
        <p:nvSpPr>
          <p:cNvPr id="9" name="Text Placeholder 8"/>
          <p:cNvSpPr>
            <a:spLocks noGrp="1"/>
          </p:cNvSpPr>
          <p:nvPr>
            <p:ph type="body" sz="quarter" idx="13"/>
          </p:nvPr>
        </p:nvSpPr>
        <p:spPr>
          <a:xfrm>
            <a:off x="395000" y="286911"/>
            <a:ext cx="5335305" cy="216010"/>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C76D422-6A8E-8F4E-870E-AE1452E6C4D9}"/>
              </a:ext>
            </a:extLst>
          </p:cNvPr>
          <p:cNvSpPr>
            <a:spLocks noGrp="1"/>
          </p:cNvSpPr>
          <p:nvPr>
            <p:ph type="title"/>
          </p:nvPr>
        </p:nvSpPr>
        <p:spPr>
          <a:xfrm>
            <a:off x="374904" y="502920"/>
            <a:ext cx="5335305" cy="1058974"/>
          </a:xfrm>
        </p:spPr>
        <p:txBody>
          <a:bodyPr lIns="0">
            <a:noAutofit/>
          </a:bodyPr>
          <a:lstStyle>
            <a:lvl1pPr>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endParaRPr lang="en-US" dirty="0"/>
          </a:p>
        </p:txBody>
      </p:sp>
      <p:sp>
        <p:nvSpPr>
          <p:cNvPr id="4" name="Text Placeholder 3">
            <a:extLst>
              <a:ext uri="{FF2B5EF4-FFF2-40B4-BE49-F238E27FC236}">
                <a16:creationId xmlns:a16="http://schemas.microsoft.com/office/drawing/2014/main" id="{B3CAEB70-2603-7843-90E6-621093D2F0AC}"/>
              </a:ext>
            </a:extLst>
          </p:cNvPr>
          <p:cNvSpPr>
            <a:spLocks noGrp="1"/>
          </p:cNvSpPr>
          <p:nvPr>
            <p:ph type="body" sz="quarter" idx="19"/>
          </p:nvPr>
        </p:nvSpPr>
        <p:spPr>
          <a:xfrm>
            <a:off x="6545263" y="502920"/>
            <a:ext cx="4732338" cy="914400"/>
          </a:xfrm>
        </p:spPr>
        <p:txBody>
          <a:bodyPr lIns="0">
            <a:noAutofit/>
          </a:bodyPr>
          <a:lstStyle>
            <a:lvl1pPr>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vl2pPr>
              <a:defRPr sz="3200">
                <a:solidFill>
                  <a:schemeClr val="bg1"/>
                </a:solidFill>
              </a:defRPr>
            </a:lvl2pPr>
            <a:lvl3pPr>
              <a:defRPr sz="3200">
                <a:solidFill>
                  <a:schemeClr val="bg1"/>
                </a:solidFill>
              </a:defRPr>
            </a:lvl3pPr>
            <a:lvl4pPr>
              <a:defRPr sz="3200">
                <a:solidFill>
                  <a:schemeClr val="bg1"/>
                </a:solidFill>
              </a:defRPr>
            </a:lvl4pPr>
            <a:lvl5pPr>
              <a:defRPr sz="3200">
                <a:solidFill>
                  <a:schemeClr val="bg1"/>
                </a:solidFill>
              </a:defRPr>
            </a:lvl5pPr>
          </a:lstStyle>
          <a:p>
            <a:pPr lvl="0"/>
            <a:r>
              <a:rPr lang="en-US" dirty="0"/>
              <a:t>Click to edit Master text styles</a:t>
            </a:r>
          </a:p>
        </p:txBody>
      </p:sp>
      <p:sp>
        <p:nvSpPr>
          <p:cNvPr id="6" name="Text Placeholder 5">
            <a:extLst>
              <a:ext uri="{FF2B5EF4-FFF2-40B4-BE49-F238E27FC236}">
                <a16:creationId xmlns:a16="http://schemas.microsoft.com/office/drawing/2014/main" id="{5751DD1E-B300-B342-B2A1-9E05758A5B80}"/>
              </a:ext>
            </a:extLst>
          </p:cNvPr>
          <p:cNvSpPr>
            <a:spLocks noGrp="1"/>
          </p:cNvSpPr>
          <p:nvPr>
            <p:ph type="body" sz="quarter" idx="21"/>
          </p:nvPr>
        </p:nvSpPr>
        <p:spPr>
          <a:xfrm>
            <a:off x="374904" y="4526281"/>
            <a:ext cx="4852303" cy="1895158"/>
          </a:xfrm>
        </p:spPr>
        <p:txBody>
          <a:bodyPr lIns="0">
            <a:noAutofit/>
          </a:bodyPr>
          <a:lstStyle>
            <a:lvl1pPr>
              <a:lnSpc>
                <a:spcPct val="110000"/>
              </a:lnSpc>
              <a:spcBef>
                <a:spcPts val="1200"/>
              </a:spcBef>
              <a:defRPr sz="2200" b="0" i="0" spc="0">
                <a:latin typeface="+mn-lt"/>
              </a:defRPr>
            </a:lvl1pPr>
            <a:lvl2pPr>
              <a:defRPr sz="2400" b="0" i="0">
                <a:latin typeface="Ford Antenna Medium" panose="02000505000000020004" pitchFamily="2" charset="0"/>
              </a:defRPr>
            </a:lvl2pPr>
            <a:lvl3pPr>
              <a:defRPr sz="2400" b="0" i="0">
                <a:latin typeface="Ford Antenna Medium" panose="02000505000000020004" pitchFamily="2" charset="0"/>
              </a:defRPr>
            </a:lvl3pPr>
            <a:lvl4pPr>
              <a:defRPr sz="2400" b="0" i="0">
                <a:latin typeface="Ford Antenna Medium" panose="02000505000000020004" pitchFamily="2" charset="0"/>
              </a:defRPr>
            </a:lvl4pPr>
            <a:lvl5pPr>
              <a:defRPr sz="2400" b="0" i="0">
                <a:latin typeface="Ford Antenna Medium" panose="02000505000000020004" pitchFamily="2" charset="0"/>
              </a:defRPr>
            </a:lvl5pPr>
          </a:lstStyle>
          <a:p>
            <a:pPr lvl="0"/>
            <a:r>
              <a:rPr lang="en-US" dirty="0"/>
              <a:t>Click to edit Master text styles</a:t>
            </a:r>
          </a:p>
        </p:txBody>
      </p:sp>
      <p:sp>
        <p:nvSpPr>
          <p:cNvPr id="24" name="Text Placeholder 5">
            <a:extLst>
              <a:ext uri="{FF2B5EF4-FFF2-40B4-BE49-F238E27FC236}">
                <a16:creationId xmlns:a16="http://schemas.microsoft.com/office/drawing/2014/main" id="{439F9038-0812-1D4F-8B28-C0F2AE4F053E}"/>
              </a:ext>
            </a:extLst>
          </p:cNvPr>
          <p:cNvSpPr>
            <a:spLocks noGrp="1"/>
          </p:cNvSpPr>
          <p:nvPr>
            <p:ph type="body" sz="quarter" idx="22"/>
          </p:nvPr>
        </p:nvSpPr>
        <p:spPr>
          <a:xfrm>
            <a:off x="6556344" y="4526281"/>
            <a:ext cx="4852303" cy="1895158"/>
          </a:xfrm>
        </p:spPr>
        <p:txBody>
          <a:bodyPr lIns="0">
            <a:noAutofit/>
          </a:bodyPr>
          <a:lstStyle>
            <a:lvl1pPr>
              <a:lnSpc>
                <a:spcPct val="110000"/>
              </a:lnSpc>
              <a:spcBef>
                <a:spcPts val="1200"/>
              </a:spcBef>
              <a:defRPr sz="2200" b="0" i="0" spc="0">
                <a:solidFill>
                  <a:schemeClr val="tx1"/>
                </a:solidFill>
                <a:latin typeface="+mn-lt"/>
              </a:defRPr>
            </a:lvl1pPr>
            <a:lvl2pPr>
              <a:defRPr sz="2400" b="0" i="0">
                <a:latin typeface="Ford Antenna Medium" panose="02000505000000020004" pitchFamily="2" charset="0"/>
              </a:defRPr>
            </a:lvl2pPr>
            <a:lvl3pPr>
              <a:defRPr sz="2400" b="0" i="0">
                <a:latin typeface="Ford Antenna Medium" panose="02000505000000020004" pitchFamily="2" charset="0"/>
              </a:defRPr>
            </a:lvl3pPr>
            <a:lvl4pPr>
              <a:defRPr sz="2400" b="0" i="0">
                <a:latin typeface="Ford Antenna Medium" panose="02000505000000020004" pitchFamily="2" charset="0"/>
              </a:defRPr>
            </a:lvl4pPr>
            <a:lvl5pPr>
              <a:defRPr sz="2400" b="0" i="0">
                <a:latin typeface="Ford Antenna Medium" panose="02000505000000020004" pitchFamily="2" charset="0"/>
              </a:defRPr>
            </a:lvl5pPr>
          </a:lstStyle>
          <a:p>
            <a:pPr lvl="0"/>
            <a:r>
              <a:rPr lang="en-US" dirty="0"/>
              <a:t>Click to edit Master text styles</a:t>
            </a:r>
          </a:p>
        </p:txBody>
      </p:sp>
      <p:pic>
        <p:nvPicPr>
          <p:cNvPr id="2" name="Graphic 1">
            <a:extLst>
              <a:ext uri="{FF2B5EF4-FFF2-40B4-BE49-F238E27FC236}">
                <a16:creationId xmlns:a16="http://schemas.microsoft.com/office/drawing/2014/main" id="{0358D205-8B5F-99D3-C297-8F443EC79C3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4" name="Slide Number Placeholder 5">
            <a:extLst>
              <a:ext uri="{FF2B5EF4-FFF2-40B4-BE49-F238E27FC236}">
                <a16:creationId xmlns:a16="http://schemas.microsoft.com/office/drawing/2014/main" id="{57CB263E-2420-40B3-8BB7-DA0ADF19C3CE}"/>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766809586"/>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guide id="5" pos="4123"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Image w/Description">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D54E4E67-C21D-1843-B14A-AB260357B703}"/>
              </a:ext>
            </a:extLst>
          </p:cNvPr>
          <p:cNvSpPr>
            <a:spLocks noGrp="1"/>
          </p:cNvSpPr>
          <p:nvPr>
            <p:ph type="pic" sz="quarter" idx="21"/>
          </p:nvPr>
        </p:nvSpPr>
        <p:spPr>
          <a:xfrm>
            <a:off x="392113" y="1839913"/>
            <a:ext cx="3317875" cy="3674767"/>
          </a:xfrm>
          <a:solidFill>
            <a:schemeClr val="bg2"/>
          </a:solidFill>
        </p:spPr>
        <p:txBody>
          <a:bodyPr>
            <a:normAutofit/>
          </a:bodyPr>
          <a:lstStyle>
            <a:lvl1pPr>
              <a:defRPr sz="1100">
                <a:latin typeface="+mn-lt"/>
              </a:defRPr>
            </a:lvl1pPr>
          </a:lstStyle>
          <a:p>
            <a:endParaRPr lang="en-US" dirty="0"/>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721096" cy="198802"/>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262530"/>
            <a:ext cx="8631395" cy="481030"/>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5" name="Text Placeholder 4">
            <a:extLst>
              <a:ext uri="{FF2B5EF4-FFF2-40B4-BE49-F238E27FC236}">
                <a16:creationId xmlns:a16="http://schemas.microsoft.com/office/drawing/2014/main" id="{80ED89F9-50DD-454D-A065-AF15CF955F11}"/>
              </a:ext>
            </a:extLst>
          </p:cNvPr>
          <p:cNvSpPr>
            <a:spLocks noGrp="1"/>
          </p:cNvSpPr>
          <p:nvPr>
            <p:ph type="body" sz="quarter" idx="18"/>
          </p:nvPr>
        </p:nvSpPr>
        <p:spPr>
          <a:xfrm>
            <a:off x="391855" y="5584358"/>
            <a:ext cx="3333002" cy="816442"/>
          </a:xfrm>
        </p:spPr>
        <p:txBody>
          <a:bodyPr lIns="0">
            <a:noAutofit/>
          </a:bodyPr>
          <a:lstStyle>
            <a:lvl1pPr>
              <a:defRPr sz="1200" spc="0" baseline="0">
                <a:latin typeface="+mn-lt"/>
              </a:defRPr>
            </a:lvl1pPr>
            <a:lvl2pPr marL="0" indent="0">
              <a:buNone/>
              <a:defRPr sz="1200" spc="0" baseline="0">
                <a:latin typeface="+mn-lt"/>
              </a:defRPr>
            </a:lvl2pPr>
          </a:lstStyle>
          <a:p>
            <a:pPr lvl="0"/>
            <a:r>
              <a:rPr lang="en-US" dirty="0"/>
              <a:t>Click to edit Master text styles</a:t>
            </a:r>
          </a:p>
          <a:p>
            <a:pPr lvl="1"/>
            <a:endParaRPr lang="en-US" dirty="0"/>
          </a:p>
        </p:txBody>
      </p:sp>
      <p:sp>
        <p:nvSpPr>
          <p:cNvPr id="18" name="Text Placeholder 4">
            <a:extLst>
              <a:ext uri="{FF2B5EF4-FFF2-40B4-BE49-F238E27FC236}">
                <a16:creationId xmlns:a16="http://schemas.microsoft.com/office/drawing/2014/main" id="{FFFB9FA3-8587-4D4E-A5AB-B666508239E1}"/>
              </a:ext>
            </a:extLst>
          </p:cNvPr>
          <p:cNvSpPr>
            <a:spLocks noGrp="1"/>
          </p:cNvSpPr>
          <p:nvPr>
            <p:ph type="body" sz="quarter" idx="19"/>
          </p:nvPr>
        </p:nvSpPr>
        <p:spPr>
          <a:xfrm>
            <a:off x="4432326" y="5584358"/>
            <a:ext cx="3333002" cy="816442"/>
          </a:xfrm>
        </p:spPr>
        <p:txBody>
          <a:bodyPr lIns="0">
            <a:noAutofit/>
          </a:bodyPr>
          <a:lstStyle>
            <a:lvl1pPr>
              <a:defRPr sz="1200" spc="0" baseline="0">
                <a:latin typeface="+mn-lt"/>
              </a:defRPr>
            </a:lvl1pPr>
            <a:lvl2pPr marL="0" indent="0">
              <a:buNone/>
              <a:defRPr sz="1200" spc="0" baseline="0">
                <a:latin typeface="+mn-lt"/>
              </a:defRPr>
            </a:lvl2pPr>
          </a:lstStyle>
          <a:p>
            <a:pPr lvl="0"/>
            <a:r>
              <a:rPr lang="en-US" dirty="0"/>
              <a:t>Click to edit Master text styles</a:t>
            </a:r>
          </a:p>
          <a:p>
            <a:pPr lvl="1"/>
            <a:endParaRPr lang="en-US" dirty="0"/>
          </a:p>
        </p:txBody>
      </p:sp>
      <p:sp>
        <p:nvSpPr>
          <p:cNvPr id="19" name="Text Placeholder 4">
            <a:extLst>
              <a:ext uri="{FF2B5EF4-FFF2-40B4-BE49-F238E27FC236}">
                <a16:creationId xmlns:a16="http://schemas.microsoft.com/office/drawing/2014/main" id="{044471A3-E547-BF42-8E20-A1A0974300C5}"/>
              </a:ext>
            </a:extLst>
          </p:cNvPr>
          <p:cNvSpPr>
            <a:spLocks noGrp="1"/>
          </p:cNvSpPr>
          <p:nvPr>
            <p:ph type="body" sz="quarter" idx="20"/>
          </p:nvPr>
        </p:nvSpPr>
        <p:spPr>
          <a:xfrm>
            <a:off x="8483783" y="5584358"/>
            <a:ext cx="3333002" cy="816442"/>
          </a:xfrm>
        </p:spPr>
        <p:txBody>
          <a:bodyPr lIns="0">
            <a:noAutofit/>
          </a:bodyPr>
          <a:lstStyle>
            <a:lvl1pPr>
              <a:defRPr sz="1200" spc="0" baseline="0">
                <a:latin typeface="+mn-lt"/>
              </a:defRPr>
            </a:lvl1pPr>
            <a:lvl2pPr marL="0" indent="0">
              <a:buNone/>
              <a:defRPr sz="1200" spc="0" baseline="0">
                <a:latin typeface="+mn-lt"/>
              </a:defRPr>
            </a:lvl2pPr>
          </a:lstStyle>
          <a:p>
            <a:pPr lvl="0"/>
            <a:r>
              <a:rPr lang="en-US" dirty="0"/>
              <a:t>Click to edit Master text styles</a:t>
            </a:r>
          </a:p>
          <a:p>
            <a:pPr lvl="1"/>
            <a:endParaRPr lang="en-US" dirty="0"/>
          </a:p>
        </p:txBody>
      </p:sp>
      <p:sp>
        <p:nvSpPr>
          <p:cNvPr id="20" name="Picture Placeholder 6">
            <a:extLst>
              <a:ext uri="{FF2B5EF4-FFF2-40B4-BE49-F238E27FC236}">
                <a16:creationId xmlns:a16="http://schemas.microsoft.com/office/drawing/2014/main" id="{928A9042-40AD-AF45-ADD0-FF5B10D9864B}"/>
              </a:ext>
            </a:extLst>
          </p:cNvPr>
          <p:cNvSpPr>
            <a:spLocks noGrp="1"/>
          </p:cNvSpPr>
          <p:nvPr>
            <p:ph type="pic" sz="quarter" idx="22"/>
          </p:nvPr>
        </p:nvSpPr>
        <p:spPr>
          <a:xfrm>
            <a:off x="4432326" y="1839913"/>
            <a:ext cx="3317875" cy="3674767"/>
          </a:xfrm>
          <a:solidFill>
            <a:schemeClr val="bg2"/>
          </a:solidFill>
        </p:spPr>
        <p:txBody>
          <a:bodyPr>
            <a:normAutofit/>
          </a:bodyPr>
          <a:lstStyle>
            <a:lvl1pPr>
              <a:defRPr sz="1100">
                <a:latin typeface="+mn-lt"/>
              </a:defRPr>
            </a:lvl1pPr>
          </a:lstStyle>
          <a:p>
            <a:endParaRPr lang="en-US"/>
          </a:p>
        </p:txBody>
      </p:sp>
      <p:sp>
        <p:nvSpPr>
          <p:cNvPr id="21" name="Picture Placeholder 6">
            <a:extLst>
              <a:ext uri="{FF2B5EF4-FFF2-40B4-BE49-F238E27FC236}">
                <a16:creationId xmlns:a16="http://schemas.microsoft.com/office/drawing/2014/main" id="{8D002F8E-BD7E-AF4D-A76C-29E72CE73D35}"/>
              </a:ext>
            </a:extLst>
          </p:cNvPr>
          <p:cNvSpPr>
            <a:spLocks noGrp="1"/>
          </p:cNvSpPr>
          <p:nvPr>
            <p:ph type="pic" sz="quarter" idx="23"/>
          </p:nvPr>
        </p:nvSpPr>
        <p:spPr>
          <a:xfrm>
            <a:off x="8483783" y="1839913"/>
            <a:ext cx="3317875" cy="3674767"/>
          </a:xfrm>
          <a:solidFill>
            <a:schemeClr val="bg2"/>
          </a:solidFill>
        </p:spPr>
        <p:txBody>
          <a:bodyPr>
            <a:normAutofit/>
          </a:bodyPr>
          <a:lstStyle>
            <a:lvl1pPr>
              <a:defRPr sz="1100">
                <a:latin typeface="+mn-lt"/>
              </a:defRPr>
            </a:lvl1pPr>
          </a:lstStyle>
          <a:p>
            <a:endParaRPr lang="en-US"/>
          </a:p>
        </p:txBody>
      </p:sp>
      <p:sp>
        <p:nvSpPr>
          <p:cNvPr id="13" name="Slide Number Placeholder 5">
            <a:extLst>
              <a:ext uri="{FF2B5EF4-FFF2-40B4-BE49-F238E27FC236}">
                <a16:creationId xmlns:a16="http://schemas.microsoft.com/office/drawing/2014/main" id="{AF189DDC-8AD9-4B9B-81A5-B9DAB76EE527}"/>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6749604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_image">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8F72C6D-FEDD-4140-AA6F-32682BE0821E}"/>
              </a:ext>
            </a:extLst>
          </p:cNvPr>
          <p:cNvSpPr/>
          <p:nvPr userDrawn="1"/>
        </p:nvSpPr>
        <p:spPr>
          <a:xfrm>
            <a:off x="0" y="1625829"/>
            <a:ext cx="12192000" cy="523217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Picture Placeholder 17">
            <a:extLst>
              <a:ext uri="{FF2B5EF4-FFF2-40B4-BE49-F238E27FC236}">
                <a16:creationId xmlns:a16="http://schemas.microsoft.com/office/drawing/2014/main" id="{677F6321-1A6A-374C-B42B-BCC70C8B0241}"/>
              </a:ext>
            </a:extLst>
          </p:cNvPr>
          <p:cNvSpPr>
            <a:spLocks noGrp="1"/>
          </p:cNvSpPr>
          <p:nvPr>
            <p:ph type="pic" sz="quarter" idx="41"/>
          </p:nvPr>
        </p:nvSpPr>
        <p:spPr>
          <a:xfrm>
            <a:off x="368300" y="1822450"/>
            <a:ext cx="3536950" cy="1462088"/>
          </a:xfrm>
          <a:solidFill>
            <a:schemeClr val="bg1"/>
          </a:solidFill>
        </p:spPr>
        <p:txBody>
          <a:bodyPr>
            <a:normAutofit/>
          </a:bodyPr>
          <a:lstStyle>
            <a:lvl1pPr>
              <a:defRPr sz="1100">
                <a:latin typeface="Avenir Next" panose="020B0503020202020204" pitchFamily="34" charset="0"/>
              </a:defRPr>
            </a:lvl1pPr>
          </a:lstStyle>
          <a:p>
            <a:endParaRPr lang="en-US" dirty="0"/>
          </a:p>
        </p:txBody>
      </p:sp>
      <p:sp>
        <p:nvSpPr>
          <p:cNvPr id="10" name="Content Placeholder 2">
            <a:extLst>
              <a:ext uri="{FF2B5EF4-FFF2-40B4-BE49-F238E27FC236}">
                <a16:creationId xmlns:a16="http://schemas.microsoft.com/office/drawing/2014/main" id="{741A42FA-80FE-6E4C-95DB-AF4CBA777B60}"/>
              </a:ext>
            </a:extLst>
          </p:cNvPr>
          <p:cNvSpPr>
            <a:spLocks noGrp="1"/>
          </p:cNvSpPr>
          <p:nvPr>
            <p:ph idx="1" hasCustomPrompt="1"/>
          </p:nvPr>
        </p:nvSpPr>
        <p:spPr>
          <a:xfrm>
            <a:off x="368300" y="3305862"/>
            <a:ext cx="3546003" cy="213987"/>
          </a:xfrm>
        </p:spPr>
        <p:txBody>
          <a:bodyPr lIns="0">
            <a:noAutofit/>
          </a:bodyPr>
          <a:lstStyle>
            <a:lvl1pPr marL="0" indent="0" algn="l" defTabSz="914400" rtl="0" eaLnBrk="1" latinLnBrk="0" hangingPunct="1">
              <a:lnSpc>
                <a:spcPct val="100000"/>
              </a:lnSpc>
              <a:spcBef>
                <a:spcPts val="0"/>
              </a:spcBef>
              <a:buNone/>
              <a:defRPr lang="en-US" sz="1100" b="1" i="0" kern="1200" spc="4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Subhead</a:t>
            </a:r>
          </a:p>
        </p:txBody>
      </p:sp>
      <p:sp>
        <p:nvSpPr>
          <p:cNvPr id="2" name="Title 1"/>
          <p:cNvSpPr>
            <a:spLocks noGrp="1"/>
          </p:cNvSpPr>
          <p:nvPr>
            <p:ph type="title" hasCustomPrompt="1"/>
          </p:nvPr>
        </p:nvSpPr>
        <p:spPr>
          <a:xfrm>
            <a:off x="374904" y="502920"/>
            <a:ext cx="10515600" cy="553008"/>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0"/>
            <a:ext cx="543845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5" name="Text Placeholder 4">
            <a:extLst>
              <a:ext uri="{FF2B5EF4-FFF2-40B4-BE49-F238E27FC236}">
                <a16:creationId xmlns:a16="http://schemas.microsoft.com/office/drawing/2014/main" id="{DB38FF6C-835E-454A-B907-92018F49F007}"/>
              </a:ext>
            </a:extLst>
          </p:cNvPr>
          <p:cNvSpPr>
            <a:spLocks noGrp="1"/>
          </p:cNvSpPr>
          <p:nvPr>
            <p:ph type="body" sz="quarter" idx="18" hasCustomPrompt="1"/>
          </p:nvPr>
        </p:nvSpPr>
        <p:spPr>
          <a:xfrm>
            <a:off x="1132079" y="1211429"/>
            <a:ext cx="1807045" cy="261610"/>
          </a:xfrm>
          <a:noFill/>
        </p:spPr>
        <p:txBody>
          <a:bodyPr wrap="square">
            <a:spAutoFit/>
          </a:bodyPr>
          <a:lstStyle>
            <a:lvl1pPr marL="0" algn="ctr" defTabSz="914400" rtl="0" eaLnBrk="1" latinLnBrk="0" hangingPunct="1">
              <a:lnSpc>
                <a:spcPct val="100000"/>
              </a:lnSpc>
              <a:spcBef>
                <a:spcPts val="0"/>
              </a:spcBef>
              <a:defRPr lang="en-US" sz="1100" b="1" i="0" kern="1200" spc="4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 Ipsum</a:t>
            </a:r>
          </a:p>
        </p:txBody>
      </p:sp>
      <p:grpSp>
        <p:nvGrpSpPr>
          <p:cNvPr id="25" name="Group 24">
            <a:extLst>
              <a:ext uri="{FF2B5EF4-FFF2-40B4-BE49-F238E27FC236}">
                <a16:creationId xmlns:a16="http://schemas.microsoft.com/office/drawing/2014/main" id="{A1C3515B-8995-BE4C-B92A-13033409B05B}"/>
              </a:ext>
            </a:extLst>
          </p:cNvPr>
          <p:cNvGrpSpPr/>
          <p:nvPr userDrawn="1"/>
        </p:nvGrpSpPr>
        <p:grpSpPr>
          <a:xfrm>
            <a:off x="4071203" y="1473039"/>
            <a:ext cx="4060398" cy="5384961"/>
            <a:chOff x="4071203" y="3316224"/>
            <a:chExt cx="4060398" cy="3541776"/>
          </a:xfrm>
        </p:grpSpPr>
        <p:cxnSp>
          <p:nvCxnSpPr>
            <p:cNvPr id="26" name="Straight Connector 25">
              <a:extLst>
                <a:ext uri="{FF2B5EF4-FFF2-40B4-BE49-F238E27FC236}">
                  <a16:creationId xmlns:a16="http://schemas.microsoft.com/office/drawing/2014/main" id="{C21A8F57-3D81-EB45-8B82-9346833369D7}"/>
                </a:ext>
              </a:extLst>
            </p:cNvPr>
            <p:cNvCxnSpPr>
              <a:cxnSpLocks/>
            </p:cNvCxnSpPr>
            <p:nvPr/>
          </p:nvCxnSpPr>
          <p:spPr>
            <a:xfrm>
              <a:off x="4071203" y="3316224"/>
              <a:ext cx="0" cy="3541776"/>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2D40E7D-654D-4D47-994C-C825037C903A}"/>
                </a:ext>
              </a:extLst>
            </p:cNvPr>
            <p:cNvCxnSpPr>
              <a:cxnSpLocks/>
            </p:cNvCxnSpPr>
            <p:nvPr/>
          </p:nvCxnSpPr>
          <p:spPr>
            <a:xfrm>
              <a:off x="8131601" y="3316224"/>
              <a:ext cx="0" cy="3541776"/>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grpSp>
      <p:sp>
        <p:nvSpPr>
          <p:cNvPr id="30" name="Cross 29">
            <a:extLst>
              <a:ext uri="{FF2B5EF4-FFF2-40B4-BE49-F238E27FC236}">
                <a16:creationId xmlns:a16="http://schemas.microsoft.com/office/drawing/2014/main" id="{8A2E4043-4A53-7A47-AEB8-6D6BFF9CAF4A}"/>
              </a:ext>
            </a:extLst>
          </p:cNvPr>
          <p:cNvSpPr>
            <a:spLocks noChangeAspect="1"/>
          </p:cNvSpPr>
          <p:nvPr/>
        </p:nvSpPr>
        <p:spPr>
          <a:xfrm>
            <a:off x="3919915" y="1190946"/>
            <a:ext cx="302576" cy="302576"/>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1" name="Equal 30">
            <a:extLst>
              <a:ext uri="{FF2B5EF4-FFF2-40B4-BE49-F238E27FC236}">
                <a16:creationId xmlns:a16="http://schemas.microsoft.com/office/drawing/2014/main" id="{A495D6D5-AE1E-3940-B2C5-EEE82259A12D}"/>
              </a:ext>
            </a:extLst>
          </p:cNvPr>
          <p:cNvSpPr>
            <a:spLocks/>
          </p:cNvSpPr>
          <p:nvPr/>
        </p:nvSpPr>
        <p:spPr>
          <a:xfrm>
            <a:off x="7924488" y="1190605"/>
            <a:ext cx="414226" cy="303258"/>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1" name="Text Placeholder 4">
            <a:extLst>
              <a:ext uri="{FF2B5EF4-FFF2-40B4-BE49-F238E27FC236}">
                <a16:creationId xmlns:a16="http://schemas.microsoft.com/office/drawing/2014/main" id="{3DB85B74-8E47-654A-8456-B3F82C34200A}"/>
              </a:ext>
            </a:extLst>
          </p:cNvPr>
          <p:cNvSpPr>
            <a:spLocks noGrp="1"/>
          </p:cNvSpPr>
          <p:nvPr>
            <p:ph type="body" sz="quarter" idx="27" hasCustomPrompt="1"/>
          </p:nvPr>
        </p:nvSpPr>
        <p:spPr>
          <a:xfrm>
            <a:off x="5192478" y="1211429"/>
            <a:ext cx="1807045" cy="261610"/>
          </a:xfrm>
          <a:noFill/>
        </p:spPr>
        <p:txBody>
          <a:bodyPr wrap="square">
            <a:spAutoFit/>
          </a:bodyPr>
          <a:lstStyle>
            <a:lvl1pPr marL="0" algn="ctr" defTabSz="914400" rtl="0" eaLnBrk="1" latinLnBrk="0" hangingPunct="1">
              <a:lnSpc>
                <a:spcPct val="100000"/>
              </a:lnSpc>
              <a:spcBef>
                <a:spcPts val="0"/>
              </a:spcBef>
              <a:defRPr lang="en-US" sz="1100" b="1" i="0" kern="1200" spc="4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 Ipsum</a:t>
            </a:r>
          </a:p>
        </p:txBody>
      </p:sp>
      <p:sp>
        <p:nvSpPr>
          <p:cNvPr id="42" name="Text Placeholder 4">
            <a:extLst>
              <a:ext uri="{FF2B5EF4-FFF2-40B4-BE49-F238E27FC236}">
                <a16:creationId xmlns:a16="http://schemas.microsoft.com/office/drawing/2014/main" id="{35B158E7-81BE-6F42-A749-B2C5BBB45FED}"/>
              </a:ext>
            </a:extLst>
          </p:cNvPr>
          <p:cNvSpPr>
            <a:spLocks noGrp="1"/>
          </p:cNvSpPr>
          <p:nvPr>
            <p:ph type="body" sz="quarter" idx="28" hasCustomPrompt="1"/>
          </p:nvPr>
        </p:nvSpPr>
        <p:spPr>
          <a:xfrm>
            <a:off x="9253489" y="1211429"/>
            <a:ext cx="1807045" cy="261610"/>
          </a:xfrm>
          <a:noFill/>
        </p:spPr>
        <p:txBody>
          <a:bodyPr wrap="square">
            <a:spAutoFit/>
          </a:bodyPr>
          <a:lstStyle>
            <a:lvl1pPr marL="0" algn="ctr" defTabSz="914400" rtl="0" eaLnBrk="1" latinLnBrk="0" hangingPunct="1">
              <a:lnSpc>
                <a:spcPct val="100000"/>
              </a:lnSpc>
              <a:spcBef>
                <a:spcPts val="0"/>
              </a:spcBef>
              <a:defRPr lang="en-US" sz="1100" b="1" i="0" kern="1200" spc="4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Lorem Ipsum</a:t>
            </a:r>
          </a:p>
        </p:txBody>
      </p:sp>
      <p:sp>
        <p:nvSpPr>
          <p:cNvPr id="13" name="Text Placeholder 12">
            <a:extLst>
              <a:ext uri="{FF2B5EF4-FFF2-40B4-BE49-F238E27FC236}">
                <a16:creationId xmlns:a16="http://schemas.microsoft.com/office/drawing/2014/main" id="{73F12C01-467F-424D-B100-4481B245A62C}"/>
              </a:ext>
            </a:extLst>
          </p:cNvPr>
          <p:cNvSpPr>
            <a:spLocks noGrp="1"/>
          </p:cNvSpPr>
          <p:nvPr>
            <p:ph type="body" sz="quarter" idx="30"/>
          </p:nvPr>
        </p:nvSpPr>
        <p:spPr>
          <a:xfrm>
            <a:off x="368300" y="3521897"/>
            <a:ext cx="3546475" cy="533400"/>
          </a:xfrm>
        </p:spPr>
        <p:txBody>
          <a:bodyPr lIns="0">
            <a:noAutofit/>
          </a:bodyPr>
          <a:lstStyle>
            <a:lvl1pPr>
              <a:defRPr lang="en-US" sz="1050" kern="1200" spc="0" baseline="0" smtClean="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vl2pPr>
              <a:defRPr lang="en-US" sz="1050" kern="1200" smtClean="0">
                <a:solidFill>
                  <a:schemeClr val="tx1"/>
                </a:solidFill>
                <a:latin typeface="Ford Antenna Light" charset="0"/>
                <a:ea typeface="Ford Antenna Light" charset="0"/>
                <a:cs typeface="Ford Antenna Light" charset="0"/>
              </a:defRPr>
            </a:lvl2pPr>
            <a:lvl3pPr>
              <a:defRPr lang="en-US" sz="1050" kern="1200" smtClean="0">
                <a:solidFill>
                  <a:schemeClr val="tx1"/>
                </a:solidFill>
                <a:latin typeface="Ford Antenna Light" charset="0"/>
                <a:ea typeface="Ford Antenna Light" charset="0"/>
                <a:cs typeface="Ford Antenna Light" charset="0"/>
              </a:defRPr>
            </a:lvl3pPr>
            <a:lvl4pPr>
              <a:defRPr lang="en-US" sz="1050" kern="1200" smtClean="0">
                <a:solidFill>
                  <a:schemeClr val="tx1"/>
                </a:solidFill>
                <a:latin typeface="Ford Antenna Light" charset="0"/>
                <a:ea typeface="Ford Antenna Light" charset="0"/>
                <a:cs typeface="Ford Antenna Light" charset="0"/>
              </a:defRPr>
            </a:lvl4pPr>
            <a:lvl5pPr>
              <a:defRPr lang="en-US" sz="1050" kern="1200">
                <a:solidFill>
                  <a:schemeClr val="tx1"/>
                </a:solidFill>
                <a:latin typeface="Ford Antenna Light" charset="0"/>
                <a:ea typeface="Ford Antenna Light" charset="0"/>
                <a:cs typeface="Ford Antenna Light" charset="0"/>
              </a:defRPr>
            </a:lvl5pPr>
          </a:lstStyle>
          <a:p>
            <a:pPr lvl="0"/>
            <a:r>
              <a:rPr lang="en-US" dirty="0"/>
              <a:t>Click to edit Master text styles</a:t>
            </a:r>
          </a:p>
        </p:txBody>
      </p:sp>
      <p:sp>
        <p:nvSpPr>
          <p:cNvPr id="62" name="Content Placeholder 2">
            <a:extLst>
              <a:ext uri="{FF2B5EF4-FFF2-40B4-BE49-F238E27FC236}">
                <a16:creationId xmlns:a16="http://schemas.microsoft.com/office/drawing/2014/main" id="{A0049311-2A03-3247-817A-1247995888DB}"/>
              </a:ext>
            </a:extLst>
          </p:cNvPr>
          <p:cNvSpPr>
            <a:spLocks noGrp="1"/>
          </p:cNvSpPr>
          <p:nvPr>
            <p:ph idx="31" hasCustomPrompt="1"/>
          </p:nvPr>
        </p:nvSpPr>
        <p:spPr>
          <a:xfrm>
            <a:off x="4364654" y="3305862"/>
            <a:ext cx="3546003" cy="213987"/>
          </a:xfrm>
        </p:spPr>
        <p:txBody>
          <a:bodyPr lIns="0">
            <a:noAutofit/>
          </a:bodyPr>
          <a:lstStyle>
            <a:lvl1pPr marL="0" indent="0" algn="l" defTabSz="914400" rtl="0" eaLnBrk="1" latinLnBrk="0" hangingPunct="1">
              <a:lnSpc>
                <a:spcPct val="100000"/>
              </a:lnSpc>
              <a:spcBef>
                <a:spcPts val="0"/>
              </a:spcBef>
              <a:buNone/>
              <a:defRPr lang="en-US" sz="1100" b="1" i="0" kern="1200" spc="4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Subhead</a:t>
            </a:r>
          </a:p>
        </p:txBody>
      </p:sp>
      <p:sp>
        <p:nvSpPr>
          <p:cNvPr id="63" name="Text Placeholder 12">
            <a:extLst>
              <a:ext uri="{FF2B5EF4-FFF2-40B4-BE49-F238E27FC236}">
                <a16:creationId xmlns:a16="http://schemas.microsoft.com/office/drawing/2014/main" id="{AF380AA1-F806-C944-948A-5E628E81C152}"/>
              </a:ext>
            </a:extLst>
          </p:cNvPr>
          <p:cNvSpPr>
            <a:spLocks noGrp="1"/>
          </p:cNvSpPr>
          <p:nvPr>
            <p:ph type="body" sz="quarter" idx="32"/>
          </p:nvPr>
        </p:nvSpPr>
        <p:spPr>
          <a:xfrm>
            <a:off x="4364654" y="3521897"/>
            <a:ext cx="3546475" cy="533400"/>
          </a:xfrm>
        </p:spPr>
        <p:txBody>
          <a:bodyPr lIns="0">
            <a:noAutofit/>
          </a:bodyPr>
          <a:lstStyle>
            <a:lvl1pPr>
              <a:defRPr lang="en-US" sz="1050" kern="1200" spc="0" baseline="0" smtClean="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vl2pPr>
              <a:defRPr lang="en-US" sz="1050" kern="1200" smtClean="0">
                <a:solidFill>
                  <a:schemeClr val="tx1"/>
                </a:solidFill>
                <a:latin typeface="Ford Antenna Light" charset="0"/>
                <a:ea typeface="Ford Antenna Light" charset="0"/>
                <a:cs typeface="Ford Antenna Light" charset="0"/>
              </a:defRPr>
            </a:lvl2pPr>
            <a:lvl3pPr>
              <a:defRPr lang="en-US" sz="1050" kern="1200" smtClean="0">
                <a:solidFill>
                  <a:schemeClr val="tx1"/>
                </a:solidFill>
                <a:latin typeface="Ford Antenna Light" charset="0"/>
                <a:ea typeface="Ford Antenna Light" charset="0"/>
                <a:cs typeface="Ford Antenna Light" charset="0"/>
              </a:defRPr>
            </a:lvl3pPr>
            <a:lvl4pPr>
              <a:defRPr lang="en-US" sz="1050" kern="1200" smtClean="0">
                <a:solidFill>
                  <a:schemeClr val="tx1"/>
                </a:solidFill>
                <a:latin typeface="Ford Antenna Light" charset="0"/>
                <a:ea typeface="Ford Antenna Light" charset="0"/>
                <a:cs typeface="Ford Antenna Light" charset="0"/>
              </a:defRPr>
            </a:lvl4pPr>
            <a:lvl5pPr>
              <a:defRPr lang="en-US" sz="1050" kern="1200">
                <a:solidFill>
                  <a:schemeClr val="tx1"/>
                </a:solidFill>
                <a:latin typeface="Ford Antenna Light" charset="0"/>
                <a:ea typeface="Ford Antenna Light" charset="0"/>
                <a:cs typeface="Ford Antenna Light" charset="0"/>
              </a:defRPr>
            </a:lvl5pPr>
          </a:lstStyle>
          <a:p>
            <a:pPr lvl="0"/>
            <a:r>
              <a:rPr lang="en-US" dirty="0"/>
              <a:t>Click to edit Master text styles</a:t>
            </a:r>
          </a:p>
        </p:txBody>
      </p:sp>
      <p:sp>
        <p:nvSpPr>
          <p:cNvPr id="64" name="Content Placeholder 2">
            <a:extLst>
              <a:ext uri="{FF2B5EF4-FFF2-40B4-BE49-F238E27FC236}">
                <a16:creationId xmlns:a16="http://schemas.microsoft.com/office/drawing/2014/main" id="{65FBF07C-02F9-6141-B29E-9CCBC18F4B9D}"/>
              </a:ext>
            </a:extLst>
          </p:cNvPr>
          <p:cNvSpPr>
            <a:spLocks noGrp="1"/>
          </p:cNvSpPr>
          <p:nvPr>
            <p:ph idx="33" hasCustomPrompt="1"/>
          </p:nvPr>
        </p:nvSpPr>
        <p:spPr>
          <a:xfrm>
            <a:off x="8479454" y="3305862"/>
            <a:ext cx="3546003" cy="213987"/>
          </a:xfrm>
        </p:spPr>
        <p:txBody>
          <a:bodyPr lIns="0">
            <a:noAutofit/>
          </a:bodyPr>
          <a:lstStyle>
            <a:lvl1pPr marL="0" indent="0" algn="l" defTabSz="914400" rtl="0" eaLnBrk="1" latinLnBrk="0" hangingPunct="1">
              <a:lnSpc>
                <a:spcPct val="100000"/>
              </a:lnSpc>
              <a:spcBef>
                <a:spcPts val="0"/>
              </a:spcBef>
              <a:buNone/>
              <a:defRPr lang="en-US" sz="1100" b="1" i="0" kern="1200" spc="4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Subhead</a:t>
            </a:r>
          </a:p>
        </p:txBody>
      </p:sp>
      <p:sp>
        <p:nvSpPr>
          <p:cNvPr id="65" name="Text Placeholder 12">
            <a:extLst>
              <a:ext uri="{FF2B5EF4-FFF2-40B4-BE49-F238E27FC236}">
                <a16:creationId xmlns:a16="http://schemas.microsoft.com/office/drawing/2014/main" id="{7AEC188E-D50C-9043-A2A6-17D5A7ADFDFC}"/>
              </a:ext>
            </a:extLst>
          </p:cNvPr>
          <p:cNvSpPr>
            <a:spLocks noGrp="1"/>
          </p:cNvSpPr>
          <p:nvPr>
            <p:ph type="body" sz="quarter" idx="34"/>
          </p:nvPr>
        </p:nvSpPr>
        <p:spPr>
          <a:xfrm>
            <a:off x="8479454" y="3521897"/>
            <a:ext cx="3546475" cy="533400"/>
          </a:xfrm>
        </p:spPr>
        <p:txBody>
          <a:bodyPr lIns="0">
            <a:noAutofit/>
          </a:bodyPr>
          <a:lstStyle>
            <a:lvl1pPr>
              <a:defRPr lang="en-US" sz="1050" kern="1200" spc="0" baseline="0" smtClean="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vl2pPr>
              <a:defRPr lang="en-US" sz="1050" kern="1200" smtClean="0">
                <a:solidFill>
                  <a:schemeClr val="tx1"/>
                </a:solidFill>
                <a:latin typeface="Ford Antenna Light" charset="0"/>
                <a:ea typeface="Ford Antenna Light" charset="0"/>
                <a:cs typeface="Ford Antenna Light" charset="0"/>
              </a:defRPr>
            </a:lvl2pPr>
            <a:lvl3pPr>
              <a:defRPr lang="en-US" sz="1050" kern="1200" smtClean="0">
                <a:solidFill>
                  <a:schemeClr val="tx1"/>
                </a:solidFill>
                <a:latin typeface="Ford Antenna Light" charset="0"/>
                <a:ea typeface="Ford Antenna Light" charset="0"/>
                <a:cs typeface="Ford Antenna Light" charset="0"/>
              </a:defRPr>
            </a:lvl3pPr>
            <a:lvl4pPr>
              <a:defRPr lang="en-US" sz="1050" kern="1200" smtClean="0">
                <a:solidFill>
                  <a:schemeClr val="tx1"/>
                </a:solidFill>
                <a:latin typeface="Ford Antenna Light" charset="0"/>
                <a:ea typeface="Ford Antenna Light" charset="0"/>
                <a:cs typeface="Ford Antenna Light" charset="0"/>
              </a:defRPr>
            </a:lvl4pPr>
            <a:lvl5pPr>
              <a:defRPr lang="en-US" sz="1050" kern="1200">
                <a:solidFill>
                  <a:schemeClr val="tx1"/>
                </a:solidFill>
                <a:latin typeface="Ford Antenna Light" charset="0"/>
                <a:ea typeface="Ford Antenna Light" charset="0"/>
                <a:cs typeface="Ford Antenna Light" charset="0"/>
              </a:defRPr>
            </a:lvl5pPr>
          </a:lstStyle>
          <a:p>
            <a:pPr lvl="0"/>
            <a:r>
              <a:rPr lang="en-US" dirty="0"/>
              <a:t>Click to edit Master text styles</a:t>
            </a:r>
          </a:p>
        </p:txBody>
      </p:sp>
      <p:sp>
        <p:nvSpPr>
          <p:cNvPr id="66" name="Content Placeholder 2">
            <a:extLst>
              <a:ext uri="{FF2B5EF4-FFF2-40B4-BE49-F238E27FC236}">
                <a16:creationId xmlns:a16="http://schemas.microsoft.com/office/drawing/2014/main" id="{D6661C21-879C-9449-8D20-C64ED8C99B23}"/>
              </a:ext>
            </a:extLst>
          </p:cNvPr>
          <p:cNvSpPr>
            <a:spLocks noGrp="1"/>
          </p:cNvSpPr>
          <p:nvPr>
            <p:ph idx="35" hasCustomPrompt="1"/>
          </p:nvPr>
        </p:nvSpPr>
        <p:spPr>
          <a:xfrm>
            <a:off x="368710" y="5618756"/>
            <a:ext cx="3546003" cy="213987"/>
          </a:xfrm>
        </p:spPr>
        <p:txBody>
          <a:bodyPr lIns="0">
            <a:noAutofit/>
          </a:bodyPr>
          <a:lstStyle>
            <a:lvl1pPr marL="0" indent="0" algn="l" defTabSz="914400" rtl="0" eaLnBrk="1" latinLnBrk="0" hangingPunct="1">
              <a:lnSpc>
                <a:spcPct val="100000"/>
              </a:lnSpc>
              <a:spcBef>
                <a:spcPts val="0"/>
              </a:spcBef>
              <a:buNone/>
              <a:defRPr lang="en-US" sz="1100" b="1" i="0" kern="1200" spc="4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Subhead</a:t>
            </a:r>
          </a:p>
        </p:txBody>
      </p:sp>
      <p:sp>
        <p:nvSpPr>
          <p:cNvPr id="67" name="Text Placeholder 12">
            <a:extLst>
              <a:ext uri="{FF2B5EF4-FFF2-40B4-BE49-F238E27FC236}">
                <a16:creationId xmlns:a16="http://schemas.microsoft.com/office/drawing/2014/main" id="{027AFEB3-4298-1443-8BCE-5DBD9C152274}"/>
              </a:ext>
            </a:extLst>
          </p:cNvPr>
          <p:cNvSpPr>
            <a:spLocks noGrp="1"/>
          </p:cNvSpPr>
          <p:nvPr>
            <p:ph type="body" sz="quarter" idx="36"/>
          </p:nvPr>
        </p:nvSpPr>
        <p:spPr>
          <a:xfrm>
            <a:off x="368300" y="5834791"/>
            <a:ext cx="3546475" cy="533400"/>
          </a:xfrm>
        </p:spPr>
        <p:txBody>
          <a:bodyPr lIns="0">
            <a:noAutofit/>
          </a:bodyPr>
          <a:lstStyle>
            <a:lvl1pPr>
              <a:defRPr lang="en-US" sz="1050" kern="1200" spc="0" baseline="0" smtClean="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vl2pPr>
              <a:defRPr lang="en-US" sz="1050" kern="1200" smtClean="0">
                <a:solidFill>
                  <a:schemeClr val="tx1"/>
                </a:solidFill>
                <a:latin typeface="Ford Antenna Light" charset="0"/>
                <a:ea typeface="Ford Antenna Light" charset="0"/>
                <a:cs typeface="Ford Antenna Light" charset="0"/>
              </a:defRPr>
            </a:lvl2pPr>
            <a:lvl3pPr>
              <a:defRPr lang="en-US" sz="1050" kern="1200" smtClean="0">
                <a:solidFill>
                  <a:schemeClr val="tx1"/>
                </a:solidFill>
                <a:latin typeface="Ford Antenna Light" charset="0"/>
                <a:ea typeface="Ford Antenna Light" charset="0"/>
                <a:cs typeface="Ford Antenna Light" charset="0"/>
              </a:defRPr>
            </a:lvl3pPr>
            <a:lvl4pPr>
              <a:defRPr lang="en-US" sz="1050" kern="1200" smtClean="0">
                <a:solidFill>
                  <a:schemeClr val="tx1"/>
                </a:solidFill>
                <a:latin typeface="Ford Antenna Light" charset="0"/>
                <a:ea typeface="Ford Antenna Light" charset="0"/>
                <a:cs typeface="Ford Antenna Light" charset="0"/>
              </a:defRPr>
            </a:lvl4pPr>
            <a:lvl5pPr>
              <a:defRPr lang="en-US" sz="1050" kern="1200">
                <a:solidFill>
                  <a:schemeClr val="tx1"/>
                </a:solidFill>
                <a:latin typeface="Ford Antenna Light" charset="0"/>
                <a:ea typeface="Ford Antenna Light" charset="0"/>
                <a:cs typeface="Ford Antenna Light" charset="0"/>
              </a:defRPr>
            </a:lvl5pPr>
          </a:lstStyle>
          <a:p>
            <a:pPr lvl="0"/>
            <a:r>
              <a:rPr lang="en-US" dirty="0"/>
              <a:t>Click to edit Master text styles</a:t>
            </a:r>
          </a:p>
        </p:txBody>
      </p:sp>
      <p:sp>
        <p:nvSpPr>
          <p:cNvPr id="68" name="Content Placeholder 2">
            <a:extLst>
              <a:ext uri="{FF2B5EF4-FFF2-40B4-BE49-F238E27FC236}">
                <a16:creationId xmlns:a16="http://schemas.microsoft.com/office/drawing/2014/main" id="{09022635-7D68-6443-9A71-2EBF840F4C87}"/>
              </a:ext>
            </a:extLst>
          </p:cNvPr>
          <p:cNvSpPr>
            <a:spLocks noGrp="1"/>
          </p:cNvSpPr>
          <p:nvPr>
            <p:ph idx="37" hasCustomPrompt="1"/>
          </p:nvPr>
        </p:nvSpPr>
        <p:spPr>
          <a:xfrm>
            <a:off x="4364654" y="5618756"/>
            <a:ext cx="3546003" cy="213987"/>
          </a:xfrm>
        </p:spPr>
        <p:txBody>
          <a:bodyPr lIns="0">
            <a:noAutofit/>
          </a:bodyPr>
          <a:lstStyle>
            <a:lvl1pPr marL="0" indent="0" algn="l" defTabSz="914400" rtl="0" eaLnBrk="1" latinLnBrk="0" hangingPunct="1">
              <a:lnSpc>
                <a:spcPct val="100000"/>
              </a:lnSpc>
              <a:spcBef>
                <a:spcPts val="0"/>
              </a:spcBef>
              <a:buNone/>
              <a:defRPr lang="en-US" sz="1100" b="1" i="0" kern="1200" spc="4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Subhead</a:t>
            </a:r>
          </a:p>
        </p:txBody>
      </p:sp>
      <p:sp>
        <p:nvSpPr>
          <p:cNvPr id="69" name="Text Placeholder 12">
            <a:extLst>
              <a:ext uri="{FF2B5EF4-FFF2-40B4-BE49-F238E27FC236}">
                <a16:creationId xmlns:a16="http://schemas.microsoft.com/office/drawing/2014/main" id="{1184E930-7844-F24A-AAF0-515CC94F9DD9}"/>
              </a:ext>
            </a:extLst>
          </p:cNvPr>
          <p:cNvSpPr>
            <a:spLocks noGrp="1"/>
          </p:cNvSpPr>
          <p:nvPr>
            <p:ph type="body" sz="quarter" idx="38"/>
          </p:nvPr>
        </p:nvSpPr>
        <p:spPr>
          <a:xfrm>
            <a:off x="4364654" y="5834791"/>
            <a:ext cx="3546475" cy="533400"/>
          </a:xfrm>
        </p:spPr>
        <p:txBody>
          <a:bodyPr lIns="0">
            <a:noAutofit/>
          </a:bodyPr>
          <a:lstStyle>
            <a:lvl1pPr>
              <a:defRPr lang="en-US" sz="1050" kern="1200" spc="0" baseline="0" smtClean="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vl2pPr>
              <a:defRPr lang="en-US" sz="1050" kern="1200" smtClean="0">
                <a:solidFill>
                  <a:schemeClr val="tx1"/>
                </a:solidFill>
                <a:latin typeface="Ford Antenna Light" charset="0"/>
                <a:ea typeface="Ford Antenna Light" charset="0"/>
                <a:cs typeface="Ford Antenna Light" charset="0"/>
              </a:defRPr>
            </a:lvl2pPr>
            <a:lvl3pPr>
              <a:defRPr lang="en-US" sz="1050" kern="1200" smtClean="0">
                <a:solidFill>
                  <a:schemeClr val="tx1"/>
                </a:solidFill>
                <a:latin typeface="Ford Antenna Light" charset="0"/>
                <a:ea typeface="Ford Antenna Light" charset="0"/>
                <a:cs typeface="Ford Antenna Light" charset="0"/>
              </a:defRPr>
            </a:lvl3pPr>
            <a:lvl4pPr>
              <a:defRPr lang="en-US" sz="1050" kern="1200" smtClean="0">
                <a:solidFill>
                  <a:schemeClr val="tx1"/>
                </a:solidFill>
                <a:latin typeface="Ford Antenna Light" charset="0"/>
                <a:ea typeface="Ford Antenna Light" charset="0"/>
                <a:cs typeface="Ford Antenna Light" charset="0"/>
              </a:defRPr>
            </a:lvl4pPr>
            <a:lvl5pPr>
              <a:defRPr lang="en-US" sz="1050" kern="1200">
                <a:solidFill>
                  <a:schemeClr val="tx1"/>
                </a:solidFill>
                <a:latin typeface="Ford Antenna Light" charset="0"/>
                <a:ea typeface="Ford Antenna Light" charset="0"/>
                <a:cs typeface="Ford Antenna Light" charset="0"/>
              </a:defRPr>
            </a:lvl5pPr>
          </a:lstStyle>
          <a:p>
            <a:pPr lvl="0"/>
            <a:r>
              <a:rPr lang="en-US" dirty="0"/>
              <a:t>Click to edit Master text styles</a:t>
            </a:r>
          </a:p>
        </p:txBody>
      </p:sp>
      <p:sp>
        <p:nvSpPr>
          <p:cNvPr id="70" name="Content Placeholder 2">
            <a:extLst>
              <a:ext uri="{FF2B5EF4-FFF2-40B4-BE49-F238E27FC236}">
                <a16:creationId xmlns:a16="http://schemas.microsoft.com/office/drawing/2014/main" id="{95AAC3D5-9814-4E44-BF3F-D2796317B21E}"/>
              </a:ext>
            </a:extLst>
          </p:cNvPr>
          <p:cNvSpPr>
            <a:spLocks noGrp="1"/>
          </p:cNvSpPr>
          <p:nvPr>
            <p:ph idx="39" hasCustomPrompt="1"/>
          </p:nvPr>
        </p:nvSpPr>
        <p:spPr>
          <a:xfrm>
            <a:off x="8479454" y="5618756"/>
            <a:ext cx="3546003" cy="213987"/>
          </a:xfrm>
        </p:spPr>
        <p:txBody>
          <a:bodyPr lIns="0">
            <a:noAutofit/>
          </a:bodyPr>
          <a:lstStyle>
            <a:lvl1pPr marL="0" indent="0" algn="l" defTabSz="914400" rtl="0" eaLnBrk="1" latinLnBrk="0" hangingPunct="1">
              <a:lnSpc>
                <a:spcPct val="100000"/>
              </a:lnSpc>
              <a:spcBef>
                <a:spcPts val="0"/>
              </a:spcBef>
              <a:buNone/>
              <a:defRPr lang="en-US" sz="1100" b="1" i="0" kern="1200" spc="4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vl2pPr marL="0" indent="0" algn="l" defTabSz="914400" rtl="0" eaLnBrk="1" latinLnBrk="0" hangingPunct="1">
              <a:lnSpc>
                <a:spcPct val="100000"/>
              </a:lnSpc>
              <a:spcBef>
                <a:spcPts val="1200"/>
              </a:spcBef>
              <a:buSzPct val="75000"/>
              <a:buNone/>
              <a:defRPr lang="en-US" sz="1600" b="1" kern="1200" dirty="0">
                <a:solidFill>
                  <a:schemeClr val="accent1"/>
                </a:solidFill>
                <a:latin typeface="Ford Antenna Regular" panose="02000505000000020004" pitchFamily="2" charset="0"/>
                <a:ea typeface="Ford Antenna Light" charset="0"/>
                <a:cs typeface="Ford Antenna Light" charset="0"/>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Subhead</a:t>
            </a:r>
          </a:p>
        </p:txBody>
      </p:sp>
      <p:sp>
        <p:nvSpPr>
          <p:cNvPr id="71" name="Text Placeholder 12">
            <a:extLst>
              <a:ext uri="{FF2B5EF4-FFF2-40B4-BE49-F238E27FC236}">
                <a16:creationId xmlns:a16="http://schemas.microsoft.com/office/drawing/2014/main" id="{61E88373-6AF7-2645-BD72-13A1FC4C83E4}"/>
              </a:ext>
            </a:extLst>
          </p:cNvPr>
          <p:cNvSpPr>
            <a:spLocks noGrp="1"/>
          </p:cNvSpPr>
          <p:nvPr>
            <p:ph type="body" sz="quarter" idx="40"/>
          </p:nvPr>
        </p:nvSpPr>
        <p:spPr>
          <a:xfrm>
            <a:off x="8479454" y="5834791"/>
            <a:ext cx="3546475" cy="533400"/>
          </a:xfrm>
        </p:spPr>
        <p:txBody>
          <a:bodyPr lIns="0">
            <a:noAutofit/>
          </a:bodyPr>
          <a:lstStyle>
            <a:lvl1pPr>
              <a:defRPr lang="en-US" sz="1050" kern="1200" spc="0" baseline="0" smtClean="0">
                <a:solidFill>
                  <a:schemeClr val="tx1"/>
                </a:solidFill>
                <a:latin typeface="Avenir Next LT Pro" panose="020B0504020202020204" pitchFamily="34" charset="77"/>
                <a:ea typeface="Avenir Next LT Pro" panose="020B0504020202020204" pitchFamily="34" charset="77"/>
                <a:cs typeface="Avenir Next LT Pro" panose="020B0504020202020204" pitchFamily="34" charset="77"/>
              </a:defRPr>
            </a:lvl1pPr>
            <a:lvl2pPr>
              <a:defRPr lang="en-US" sz="1050" kern="1200" smtClean="0">
                <a:solidFill>
                  <a:schemeClr val="tx1"/>
                </a:solidFill>
                <a:latin typeface="Ford Antenna Light" charset="0"/>
                <a:ea typeface="Ford Antenna Light" charset="0"/>
                <a:cs typeface="Ford Antenna Light" charset="0"/>
              </a:defRPr>
            </a:lvl2pPr>
            <a:lvl3pPr>
              <a:defRPr lang="en-US" sz="1050" kern="1200" smtClean="0">
                <a:solidFill>
                  <a:schemeClr val="tx1"/>
                </a:solidFill>
                <a:latin typeface="Ford Antenna Light" charset="0"/>
                <a:ea typeface="Ford Antenna Light" charset="0"/>
                <a:cs typeface="Ford Antenna Light" charset="0"/>
              </a:defRPr>
            </a:lvl3pPr>
            <a:lvl4pPr>
              <a:defRPr lang="en-US" sz="1050" kern="1200" smtClean="0">
                <a:solidFill>
                  <a:schemeClr val="tx1"/>
                </a:solidFill>
                <a:latin typeface="Ford Antenna Light" charset="0"/>
                <a:ea typeface="Ford Antenna Light" charset="0"/>
                <a:cs typeface="Ford Antenna Light" charset="0"/>
              </a:defRPr>
            </a:lvl4pPr>
            <a:lvl5pPr>
              <a:defRPr lang="en-US" sz="1050" kern="1200">
                <a:solidFill>
                  <a:schemeClr val="tx1"/>
                </a:solidFill>
                <a:latin typeface="Ford Antenna Light" charset="0"/>
                <a:ea typeface="Ford Antenna Light" charset="0"/>
                <a:cs typeface="Ford Antenna Light" charset="0"/>
              </a:defRPr>
            </a:lvl5pPr>
          </a:lstStyle>
          <a:p>
            <a:pPr lvl="0"/>
            <a:r>
              <a:rPr lang="en-US" dirty="0"/>
              <a:t>Click to edit Master text styles</a:t>
            </a:r>
          </a:p>
        </p:txBody>
      </p:sp>
      <p:sp>
        <p:nvSpPr>
          <p:cNvPr id="72" name="Picture Placeholder 17">
            <a:extLst>
              <a:ext uri="{FF2B5EF4-FFF2-40B4-BE49-F238E27FC236}">
                <a16:creationId xmlns:a16="http://schemas.microsoft.com/office/drawing/2014/main" id="{2175BF62-C310-2044-AEB0-48866C555CA1}"/>
              </a:ext>
            </a:extLst>
          </p:cNvPr>
          <p:cNvSpPr>
            <a:spLocks noGrp="1"/>
          </p:cNvSpPr>
          <p:nvPr>
            <p:ph type="pic" sz="quarter" idx="42"/>
          </p:nvPr>
        </p:nvSpPr>
        <p:spPr>
          <a:xfrm>
            <a:off x="368300" y="4144512"/>
            <a:ext cx="3536950" cy="1462088"/>
          </a:xfrm>
          <a:solidFill>
            <a:schemeClr val="bg1"/>
          </a:solidFill>
        </p:spPr>
        <p:txBody>
          <a:bodyPr>
            <a:normAutofit/>
          </a:bodyPr>
          <a:lstStyle>
            <a:lvl1pPr>
              <a:defRPr sz="1100">
                <a:latin typeface="Avenir Next" panose="020B0503020202020204" pitchFamily="34" charset="0"/>
              </a:defRPr>
            </a:lvl1pPr>
          </a:lstStyle>
          <a:p>
            <a:endParaRPr lang="en-US" dirty="0"/>
          </a:p>
        </p:txBody>
      </p:sp>
      <p:sp>
        <p:nvSpPr>
          <p:cNvPr id="73" name="Picture Placeholder 17">
            <a:extLst>
              <a:ext uri="{FF2B5EF4-FFF2-40B4-BE49-F238E27FC236}">
                <a16:creationId xmlns:a16="http://schemas.microsoft.com/office/drawing/2014/main" id="{D365766F-0E63-9E4F-9FE3-8DBE612EC510}"/>
              </a:ext>
            </a:extLst>
          </p:cNvPr>
          <p:cNvSpPr>
            <a:spLocks noGrp="1"/>
          </p:cNvSpPr>
          <p:nvPr>
            <p:ph type="pic" sz="quarter" idx="43"/>
          </p:nvPr>
        </p:nvSpPr>
        <p:spPr>
          <a:xfrm>
            <a:off x="4364654" y="1822450"/>
            <a:ext cx="3536950" cy="1462088"/>
          </a:xfrm>
          <a:solidFill>
            <a:schemeClr val="bg1"/>
          </a:solidFill>
        </p:spPr>
        <p:txBody>
          <a:bodyPr>
            <a:normAutofit/>
          </a:bodyPr>
          <a:lstStyle>
            <a:lvl1pPr>
              <a:defRPr sz="1100">
                <a:latin typeface="Avenir Next" panose="020B0503020202020204" pitchFamily="34" charset="0"/>
              </a:defRPr>
            </a:lvl1pPr>
          </a:lstStyle>
          <a:p>
            <a:endParaRPr lang="en-US" dirty="0"/>
          </a:p>
        </p:txBody>
      </p:sp>
      <p:sp>
        <p:nvSpPr>
          <p:cNvPr id="74" name="Picture Placeholder 17">
            <a:extLst>
              <a:ext uri="{FF2B5EF4-FFF2-40B4-BE49-F238E27FC236}">
                <a16:creationId xmlns:a16="http://schemas.microsoft.com/office/drawing/2014/main" id="{284992ED-E1E0-A343-9224-AD949FCDEC9B}"/>
              </a:ext>
            </a:extLst>
          </p:cNvPr>
          <p:cNvSpPr>
            <a:spLocks noGrp="1"/>
          </p:cNvSpPr>
          <p:nvPr>
            <p:ph type="pic" sz="quarter" idx="44"/>
          </p:nvPr>
        </p:nvSpPr>
        <p:spPr>
          <a:xfrm>
            <a:off x="4364654" y="4144512"/>
            <a:ext cx="3536950" cy="1462088"/>
          </a:xfrm>
          <a:solidFill>
            <a:schemeClr val="bg1"/>
          </a:solidFill>
        </p:spPr>
        <p:txBody>
          <a:bodyPr>
            <a:normAutofit/>
          </a:bodyPr>
          <a:lstStyle>
            <a:lvl1pPr>
              <a:defRPr sz="1100">
                <a:latin typeface="Avenir Next" panose="020B0503020202020204" pitchFamily="34" charset="0"/>
              </a:defRPr>
            </a:lvl1pPr>
          </a:lstStyle>
          <a:p>
            <a:endParaRPr lang="en-US" dirty="0"/>
          </a:p>
        </p:txBody>
      </p:sp>
      <p:sp>
        <p:nvSpPr>
          <p:cNvPr id="75" name="Picture Placeholder 17">
            <a:extLst>
              <a:ext uri="{FF2B5EF4-FFF2-40B4-BE49-F238E27FC236}">
                <a16:creationId xmlns:a16="http://schemas.microsoft.com/office/drawing/2014/main" id="{4B3C6B33-035E-AE43-B6EF-1804D1720004}"/>
              </a:ext>
            </a:extLst>
          </p:cNvPr>
          <p:cNvSpPr>
            <a:spLocks noGrp="1"/>
          </p:cNvSpPr>
          <p:nvPr>
            <p:ph type="pic" sz="quarter" idx="45"/>
          </p:nvPr>
        </p:nvSpPr>
        <p:spPr>
          <a:xfrm>
            <a:off x="8479454" y="1822450"/>
            <a:ext cx="3536950" cy="1462088"/>
          </a:xfrm>
          <a:solidFill>
            <a:schemeClr val="bg1"/>
          </a:solidFill>
        </p:spPr>
        <p:txBody>
          <a:bodyPr>
            <a:normAutofit/>
          </a:bodyPr>
          <a:lstStyle>
            <a:lvl1pPr>
              <a:defRPr sz="1100">
                <a:latin typeface="Avenir Next" panose="020B0503020202020204" pitchFamily="34" charset="0"/>
              </a:defRPr>
            </a:lvl1pPr>
          </a:lstStyle>
          <a:p>
            <a:endParaRPr lang="en-US" dirty="0"/>
          </a:p>
        </p:txBody>
      </p:sp>
      <p:sp>
        <p:nvSpPr>
          <p:cNvPr id="76" name="Picture Placeholder 17">
            <a:extLst>
              <a:ext uri="{FF2B5EF4-FFF2-40B4-BE49-F238E27FC236}">
                <a16:creationId xmlns:a16="http://schemas.microsoft.com/office/drawing/2014/main" id="{1AE28BA1-3CDE-C34B-AE01-24624F9DD69E}"/>
              </a:ext>
            </a:extLst>
          </p:cNvPr>
          <p:cNvSpPr>
            <a:spLocks noGrp="1"/>
          </p:cNvSpPr>
          <p:nvPr>
            <p:ph type="pic" sz="quarter" idx="46"/>
          </p:nvPr>
        </p:nvSpPr>
        <p:spPr>
          <a:xfrm>
            <a:off x="8479454" y="4144512"/>
            <a:ext cx="3536950" cy="1462088"/>
          </a:xfrm>
          <a:solidFill>
            <a:schemeClr val="bg1"/>
          </a:solidFill>
        </p:spPr>
        <p:txBody>
          <a:bodyPr>
            <a:normAutofit/>
          </a:bodyPr>
          <a:lstStyle>
            <a:lvl1pPr>
              <a:defRPr sz="1100">
                <a:latin typeface="Avenir Next" panose="020B0503020202020204" pitchFamily="34" charset="0"/>
              </a:defRPr>
            </a:lvl1pPr>
          </a:lstStyle>
          <a:p>
            <a:endParaRPr lang="en-US" dirty="0"/>
          </a:p>
        </p:txBody>
      </p:sp>
      <p:sp>
        <p:nvSpPr>
          <p:cNvPr id="34" name="Slide Number Placeholder 5">
            <a:extLst>
              <a:ext uri="{FF2B5EF4-FFF2-40B4-BE49-F238E27FC236}">
                <a16:creationId xmlns:a16="http://schemas.microsoft.com/office/drawing/2014/main" id="{6D59769E-6B04-4DD5-9096-AF24D3481D4B}"/>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772033056"/>
      </p:ext>
    </p:extLst>
  </p:cSld>
  <p:clrMapOvr>
    <a:masterClrMapping/>
  </p:clrMapOvr>
  <p:extLst>
    <p:ext uri="{DCECCB84-F9BA-43D5-87BE-67443E8EF086}">
      <p15:sldGuideLst xmlns:p15="http://schemas.microsoft.com/office/powerpoint/2012/main">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Montage Slide">
    <p:bg>
      <p:bgPr>
        <a:solidFill>
          <a:schemeClr val="bg1"/>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926220-4014-A441-BE3B-A7487A4F58FA}"/>
              </a:ext>
            </a:extLst>
          </p:cNvPr>
          <p:cNvSpPr>
            <a:spLocks noGrp="1"/>
          </p:cNvSpPr>
          <p:nvPr>
            <p:ph type="pic" sz="quarter" idx="18"/>
          </p:nvPr>
        </p:nvSpPr>
        <p:spPr>
          <a:xfrm>
            <a:off x="6096000" y="-2"/>
            <a:ext cx="3684607" cy="3656342"/>
          </a:xfrm>
          <a:solidFill>
            <a:schemeClr val="bg1"/>
          </a:solidFill>
        </p:spPr>
        <p:txBody>
          <a:bodyPr>
            <a:normAutofit/>
          </a:bodyPr>
          <a:lstStyle>
            <a:lvl1pPr>
              <a:defRPr sz="1100">
                <a:solidFill>
                  <a:schemeClr val="tx1"/>
                </a:solidFill>
                <a:latin typeface="Avenir Next" panose="020B0503020202020204" pitchFamily="34" charset="0"/>
              </a:defRPr>
            </a:lvl1pPr>
          </a:lstStyle>
          <a:p>
            <a:r>
              <a:rPr lang="en-US"/>
              <a:t>Click icon to add picture</a:t>
            </a:r>
          </a:p>
        </p:txBody>
      </p:sp>
      <p:sp>
        <p:nvSpPr>
          <p:cNvPr id="13" name="Picture Placeholder 3">
            <a:extLst>
              <a:ext uri="{FF2B5EF4-FFF2-40B4-BE49-F238E27FC236}">
                <a16:creationId xmlns:a16="http://schemas.microsoft.com/office/drawing/2014/main" id="{D93D4DEF-4B41-8045-A30D-021341548DD2}"/>
              </a:ext>
            </a:extLst>
          </p:cNvPr>
          <p:cNvSpPr>
            <a:spLocks noGrp="1"/>
          </p:cNvSpPr>
          <p:nvPr>
            <p:ph type="pic" sz="quarter" idx="19"/>
          </p:nvPr>
        </p:nvSpPr>
        <p:spPr>
          <a:xfrm>
            <a:off x="9780607" y="2"/>
            <a:ext cx="2411393" cy="3656338"/>
          </a:xfrm>
          <a:solidFill>
            <a:schemeClr val="bg2"/>
          </a:solidFill>
        </p:spPr>
        <p:txBody>
          <a:bodyPr>
            <a:normAutofit/>
          </a:bodyPr>
          <a:lstStyle>
            <a:lvl1pPr>
              <a:defRPr sz="1100">
                <a:solidFill>
                  <a:schemeClr val="tx1"/>
                </a:solidFill>
                <a:latin typeface="Avenir Next" panose="020B0503020202020204" pitchFamily="34" charset="0"/>
              </a:defRPr>
            </a:lvl1pPr>
          </a:lstStyle>
          <a:p>
            <a:r>
              <a:rPr lang="en-US"/>
              <a:t>Click icon to add picture</a:t>
            </a:r>
          </a:p>
        </p:txBody>
      </p:sp>
      <p:sp>
        <p:nvSpPr>
          <p:cNvPr id="14" name="Picture Placeholder 3">
            <a:extLst>
              <a:ext uri="{FF2B5EF4-FFF2-40B4-BE49-F238E27FC236}">
                <a16:creationId xmlns:a16="http://schemas.microsoft.com/office/drawing/2014/main" id="{4C6B1392-F7A6-0642-B38A-F44020081C93}"/>
              </a:ext>
            </a:extLst>
          </p:cNvPr>
          <p:cNvSpPr>
            <a:spLocks noGrp="1"/>
          </p:cNvSpPr>
          <p:nvPr>
            <p:ph type="pic" sz="quarter" idx="20"/>
          </p:nvPr>
        </p:nvSpPr>
        <p:spPr>
          <a:xfrm>
            <a:off x="6096000" y="3656342"/>
            <a:ext cx="3411124" cy="3201658"/>
          </a:xfrm>
          <a:solidFill>
            <a:schemeClr val="bg2"/>
          </a:solidFill>
        </p:spPr>
        <p:txBody>
          <a:bodyPr>
            <a:normAutofit/>
          </a:bodyPr>
          <a:lstStyle>
            <a:lvl1pPr>
              <a:defRPr sz="1100">
                <a:solidFill>
                  <a:schemeClr val="tx1"/>
                </a:solidFill>
                <a:latin typeface="Avenir Next" panose="020B0503020202020204" pitchFamily="34" charset="0"/>
              </a:defRPr>
            </a:lvl1pPr>
          </a:lstStyle>
          <a:p>
            <a:r>
              <a:rPr lang="en-US" dirty="0"/>
              <a:t>Click icon to add picture</a:t>
            </a:r>
          </a:p>
        </p:txBody>
      </p:sp>
      <p:sp>
        <p:nvSpPr>
          <p:cNvPr id="15" name="Picture Placeholder 3">
            <a:extLst>
              <a:ext uri="{FF2B5EF4-FFF2-40B4-BE49-F238E27FC236}">
                <a16:creationId xmlns:a16="http://schemas.microsoft.com/office/drawing/2014/main" id="{00D83697-2122-3546-B9A9-85A6D0D0EE7A}"/>
              </a:ext>
            </a:extLst>
          </p:cNvPr>
          <p:cNvSpPr>
            <a:spLocks noGrp="1"/>
          </p:cNvSpPr>
          <p:nvPr>
            <p:ph type="pic" sz="quarter" idx="21"/>
          </p:nvPr>
        </p:nvSpPr>
        <p:spPr>
          <a:xfrm>
            <a:off x="9507124" y="3656342"/>
            <a:ext cx="2684876" cy="3201658"/>
          </a:xfrm>
          <a:solidFill>
            <a:schemeClr val="bg1"/>
          </a:solidFill>
        </p:spPr>
        <p:txBody>
          <a:bodyPr>
            <a:normAutofit/>
          </a:bodyPr>
          <a:lstStyle>
            <a:lvl1pPr>
              <a:defRPr sz="1100">
                <a:solidFill>
                  <a:schemeClr val="tx1"/>
                </a:solidFill>
                <a:latin typeface="Avenir Next" panose="020B0503020202020204" pitchFamily="34" charset="0"/>
              </a:defRPr>
            </a:lvl1pPr>
          </a:lstStyle>
          <a:p>
            <a:r>
              <a:rPr lang="en-US"/>
              <a:t>Click icon to add picture</a:t>
            </a:r>
          </a:p>
        </p:txBody>
      </p:sp>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p:nvPr>
        </p:nvSpPr>
        <p:spPr>
          <a:xfrm>
            <a:off x="374904" y="1600017"/>
            <a:ext cx="4988948" cy="3657966"/>
          </a:xfrm>
        </p:spPr>
        <p:txBody>
          <a:bodyPr lIns="0" anchor="ctr">
            <a:noAutofit/>
          </a:bodyPr>
          <a:lstStyle>
            <a:lvl1pPr>
              <a:lnSpc>
                <a:spcPct val="110000"/>
              </a:lnSpc>
              <a:defRPr sz="4000" b="0" i="0" spc="0">
                <a:solidFill>
                  <a:schemeClr val="tx1"/>
                </a:solidFill>
                <a:latin typeface="+mn-lt"/>
              </a:defRPr>
            </a:lvl1pPr>
          </a:lstStyle>
          <a:p>
            <a:pPr lvl="0"/>
            <a:r>
              <a:rPr lang="en-US" dirty="0"/>
              <a:t>Click to edit Master text styles</a:t>
            </a:r>
          </a:p>
        </p:txBody>
      </p:sp>
      <p:sp>
        <p:nvSpPr>
          <p:cNvPr id="5" name="Text Placeholder 8">
            <a:extLst>
              <a:ext uri="{FF2B5EF4-FFF2-40B4-BE49-F238E27FC236}">
                <a16:creationId xmlns:a16="http://schemas.microsoft.com/office/drawing/2014/main" id="{1D458478-5446-A0C2-6F04-76407514A7B9}"/>
              </a:ext>
            </a:extLst>
          </p:cNvPr>
          <p:cNvSpPr>
            <a:spLocks noGrp="1"/>
          </p:cNvSpPr>
          <p:nvPr>
            <p:ph type="body" sz="quarter" idx="13"/>
          </p:nvPr>
        </p:nvSpPr>
        <p:spPr>
          <a:xfrm>
            <a:off x="395000" y="286910"/>
            <a:ext cx="498894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Slide Number Placeholder 5">
            <a:extLst>
              <a:ext uri="{FF2B5EF4-FFF2-40B4-BE49-F238E27FC236}">
                <a16:creationId xmlns:a16="http://schemas.microsoft.com/office/drawing/2014/main" id="{52ADBE07-0069-46FF-9D2F-51289F34F6E4}"/>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63585012"/>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 column Image+data callout">
    <p:spTree>
      <p:nvGrpSpPr>
        <p:cNvPr id="1" name=""/>
        <p:cNvGrpSpPr/>
        <p:nvPr/>
      </p:nvGrpSpPr>
      <p:grpSpPr>
        <a:xfrm>
          <a:off x="0" y="0"/>
          <a:ext cx="0" cy="0"/>
          <a:chOff x="0" y="0"/>
          <a:chExt cx="0" cy="0"/>
        </a:xfrm>
      </p:grpSpPr>
      <p:sp>
        <p:nvSpPr>
          <p:cNvPr id="34" name="Text Placeholder 6">
            <a:extLst>
              <a:ext uri="{FF2B5EF4-FFF2-40B4-BE49-F238E27FC236}">
                <a16:creationId xmlns:a16="http://schemas.microsoft.com/office/drawing/2014/main" id="{DA998B97-BAC1-6F4D-B3BD-C9BBC0C2CD29}"/>
              </a:ext>
            </a:extLst>
          </p:cNvPr>
          <p:cNvSpPr>
            <a:spLocks noGrp="1"/>
          </p:cNvSpPr>
          <p:nvPr>
            <p:ph type="body" sz="quarter" idx="26" hasCustomPrompt="1"/>
          </p:nvPr>
        </p:nvSpPr>
        <p:spPr>
          <a:xfrm>
            <a:off x="5428646" y="2169830"/>
            <a:ext cx="1306744" cy="1306744"/>
          </a:xfrm>
          <a:prstGeom prst="ellipse">
            <a:avLst/>
          </a:prstGeom>
          <a:noFill/>
        </p:spPr>
        <p:txBody>
          <a:bodyPr wrap="none" lIns="0" rIns="0" bIns="274320" anchor="ctr">
            <a:noAutofit/>
          </a:bodyPr>
          <a:lstStyle>
            <a:lvl1pPr algn="ctr">
              <a:defRPr sz="4400" b="0" i="0" baseline="0">
                <a:solidFill>
                  <a:schemeClr val="tx1"/>
                </a:solidFill>
                <a:latin typeface="+mn-lt"/>
              </a:defRPr>
            </a:lvl1pPr>
          </a:lstStyle>
          <a:p>
            <a:pPr lvl="0"/>
            <a:r>
              <a:rPr lang="en-US" dirty="0"/>
              <a:t>XX</a:t>
            </a:r>
          </a:p>
        </p:txBody>
      </p:sp>
      <p:sp>
        <p:nvSpPr>
          <p:cNvPr id="35" name="Text Placeholder 19">
            <a:extLst>
              <a:ext uri="{FF2B5EF4-FFF2-40B4-BE49-F238E27FC236}">
                <a16:creationId xmlns:a16="http://schemas.microsoft.com/office/drawing/2014/main" id="{D90505D5-DC37-CF47-BADB-E290D8EB1668}"/>
              </a:ext>
            </a:extLst>
          </p:cNvPr>
          <p:cNvSpPr>
            <a:spLocks noGrp="1"/>
          </p:cNvSpPr>
          <p:nvPr>
            <p:ph type="body" sz="quarter" idx="27" hasCustomPrompt="1"/>
          </p:nvPr>
        </p:nvSpPr>
        <p:spPr>
          <a:xfrm>
            <a:off x="5217666" y="2903119"/>
            <a:ext cx="1709737" cy="322263"/>
          </a:xfrm>
        </p:spPr>
        <p:txBody>
          <a:bodyPr>
            <a:normAutofit/>
          </a:bodyPr>
          <a:lstStyle>
            <a:lvl1pPr algn="ctr">
              <a:defRPr sz="1000" spc="0" baseline="0">
                <a:solidFill>
                  <a:schemeClr val="tx1"/>
                </a:solidFill>
                <a:latin typeface="+mn-lt"/>
              </a:defRPr>
            </a:lvl1pPr>
          </a:lstStyle>
          <a:p>
            <a:pPr lvl="0"/>
            <a:r>
              <a:rPr lang="en-US" dirty="0"/>
              <a:t>Key Data Point</a:t>
            </a:r>
          </a:p>
        </p:txBody>
      </p:sp>
      <p:sp>
        <p:nvSpPr>
          <p:cNvPr id="36" name="Text Placeholder 6">
            <a:extLst>
              <a:ext uri="{FF2B5EF4-FFF2-40B4-BE49-F238E27FC236}">
                <a16:creationId xmlns:a16="http://schemas.microsoft.com/office/drawing/2014/main" id="{5FB0FB3B-B867-5747-ABAE-5CA4ADE1FA3C}"/>
              </a:ext>
            </a:extLst>
          </p:cNvPr>
          <p:cNvSpPr>
            <a:spLocks noGrp="1"/>
          </p:cNvSpPr>
          <p:nvPr>
            <p:ph type="body" sz="quarter" idx="28" hasCustomPrompt="1"/>
          </p:nvPr>
        </p:nvSpPr>
        <p:spPr>
          <a:xfrm>
            <a:off x="9454841" y="2169830"/>
            <a:ext cx="1306744" cy="1306744"/>
          </a:xfrm>
          <a:prstGeom prst="ellipse">
            <a:avLst/>
          </a:prstGeom>
          <a:noFill/>
        </p:spPr>
        <p:txBody>
          <a:bodyPr wrap="none" lIns="0" rIns="0" bIns="274320" anchor="ctr">
            <a:noAutofit/>
          </a:bodyPr>
          <a:lstStyle>
            <a:lvl1pPr algn="ctr">
              <a:defRPr sz="4400" b="0" i="0" baseline="0">
                <a:solidFill>
                  <a:schemeClr val="tx1"/>
                </a:solidFill>
                <a:latin typeface="+mn-lt"/>
              </a:defRPr>
            </a:lvl1pPr>
          </a:lstStyle>
          <a:p>
            <a:pPr lvl="0"/>
            <a:r>
              <a:rPr lang="en-US" dirty="0"/>
              <a:t>XX</a:t>
            </a:r>
          </a:p>
        </p:txBody>
      </p:sp>
      <p:sp>
        <p:nvSpPr>
          <p:cNvPr id="37" name="Text Placeholder 19">
            <a:extLst>
              <a:ext uri="{FF2B5EF4-FFF2-40B4-BE49-F238E27FC236}">
                <a16:creationId xmlns:a16="http://schemas.microsoft.com/office/drawing/2014/main" id="{735EF4B4-37E3-444F-A201-4DBD727E19DC}"/>
              </a:ext>
            </a:extLst>
          </p:cNvPr>
          <p:cNvSpPr>
            <a:spLocks noGrp="1"/>
          </p:cNvSpPr>
          <p:nvPr>
            <p:ph type="body" sz="quarter" idx="29" hasCustomPrompt="1"/>
          </p:nvPr>
        </p:nvSpPr>
        <p:spPr>
          <a:xfrm>
            <a:off x="9243861" y="2903119"/>
            <a:ext cx="1709737" cy="322263"/>
          </a:xfrm>
        </p:spPr>
        <p:txBody>
          <a:bodyPr>
            <a:normAutofit/>
          </a:bodyPr>
          <a:lstStyle>
            <a:lvl1pPr algn="ctr">
              <a:defRPr sz="1000" spc="0" baseline="0">
                <a:solidFill>
                  <a:schemeClr val="tx1"/>
                </a:solidFill>
                <a:latin typeface="+mn-lt"/>
              </a:defRPr>
            </a:lvl1pPr>
          </a:lstStyle>
          <a:p>
            <a:pPr lvl="0"/>
            <a:r>
              <a:rPr lang="en-US" dirty="0"/>
              <a:t>Key Data Point</a:t>
            </a:r>
          </a:p>
        </p:txBody>
      </p:sp>
      <p:sp>
        <p:nvSpPr>
          <p:cNvPr id="7" name="Picture Placeholder 6">
            <a:extLst>
              <a:ext uri="{FF2B5EF4-FFF2-40B4-BE49-F238E27FC236}">
                <a16:creationId xmlns:a16="http://schemas.microsoft.com/office/drawing/2014/main" id="{D54E4E67-C21D-1843-B14A-AB260357B703}"/>
              </a:ext>
            </a:extLst>
          </p:cNvPr>
          <p:cNvSpPr>
            <a:spLocks noGrp="1"/>
          </p:cNvSpPr>
          <p:nvPr>
            <p:ph type="pic" sz="quarter" idx="21"/>
          </p:nvPr>
        </p:nvSpPr>
        <p:spPr>
          <a:xfrm>
            <a:off x="392113" y="3962544"/>
            <a:ext cx="3317875" cy="1851815"/>
          </a:xfrm>
          <a:solidFill>
            <a:schemeClr val="bg2"/>
          </a:solidFill>
        </p:spPr>
        <p:txBody>
          <a:bodyPr>
            <a:normAutofit/>
          </a:bodyPr>
          <a:lstStyle>
            <a:lvl1pPr>
              <a:defRPr sz="1050">
                <a:latin typeface="+mn-lt"/>
              </a:defRPr>
            </a:lvl1pPr>
          </a:lstStyle>
          <a:p>
            <a:endParaRPr lang="en-US" dirty="0"/>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1"/>
            <a:ext cx="5438458" cy="198802"/>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262530"/>
            <a:ext cx="8631395" cy="526436"/>
          </a:xfrm>
        </p:spPr>
        <p:txBody>
          <a:bodyPr l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5" name="Text Placeholder 4">
            <a:extLst>
              <a:ext uri="{FF2B5EF4-FFF2-40B4-BE49-F238E27FC236}">
                <a16:creationId xmlns:a16="http://schemas.microsoft.com/office/drawing/2014/main" id="{80ED89F9-50DD-454D-A065-AF15CF955F11}"/>
              </a:ext>
            </a:extLst>
          </p:cNvPr>
          <p:cNvSpPr>
            <a:spLocks noGrp="1"/>
          </p:cNvSpPr>
          <p:nvPr>
            <p:ph type="body" sz="quarter" idx="18"/>
          </p:nvPr>
        </p:nvSpPr>
        <p:spPr>
          <a:xfrm>
            <a:off x="391855" y="5814359"/>
            <a:ext cx="3333002" cy="586441"/>
          </a:xfrm>
        </p:spPr>
        <p:txBody>
          <a:bodyPr lIns="0">
            <a:noAutofit/>
          </a:bodyPr>
          <a:lstStyle>
            <a:lvl1pPr>
              <a:defRPr sz="1200" spc="0" baseline="0">
                <a:latin typeface="+mn-lt"/>
              </a:defRPr>
            </a:lvl1pPr>
            <a:lvl2pPr marL="0" indent="0">
              <a:buNone/>
              <a:defRPr sz="1200" spc="0" baseline="0">
                <a:latin typeface="+mn-lt"/>
              </a:defRPr>
            </a:lvl2pPr>
          </a:lstStyle>
          <a:p>
            <a:pPr lvl="0"/>
            <a:r>
              <a:rPr lang="en-US" dirty="0"/>
              <a:t>Click to edit Master text styles</a:t>
            </a:r>
          </a:p>
          <a:p>
            <a:pPr lvl="1"/>
            <a:endParaRPr lang="en-US" dirty="0"/>
          </a:p>
        </p:txBody>
      </p:sp>
      <p:sp>
        <p:nvSpPr>
          <p:cNvPr id="18" name="Text Placeholder 4">
            <a:extLst>
              <a:ext uri="{FF2B5EF4-FFF2-40B4-BE49-F238E27FC236}">
                <a16:creationId xmlns:a16="http://schemas.microsoft.com/office/drawing/2014/main" id="{FFFB9FA3-8587-4D4E-A5AB-B666508239E1}"/>
              </a:ext>
            </a:extLst>
          </p:cNvPr>
          <p:cNvSpPr>
            <a:spLocks noGrp="1"/>
          </p:cNvSpPr>
          <p:nvPr>
            <p:ph type="body" sz="quarter" idx="19"/>
          </p:nvPr>
        </p:nvSpPr>
        <p:spPr>
          <a:xfrm>
            <a:off x="4432326" y="5814359"/>
            <a:ext cx="3333002" cy="586441"/>
          </a:xfrm>
        </p:spPr>
        <p:txBody>
          <a:bodyPr lIns="0">
            <a:noAutofit/>
          </a:bodyPr>
          <a:lstStyle>
            <a:lvl1pPr>
              <a:defRPr sz="1200" spc="0" baseline="0">
                <a:latin typeface="+mn-lt"/>
              </a:defRPr>
            </a:lvl1pPr>
            <a:lvl2pPr marL="0" indent="0">
              <a:buNone/>
              <a:defRPr sz="1200" spc="0" baseline="0">
                <a:latin typeface="+mn-lt"/>
              </a:defRPr>
            </a:lvl2pPr>
          </a:lstStyle>
          <a:p>
            <a:pPr lvl="0"/>
            <a:r>
              <a:rPr lang="en-US" dirty="0"/>
              <a:t>Click to edit Master text styles</a:t>
            </a:r>
          </a:p>
          <a:p>
            <a:pPr lvl="1"/>
            <a:endParaRPr lang="en-US" dirty="0"/>
          </a:p>
        </p:txBody>
      </p:sp>
      <p:sp>
        <p:nvSpPr>
          <p:cNvPr id="19" name="Text Placeholder 4">
            <a:extLst>
              <a:ext uri="{FF2B5EF4-FFF2-40B4-BE49-F238E27FC236}">
                <a16:creationId xmlns:a16="http://schemas.microsoft.com/office/drawing/2014/main" id="{044471A3-E547-BF42-8E20-A1A0974300C5}"/>
              </a:ext>
            </a:extLst>
          </p:cNvPr>
          <p:cNvSpPr>
            <a:spLocks noGrp="1"/>
          </p:cNvSpPr>
          <p:nvPr>
            <p:ph type="body" sz="quarter" idx="20"/>
          </p:nvPr>
        </p:nvSpPr>
        <p:spPr>
          <a:xfrm>
            <a:off x="8483783" y="5814359"/>
            <a:ext cx="3333002" cy="586441"/>
          </a:xfrm>
        </p:spPr>
        <p:txBody>
          <a:bodyPr lIns="0">
            <a:noAutofit/>
          </a:bodyPr>
          <a:lstStyle>
            <a:lvl1pPr>
              <a:defRPr sz="1200" spc="0" baseline="0">
                <a:latin typeface="+mn-lt"/>
              </a:defRPr>
            </a:lvl1pPr>
            <a:lvl2pPr marL="0" indent="0">
              <a:buNone/>
              <a:defRPr sz="1200" spc="0" baseline="0">
                <a:latin typeface="+mn-lt"/>
              </a:defRPr>
            </a:lvl2pPr>
          </a:lstStyle>
          <a:p>
            <a:pPr lvl="0"/>
            <a:r>
              <a:rPr lang="en-US" dirty="0"/>
              <a:t>Click to edit Master text styles</a:t>
            </a:r>
          </a:p>
          <a:p>
            <a:pPr lvl="1"/>
            <a:endParaRPr lang="en-US" dirty="0"/>
          </a:p>
        </p:txBody>
      </p:sp>
      <p:sp>
        <p:nvSpPr>
          <p:cNvPr id="20" name="Picture Placeholder 6">
            <a:extLst>
              <a:ext uri="{FF2B5EF4-FFF2-40B4-BE49-F238E27FC236}">
                <a16:creationId xmlns:a16="http://schemas.microsoft.com/office/drawing/2014/main" id="{928A9042-40AD-AF45-ADD0-FF5B10D9864B}"/>
              </a:ext>
            </a:extLst>
          </p:cNvPr>
          <p:cNvSpPr>
            <a:spLocks noGrp="1"/>
          </p:cNvSpPr>
          <p:nvPr>
            <p:ph type="pic" sz="quarter" idx="22"/>
          </p:nvPr>
        </p:nvSpPr>
        <p:spPr>
          <a:xfrm>
            <a:off x="4432326" y="3959538"/>
            <a:ext cx="3317875" cy="1854822"/>
          </a:xfrm>
          <a:solidFill>
            <a:schemeClr val="bg2"/>
          </a:solidFill>
        </p:spPr>
        <p:txBody>
          <a:bodyPr>
            <a:normAutofit/>
          </a:bodyPr>
          <a:lstStyle>
            <a:lvl1pPr>
              <a:defRPr sz="1050">
                <a:latin typeface="+mn-lt"/>
              </a:defRPr>
            </a:lvl1pPr>
          </a:lstStyle>
          <a:p>
            <a:endParaRPr lang="en-US"/>
          </a:p>
        </p:txBody>
      </p:sp>
      <p:sp>
        <p:nvSpPr>
          <p:cNvPr id="21" name="Picture Placeholder 6">
            <a:extLst>
              <a:ext uri="{FF2B5EF4-FFF2-40B4-BE49-F238E27FC236}">
                <a16:creationId xmlns:a16="http://schemas.microsoft.com/office/drawing/2014/main" id="{8D002F8E-BD7E-AF4D-A76C-29E72CE73D35}"/>
              </a:ext>
            </a:extLst>
          </p:cNvPr>
          <p:cNvSpPr>
            <a:spLocks noGrp="1"/>
          </p:cNvSpPr>
          <p:nvPr>
            <p:ph type="pic" sz="quarter" idx="23"/>
          </p:nvPr>
        </p:nvSpPr>
        <p:spPr>
          <a:xfrm>
            <a:off x="8483783" y="3959538"/>
            <a:ext cx="3317875" cy="1854822"/>
          </a:xfrm>
          <a:solidFill>
            <a:schemeClr val="bg2"/>
          </a:solidFill>
        </p:spPr>
        <p:txBody>
          <a:bodyPr>
            <a:normAutofit/>
          </a:bodyPr>
          <a:lstStyle>
            <a:lvl1pPr>
              <a:defRPr sz="1050">
                <a:latin typeface="+mn-lt"/>
              </a:defRPr>
            </a:lvl1pPr>
          </a:lstStyle>
          <a:p>
            <a:endParaRPr lang="en-US"/>
          </a:p>
        </p:txBody>
      </p:sp>
      <p:grpSp>
        <p:nvGrpSpPr>
          <p:cNvPr id="23" name="Group 22">
            <a:extLst>
              <a:ext uri="{FF2B5EF4-FFF2-40B4-BE49-F238E27FC236}">
                <a16:creationId xmlns:a16="http://schemas.microsoft.com/office/drawing/2014/main" id="{F1465085-9978-DD49-AA11-90E315D7A8E9}"/>
              </a:ext>
            </a:extLst>
          </p:cNvPr>
          <p:cNvGrpSpPr/>
          <p:nvPr userDrawn="1"/>
        </p:nvGrpSpPr>
        <p:grpSpPr>
          <a:xfrm>
            <a:off x="4064000" y="1967696"/>
            <a:ext cx="4064000" cy="4356904"/>
            <a:chOff x="4064000" y="1967696"/>
            <a:chExt cx="4064000" cy="3183038"/>
          </a:xfrm>
        </p:grpSpPr>
        <p:cxnSp>
          <p:nvCxnSpPr>
            <p:cNvPr id="24" name="Straight Connector 23">
              <a:extLst>
                <a:ext uri="{FF2B5EF4-FFF2-40B4-BE49-F238E27FC236}">
                  <a16:creationId xmlns:a16="http://schemas.microsoft.com/office/drawing/2014/main" id="{39041BF2-91B0-7847-8543-B141419F9CB1}"/>
                </a:ext>
              </a:extLst>
            </p:cNvPr>
            <p:cNvCxnSpPr>
              <a:cxnSpLocks/>
            </p:cNvCxnSpPr>
            <p:nvPr/>
          </p:nvCxnSpPr>
          <p:spPr>
            <a:xfrm>
              <a:off x="4064000" y="1967696"/>
              <a:ext cx="0" cy="3183038"/>
            </a:xfrm>
            <a:prstGeom prst="line">
              <a:avLst/>
            </a:prstGeom>
            <a:ln w="6350">
              <a:solidFill>
                <a:schemeClr val="accent2"/>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32DCD8B5-B4EC-1346-BF3E-F5EADBEA64EF}"/>
                </a:ext>
              </a:extLst>
            </p:cNvPr>
            <p:cNvCxnSpPr>
              <a:cxnSpLocks/>
            </p:cNvCxnSpPr>
            <p:nvPr/>
          </p:nvCxnSpPr>
          <p:spPr>
            <a:xfrm>
              <a:off x="8128000" y="1967696"/>
              <a:ext cx="0" cy="3183038"/>
            </a:xfrm>
            <a:prstGeom prst="line">
              <a:avLst/>
            </a:prstGeom>
            <a:ln w="6350">
              <a:solidFill>
                <a:schemeClr val="accent2"/>
              </a:solidFill>
              <a:tailEnd type="none" w="med" len="sm"/>
            </a:ln>
            <a:effectLst/>
          </p:spPr>
          <p:style>
            <a:lnRef idx="1">
              <a:schemeClr val="accent1"/>
            </a:lnRef>
            <a:fillRef idx="0">
              <a:schemeClr val="accent1"/>
            </a:fillRef>
            <a:effectRef idx="0">
              <a:schemeClr val="accent1"/>
            </a:effectRef>
            <a:fontRef idx="minor">
              <a:schemeClr val="tx1"/>
            </a:fontRef>
          </p:style>
        </p:cxnSp>
      </p:grpSp>
      <p:sp>
        <p:nvSpPr>
          <p:cNvPr id="32" name="Text Placeholder 6">
            <a:extLst>
              <a:ext uri="{FF2B5EF4-FFF2-40B4-BE49-F238E27FC236}">
                <a16:creationId xmlns:a16="http://schemas.microsoft.com/office/drawing/2014/main" id="{185C7567-B1FA-EB43-931F-BC451D28D4BA}"/>
              </a:ext>
            </a:extLst>
          </p:cNvPr>
          <p:cNvSpPr>
            <a:spLocks noGrp="1"/>
          </p:cNvSpPr>
          <p:nvPr>
            <p:ph type="body" sz="quarter" idx="24" hasCustomPrompt="1"/>
          </p:nvPr>
        </p:nvSpPr>
        <p:spPr>
          <a:xfrm>
            <a:off x="1331567" y="2169830"/>
            <a:ext cx="1306744" cy="1306744"/>
          </a:xfrm>
          <a:prstGeom prst="ellipse">
            <a:avLst/>
          </a:prstGeom>
          <a:noFill/>
        </p:spPr>
        <p:txBody>
          <a:bodyPr wrap="none" lIns="0" rIns="0" bIns="274320" anchor="ctr">
            <a:noAutofit/>
          </a:bodyPr>
          <a:lstStyle>
            <a:lvl1pPr algn="ctr">
              <a:defRPr sz="4400" b="0" i="0" baseline="0">
                <a:solidFill>
                  <a:schemeClr val="tx1"/>
                </a:solidFill>
                <a:latin typeface="+mn-lt"/>
              </a:defRPr>
            </a:lvl1pPr>
          </a:lstStyle>
          <a:p>
            <a:pPr lvl="0"/>
            <a:r>
              <a:rPr lang="en-US" dirty="0"/>
              <a:t>XX</a:t>
            </a:r>
          </a:p>
        </p:txBody>
      </p:sp>
      <p:sp>
        <p:nvSpPr>
          <p:cNvPr id="33" name="Text Placeholder 19">
            <a:extLst>
              <a:ext uri="{FF2B5EF4-FFF2-40B4-BE49-F238E27FC236}">
                <a16:creationId xmlns:a16="http://schemas.microsoft.com/office/drawing/2014/main" id="{B59745CF-DEE6-E14B-9EAA-6E11D711816C}"/>
              </a:ext>
            </a:extLst>
          </p:cNvPr>
          <p:cNvSpPr>
            <a:spLocks noGrp="1"/>
          </p:cNvSpPr>
          <p:nvPr>
            <p:ph type="body" sz="quarter" idx="25" hasCustomPrompt="1"/>
          </p:nvPr>
        </p:nvSpPr>
        <p:spPr>
          <a:xfrm>
            <a:off x="1120587" y="2903119"/>
            <a:ext cx="1709737" cy="322263"/>
          </a:xfrm>
        </p:spPr>
        <p:txBody>
          <a:bodyPr>
            <a:normAutofit/>
          </a:bodyPr>
          <a:lstStyle>
            <a:lvl1pPr algn="ctr">
              <a:defRPr sz="1000" spc="0" baseline="0">
                <a:solidFill>
                  <a:schemeClr val="tx1"/>
                </a:solidFill>
                <a:latin typeface="+mn-lt"/>
              </a:defRPr>
            </a:lvl1pPr>
          </a:lstStyle>
          <a:p>
            <a:pPr lvl="0"/>
            <a:r>
              <a:rPr lang="en-US" dirty="0"/>
              <a:t>Key Data Point</a:t>
            </a:r>
          </a:p>
        </p:txBody>
      </p:sp>
      <p:sp>
        <p:nvSpPr>
          <p:cNvPr id="26" name="Slide Number Placeholder 5">
            <a:extLst>
              <a:ext uri="{FF2B5EF4-FFF2-40B4-BE49-F238E27FC236}">
                <a16:creationId xmlns:a16="http://schemas.microsoft.com/office/drawing/2014/main" id="{969E59F2-497C-4B07-AA5F-1DFFE2442794}"/>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2798498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uote">
    <p:bg>
      <p:bgPr>
        <a:solidFill>
          <a:schemeClr val="bg1"/>
        </a:solidFill>
        <a:effectLst/>
      </p:bgPr>
    </p:bg>
    <p:spTree>
      <p:nvGrpSpPr>
        <p:cNvPr id="1" name=""/>
        <p:cNvGrpSpPr/>
        <p:nvPr/>
      </p:nvGrpSpPr>
      <p:grpSpPr>
        <a:xfrm>
          <a:off x="0" y="0"/>
          <a:ext cx="0" cy="0"/>
          <a:chOff x="0" y="0"/>
          <a:chExt cx="0" cy="0"/>
        </a:xfrm>
      </p:grpSpPr>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hasCustomPrompt="1"/>
          </p:nvPr>
        </p:nvSpPr>
        <p:spPr>
          <a:xfrm>
            <a:off x="2741388" y="1600017"/>
            <a:ext cx="6709225" cy="3657966"/>
          </a:xfrm>
        </p:spPr>
        <p:txBody>
          <a:bodyPr anchor="ctr">
            <a:noAutofit/>
          </a:bodyPr>
          <a:lstStyle>
            <a:lvl1pPr algn="ctr">
              <a:lnSpc>
                <a:spcPct val="120000"/>
              </a:lnSpc>
              <a:defRPr sz="2400" b="0" i="0" spc="0" baseline="0">
                <a:solidFill>
                  <a:schemeClr val="tx1"/>
                </a:solidFill>
                <a:latin typeface="+mn-lt"/>
              </a:defRPr>
            </a:lvl1pPr>
          </a:lstStyle>
          <a:p>
            <a:pPr>
              <a:lnSpc>
                <a:spcPct val="110000"/>
              </a:lnSpc>
            </a:pPr>
            <a:r>
              <a:rPr lang="en-US" sz="2400" dirty="0"/>
              <a:t>This is an important quote slide. Lorem ipsum dolor sit </a:t>
            </a:r>
            <a:r>
              <a:rPr lang="en-US" sz="2400" dirty="0" err="1"/>
              <a:t>amet</a:t>
            </a:r>
            <a:r>
              <a:rPr lang="en-US" sz="2400" dirty="0"/>
              <a:t>, </a:t>
            </a:r>
            <a:r>
              <a:rPr lang="en-US" sz="2400" dirty="0" err="1"/>
              <a:t>consectetuer</a:t>
            </a:r>
            <a:r>
              <a:rPr lang="en-US" sz="2400" dirty="0"/>
              <a:t> </a:t>
            </a:r>
            <a:r>
              <a:rPr lang="en-US" sz="2400" dirty="0" err="1"/>
              <a:t>adipiscing</a:t>
            </a:r>
            <a:r>
              <a:rPr lang="en-US" sz="2400" dirty="0"/>
              <a:t> </a:t>
            </a:r>
            <a:r>
              <a:rPr lang="en-US" sz="2400" dirty="0" err="1"/>
              <a:t>elit</a:t>
            </a:r>
            <a:r>
              <a:rPr lang="en-US" sz="2400" dirty="0"/>
              <a:t>. Maecenas </a:t>
            </a:r>
            <a:r>
              <a:rPr lang="en-US" sz="2400" dirty="0" err="1"/>
              <a:t>porttitor</a:t>
            </a:r>
            <a:r>
              <a:rPr lang="en-US" sz="2400" dirty="0"/>
              <a:t> </a:t>
            </a:r>
            <a:r>
              <a:rPr lang="en-US" sz="2400" dirty="0" err="1"/>
              <a:t>congue</a:t>
            </a:r>
            <a:r>
              <a:rPr lang="en-US" sz="2400" dirty="0"/>
              <a:t> </a:t>
            </a:r>
            <a:r>
              <a:rPr lang="en-US" sz="2400" dirty="0" err="1"/>
              <a:t>massa</a:t>
            </a:r>
            <a:r>
              <a:rPr lang="en-US" sz="2400" dirty="0"/>
              <a:t>. Maecenas </a:t>
            </a:r>
            <a:r>
              <a:rPr lang="en-US" sz="2400" dirty="0" err="1"/>
              <a:t>porttitor</a:t>
            </a:r>
            <a:r>
              <a:rPr lang="en-US" sz="2400" dirty="0"/>
              <a:t> </a:t>
            </a:r>
            <a:r>
              <a:rPr lang="en-US" sz="2400" dirty="0" err="1"/>
              <a:t>congue</a:t>
            </a:r>
            <a:r>
              <a:rPr lang="en-US" sz="2400" dirty="0"/>
              <a:t> </a:t>
            </a:r>
            <a:r>
              <a:rPr lang="en-US" sz="2400" dirty="0" err="1"/>
              <a:t>massa</a:t>
            </a:r>
            <a:r>
              <a:rPr lang="en-US" sz="2400" dirty="0"/>
              <a:t>. </a:t>
            </a:r>
          </a:p>
        </p:txBody>
      </p:sp>
      <p:sp>
        <p:nvSpPr>
          <p:cNvPr id="4" name="Text Placeholder 3">
            <a:extLst>
              <a:ext uri="{FF2B5EF4-FFF2-40B4-BE49-F238E27FC236}">
                <a16:creationId xmlns:a16="http://schemas.microsoft.com/office/drawing/2014/main" id="{16E71273-EE0B-2144-9E0B-7155C6F3F3B5}"/>
              </a:ext>
            </a:extLst>
          </p:cNvPr>
          <p:cNvSpPr>
            <a:spLocks noGrp="1"/>
          </p:cNvSpPr>
          <p:nvPr>
            <p:ph type="body" sz="quarter" idx="19"/>
          </p:nvPr>
        </p:nvSpPr>
        <p:spPr>
          <a:xfrm>
            <a:off x="7330111" y="4978678"/>
            <a:ext cx="3410365" cy="915370"/>
          </a:xfrm>
        </p:spPr>
        <p:txBody>
          <a:bodyPr>
            <a:normAutofit/>
          </a:bodyPr>
          <a:lstStyle>
            <a:lvl1pPr>
              <a:defRPr sz="1200" spc="0" baseline="0">
                <a:solidFill>
                  <a:schemeClr val="tx1"/>
                </a:solidFill>
                <a:latin typeface="+mn-lt"/>
              </a:defRPr>
            </a:lvl1pPr>
          </a:lstStyle>
          <a:p>
            <a:pPr lvl="0"/>
            <a:endParaRPr lang="en-US" dirty="0"/>
          </a:p>
        </p:txBody>
      </p:sp>
      <p:sp>
        <p:nvSpPr>
          <p:cNvPr id="7" name="Slide Number Placeholder 5">
            <a:extLst>
              <a:ext uri="{FF2B5EF4-FFF2-40B4-BE49-F238E27FC236}">
                <a16:creationId xmlns:a16="http://schemas.microsoft.com/office/drawing/2014/main" id="{B43ED463-6F96-4C9B-A56E-053BCACB3F7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968440447"/>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Split Image+Quote">
    <p:bg>
      <p:bgPr>
        <a:solidFill>
          <a:schemeClr val="bg1"/>
        </a:solidFill>
        <a:effectLst/>
      </p:bgPr>
    </p:bg>
    <p:spTree>
      <p:nvGrpSpPr>
        <p:cNvPr id="1" name=""/>
        <p:cNvGrpSpPr/>
        <p:nvPr/>
      </p:nvGrpSpPr>
      <p:grpSpPr>
        <a:xfrm>
          <a:off x="0" y="0"/>
          <a:ext cx="0" cy="0"/>
          <a:chOff x="0" y="0"/>
          <a:chExt cx="0" cy="0"/>
        </a:xfrm>
      </p:grpSpPr>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hasCustomPrompt="1"/>
          </p:nvPr>
        </p:nvSpPr>
        <p:spPr>
          <a:xfrm>
            <a:off x="6434232" y="1600017"/>
            <a:ext cx="5481669" cy="3657966"/>
          </a:xfrm>
        </p:spPr>
        <p:txBody>
          <a:bodyPr anchor="ctr">
            <a:noAutofit/>
          </a:bodyPr>
          <a:lstStyle>
            <a:lvl1pPr algn="ctr">
              <a:lnSpc>
                <a:spcPct val="100000"/>
              </a:lnSpc>
              <a:defRPr sz="2400" b="0" i="0" spc="0" baseline="0">
                <a:solidFill>
                  <a:schemeClr val="tx1"/>
                </a:solidFill>
                <a:latin typeface="+mn-lt"/>
              </a:defRPr>
            </a:lvl1pPr>
          </a:lstStyle>
          <a:p>
            <a:pPr>
              <a:lnSpc>
                <a:spcPct val="110000"/>
              </a:lnSpc>
            </a:pPr>
            <a:r>
              <a:rPr lang="en-US" sz="2400" dirty="0"/>
              <a:t>This is an important quote slide. Lorem ipsum dolor sit </a:t>
            </a:r>
            <a:r>
              <a:rPr lang="en-US" sz="2400" dirty="0" err="1"/>
              <a:t>amet</a:t>
            </a:r>
            <a:r>
              <a:rPr lang="en-US" sz="2400" dirty="0"/>
              <a:t>, </a:t>
            </a:r>
            <a:r>
              <a:rPr lang="en-US" sz="2400" dirty="0" err="1"/>
              <a:t>consectetuer</a:t>
            </a:r>
            <a:r>
              <a:rPr lang="en-US" sz="2400" dirty="0"/>
              <a:t> </a:t>
            </a:r>
            <a:r>
              <a:rPr lang="en-US" sz="2400" dirty="0" err="1"/>
              <a:t>adipiscing</a:t>
            </a:r>
            <a:r>
              <a:rPr lang="en-US" sz="2400" dirty="0"/>
              <a:t> </a:t>
            </a:r>
            <a:r>
              <a:rPr lang="en-US" sz="2400" dirty="0" err="1"/>
              <a:t>elit</a:t>
            </a:r>
            <a:r>
              <a:rPr lang="en-US" sz="2400" dirty="0"/>
              <a:t>. Maecenas </a:t>
            </a:r>
            <a:r>
              <a:rPr lang="en-US" sz="2400" dirty="0" err="1"/>
              <a:t>porttitor</a:t>
            </a:r>
            <a:r>
              <a:rPr lang="en-US" sz="2400" dirty="0"/>
              <a:t>.</a:t>
            </a:r>
          </a:p>
        </p:txBody>
      </p:sp>
      <p:sp>
        <p:nvSpPr>
          <p:cNvPr id="4" name="Text Placeholder 3">
            <a:extLst>
              <a:ext uri="{FF2B5EF4-FFF2-40B4-BE49-F238E27FC236}">
                <a16:creationId xmlns:a16="http://schemas.microsoft.com/office/drawing/2014/main" id="{16E71273-EE0B-2144-9E0B-7155C6F3F3B5}"/>
              </a:ext>
            </a:extLst>
          </p:cNvPr>
          <p:cNvSpPr>
            <a:spLocks noGrp="1"/>
          </p:cNvSpPr>
          <p:nvPr>
            <p:ph type="body" sz="quarter" idx="19"/>
          </p:nvPr>
        </p:nvSpPr>
        <p:spPr>
          <a:xfrm>
            <a:off x="9694518" y="4978678"/>
            <a:ext cx="2147712" cy="870793"/>
          </a:xfrm>
        </p:spPr>
        <p:txBody>
          <a:bodyPr>
            <a:normAutofit/>
          </a:bodyPr>
          <a:lstStyle>
            <a:lvl1pPr>
              <a:defRPr sz="1200" spc="0" baseline="0">
                <a:solidFill>
                  <a:schemeClr val="tx1"/>
                </a:solidFill>
                <a:latin typeface="+mn-lt"/>
              </a:defRPr>
            </a:lvl1pPr>
          </a:lstStyle>
          <a:p>
            <a:pPr lvl="0"/>
            <a:endParaRPr lang="en-US" dirty="0"/>
          </a:p>
        </p:txBody>
      </p:sp>
      <p:sp>
        <p:nvSpPr>
          <p:cNvPr id="6" name="Picture Placeholder 2">
            <a:extLst>
              <a:ext uri="{FF2B5EF4-FFF2-40B4-BE49-F238E27FC236}">
                <a16:creationId xmlns:a16="http://schemas.microsoft.com/office/drawing/2014/main" id="{4E70D287-8297-0A43-815D-889926D593FE}"/>
              </a:ext>
            </a:extLst>
          </p:cNvPr>
          <p:cNvSpPr>
            <a:spLocks noGrp="1"/>
          </p:cNvSpPr>
          <p:nvPr>
            <p:ph type="pic" sz="quarter" idx="23"/>
          </p:nvPr>
        </p:nvSpPr>
        <p:spPr>
          <a:xfrm>
            <a:off x="-4763" y="16137"/>
            <a:ext cx="6100763" cy="6858000"/>
          </a:xfrm>
        </p:spPr>
        <p:txBody>
          <a:bodyPr anchor="ctr">
            <a:normAutofit/>
          </a:bodyPr>
          <a:lstStyle>
            <a:lvl1pPr algn="ctr">
              <a:defRPr sz="1400">
                <a:latin typeface="Avenir Next" panose="020B0503020202020204" pitchFamily="34" charset="0"/>
              </a:defRPr>
            </a:lvl1pPr>
          </a:lstStyle>
          <a:p>
            <a:endParaRPr lang="en-US" dirty="0"/>
          </a:p>
        </p:txBody>
      </p:sp>
      <p:sp>
        <p:nvSpPr>
          <p:cNvPr id="8" name="Slide Number Placeholder 5">
            <a:extLst>
              <a:ext uri="{FF2B5EF4-FFF2-40B4-BE49-F238E27FC236}">
                <a16:creationId xmlns:a16="http://schemas.microsoft.com/office/drawing/2014/main" id="{F08D9F63-5B16-4DFE-8480-44B5458779C5}"/>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86843935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982D12-01CF-1E40-AF4F-5D4F16C64380}"/>
              </a:ext>
            </a:extLst>
          </p:cNvPr>
          <p:cNvSpPr/>
          <p:nvPr userDrawn="1"/>
        </p:nvSpPr>
        <p:spPr>
          <a:xfrm>
            <a:off x="0" y="1"/>
            <a:ext cx="12209865"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Text Placeholder 10">
            <a:extLst>
              <a:ext uri="{FF2B5EF4-FFF2-40B4-BE49-F238E27FC236}">
                <a16:creationId xmlns:a16="http://schemas.microsoft.com/office/drawing/2014/main" id="{060B1C8F-5EB5-824E-B759-B9CAC0972D7A}"/>
              </a:ext>
            </a:extLst>
          </p:cNvPr>
          <p:cNvSpPr>
            <a:spLocks noGrp="1"/>
          </p:cNvSpPr>
          <p:nvPr>
            <p:ph type="body" sz="quarter" idx="10" hasCustomPrompt="1"/>
          </p:nvPr>
        </p:nvSpPr>
        <p:spPr>
          <a:xfrm>
            <a:off x="172721" y="184526"/>
            <a:ext cx="2591272" cy="512763"/>
          </a:xfrm>
        </p:spPr>
        <p:txBody>
          <a:bodyPr>
            <a:normAutofit/>
          </a:bodyPr>
          <a:lstStyle>
            <a:lvl1pPr>
              <a:defRPr sz="1600" b="0" i="0">
                <a:latin typeface="+mn-lt"/>
              </a:defRPr>
            </a:lvl1pPr>
          </a:lstStyle>
          <a:p>
            <a:pPr lvl="0"/>
            <a:r>
              <a:rPr lang="en-US" dirty="0"/>
              <a:t>Q1</a:t>
            </a:r>
          </a:p>
        </p:txBody>
      </p:sp>
      <p:cxnSp>
        <p:nvCxnSpPr>
          <p:cNvPr id="7" name="Straight Connector 6">
            <a:extLst>
              <a:ext uri="{FF2B5EF4-FFF2-40B4-BE49-F238E27FC236}">
                <a16:creationId xmlns:a16="http://schemas.microsoft.com/office/drawing/2014/main" id="{7EE36FC0-CBD6-2D4F-8F57-0C66AEF3AB5A}"/>
              </a:ext>
            </a:extLst>
          </p:cNvPr>
          <p:cNvCxnSpPr>
            <a:cxnSpLocks/>
          </p:cNvCxnSpPr>
          <p:nvPr userDrawn="1"/>
        </p:nvCxnSpPr>
        <p:spPr>
          <a:xfrm>
            <a:off x="3048000" y="0"/>
            <a:ext cx="0" cy="6857999"/>
          </a:xfrm>
          <a:prstGeom prst="line">
            <a:avLst/>
          </a:prstGeom>
          <a:ln w="47625">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E4C1389-80D1-6745-9511-11BC23E7D121}"/>
              </a:ext>
            </a:extLst>
          </p:cNvPr>
          <p:cNvCxnSpPr>
            <a:cxnSpLocks/>
          </p:cNvCxnSpPr>
          <p:nvPr userDrawn="1"/>
        </p:nvCxnSpPr>
        <p:spPr>
          <a:xfrm>
            <a:off x="6096000" y="0"/>
            <a:ext cx="0" cy="6857999"/>
          </a:xfrm>
          <a:prstGeom prst="line">
            <a:avLst/>
          </a:prstGeom>
          <a:ln w="47625">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15F8996-DC6A-5C4B-A34C-F16237B3B46A}"/>
              </a:ext>
            </a:extLst>
          </p:cNvPr>
          <p:cNvCxnSpPr>
            <a:cxnSpLocks/>
          </p:cNvCxnSpPr>
          <p:nvPr userDrawn="1"/>
        </p:nvCxnSpPr>
        <p:spPr>
          <a:xfrm>
            <a:off x="9144000" y="0"/>
            <a:ext cx="0" cy="6857999"/>
          </a:xfrm>
          <a:prstGeom prst="line">
            <a:avLst/>
          </a:prstGeom>
          <a:ln w="47625">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sp>
        <p:nvSpPr>
          <p:cNvPr id="12" name="Text Placeholder 10">
            <a:extLst>
              <a:ext uri="{FF2B5EF4-FFF2-40B4-BE49-F238E27FC236}">
                <a16:creationId xmlns:a16="http://schemas.microsoft.com/office/drawing/2014/main" id="{06CFFFF0-CA77-5E48-9FCF-9CFA6793466D}"/>
              </a:ext>
            </a:extLst>
          </p:cNvPr>
          <p:cNvSpPr>
            <a:spLocks noGrp="1"/>
          </p:cNvSpPr>
          <p:nvPr>
            <p:ph type="body" sz="quarter" idx="11" hasCustomPrompt="1"/>
          </p:nvPr>
        </p:nvSpPr>
        <p:spPr>
          <a:xfrm>
            <a:off x="3220720" y="184526"/>
            <a:ext cx="2591272" cy="512763"/>
          </a:xfrm>
        </p:spPr>
        <p:txBody>
          <a:bodyPr>
            <a:normAutofit/>
          </a:bodyPr>
          <a:lstStyle>
            <a:lvl1pPr>
              <a:defRPr sz="1600" b="0" i="0">
                <a:latin typeface="+mn-lt"/>
              </a:defRPr>
            </a:lvl1pPr>
          </a:lstStyle>
          <a:p>
            <a:pPr lvl="0"/>
            <a:r>
              <a:rPr lang="en-US" dirty="0"/>
              <a:t>Q2</a:t>
            </a:r>
          </a:p>
        </p:txBody>
      </p:sp>
      <p:sp>
        <p:nvSpPr>
          <p:cNvPr id="15" name="Text Placeholder 10">
            <a:extLst>
              <a:ext uri="{FF2B5EF4-FFF2-40B4-BE49-F238E27FC236}">
                <a16:creationId xmlns:a16="http://schemas.microsoft.com/office/drawing/2014/main" id="{F4D8243C-382F-8E4E-AA2F-F43A2D5A9FA3}"/>
              </a:ext>
            </a:extLst>
          </p:cNvPr>
          <p:cNvSpPr>
            <a:spLocks noGrp="1"/>
          </p:cNvSpPr>
          <p:nvPr>
            <p:ph type="body" sz="quarter" idx="12" hasCustomPrompt="1"/>
          </p:nvPr>
        </p:nvSpPr>
        <p:spPr>
          <a:xfrm>
            <a:off x="6268720" y="184526"/>
            <a:ext cx="2591272" cy="512763"/>
          </a:xfrm>
        </p:spPr>
        <p:txBody>
          <a:bodyPr>
            <a:normAutofit/>
          </a:bodyPr>
          <a:lstStyle>
            <a:lvl1pPr>
              <a:defRPr sz="1600" b="0" i="0">
                <a:latin typeface="+mn-lt"/>
              </a:defRPr>
            </a:lvl1pPr>
          </a:lstStyle>
          <a:p>
            <a:pPr lvl="0"/>
            <a:r>
              <a:rPr lang="en-US" dirty="0"/>
              <a:t>Q3</a:t>
            </a:r>
          </a:p>
        </p:txBody>
      </p:sp>
      <p:sp>
        <p:nvSpPr>
          <p:cNvPr id="16" name="Text Placeholder 10">
            <a:extLst>
              <a:ext uri="{FF2B5EF4-FFF2-40B4-BE49-F238E27FC236}">
                <a16:creationId xmlns:a16="http://schemas.microsoft.com/office/drawing/2014/main" id="{7058E081-59E2-D24C-BD4D-E46684ECF02C}"/>
              </a:ext>
            </a:extLst>
          </p:cNvPr>
          <p:cNvSpPr>
            <a:spLocks noGrp="1"/>
          </p:cNvSpPr>
          <p:nvPr>
            <p:ph type="body" sz="quarter" idx="13" hasCustomPrompt="1"/>
          </p:nvPr>
        </p:nvSpPr>
        <p:spPr>
          <a:xfrm>
            <a:off x="9316720" y="184526"/>
            <a:ext cx="2591272" cy="512763"/>
          </a:xfrm>
        </p:spPr>
        <p:txBody>
          <a:bodyPr>
            <a:normAutofit/>
          </a:bodyPr>
          <a:lstStyle>
            <a:lvl1pPr>
              <a:defRPr sz="1600" b="0" i="0">
                <a:latin typeface="+mn-lt"/>
              </a:defRPr>
            </a:lvl1pPr>
          </a:lstStyle>
          <a:p>
            <a:pPr lvl="0"/>
            <a:r>
              <a:rPr lang="en-US" dirty="0"/>
              <a:t>Q4</a:t>
            </a:r>
          </a:p>
        </p:txBody>
      </p:sp>
      <p:pic>
        <p:nvPicPr>
          <p:cNvPr id="3" name="Graphic 2">
            <a:extLst>
              <a:ext uri="{FF2B5EF4-FFF2-40B4-BE49-F238E27FC236}">
                <a16:creationId xmlns:a16="http://schemas.microsoft.com/office/drawing/2014/main" id="{25BA979E-F36A-FC75-7EEB-FAB7290027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4" name="Slide Number Placeholder 5">
            <a:extLst>
              <a:ext uri="{FF2B5EF4-FFF2-40B4-BE49-F238E27FC236}">
                <a16:creationId xmlns:a16="http://schemas.microsoft.com/office/drawing/2014/main" id="{910CC883-F70F-41BC-ADED-00CA34E99323}"/>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10486893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Growth Dashboar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8076B9-F406-639C-FFA2-B2661C2CF14A}"/>
              </a:ext>
            </a:extLst>
          </p:cNvPr>
          <p:cNvSpPr/>
          <p:nvPr userDrawn="1"/>
        </p:nvSpPr>
        <p:spPr>
          <a:xfrm>
            <a:off x="0" y="1018101"/>
            <a:ext cx="12192000" cy="583989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Rounded Rectangle 18">
            <a:extLst>
              <a:ext uri="{FF2B5EF4-FFF2-40B4-BE49-F238E27FC236}">
                <a16:creationId xmlns:a16="http://schemas.microsoft.com/office/drawing/2014/main" id="{E26CF890-67F9-6A12-B9E5-5873E7F510F7}"/>
              </a:ext>
            </a:extLst>
          </p:cNvPr>
          <p:cNvSpPr/>
          <p:nvPr userDrawn="1"/>
        </p:nvSpPr>
        <p:spPr>
          <a:xfrm>
            <a:off x="9185401" y="4065939"/>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20" name="Rounded Rectangle 19">
            <a:extLst>
              <a:ext uri="{FF2B5EF4-FFF2-40B4-BE49-F238E27FC236}">
                <a16:creationId xmlns:a16="http://schemas.microsoft.com/office/drawing/2014/main" id="{FB938C14-38C7-7CE8-AF81-6DCCFE57F063}"/>
              </a:ext>
            </a:extLst>
          </p:cNvPr>
          <p:cNvSpPr/>
          <p:nvPr userDrawn="1"/>
        </p:nvSpPr>
        <p:spPr>
          <a:xfrm>
            <a:off x="6273100" y="4065939"/>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22" name="Rounded Rectangle 21">
            <a:extLst>
              <a:ext uri="{FF2B5EF4-FFF2-40B4-BE49-F238E27FC236}">
                <a16:creationId xmlns:a16="http://schemas.microsoft.com/office/drawing/2014/main" id="{5BB9B993-E3CE-DBCB-8632-1DEE330C3B01}"/>
              </a:ext>
            </a:extLst>
          </p:cNvPr>
          <p:cNvSpPr/>
          <p:nvPr userDrawn="1"/>
        </p:nvSpPr>
        <p:spPr>
          <a:xfrm>
            <a:off x="3129066" y="4065939"/>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23" name="Rounded Rectangle 22">
            <a:extLst>
              <a:ext uri="{FF2B5EF4-FFF2-40B4-BE49-F238E27FC236}">
                <a16:creationId xmlns:a16="http://schemas.microsoft.com/office/drawing/2014/main" id="{37CE09CB-0B77-1106-ACF1-B300E7171A1C}"/>
              </a:ext>
            </a:extLst>
          </p:cNvPr>
          <p:cNvSpPr/>
          <p:nvPr userDrawn="1"/>
        </p:nvSpPr>
        <p:spPr>
          <a:xfrm>
            <a:off x="216765" y="4065939"/>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17" name="Rounded Rectangle 16">
            <a:extLst>
              <a:ext uri="{FF2B5EF4-FFF2-40B4-BE49-F238E27FC236}">
                <a16:creationId xmlns:a16="http://schemas.microsoft.com/office/drawing/2014/main" id="{EB264000-4729-65F9-F313-C4DD90F50BCA}"/>
              </a:ext>
            </a:extLst>
          </p:cNvPr>
          <p:cNvSpPr/>
          <p:nvPr userDrawn="1"/>
        </p:nvSpPr>
        <p:spPr>
          <a:xfrm>
            <a:off x="9185401" y="1390592"/>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18" name="Rounded Rectangle 17">
            <a:extLst>
              <a:ext uri="{FF2B5EF4-FFF2-40B4-BE49-F238E27FC236}">
                <a16:creationId xmlns:a16="http://schemas.microsoft.com/office/drawing/2014/main" id="{09EAAA67-1D52-76BE-0F17-21BB8F17BE25}"/>
              </a:ext>
            </a:extLst>
          </p:cNvPr>
          <p:cNvSpPr/>
          <p:nvPr userDrawn="1"/>
        </p:nvSpPr>
        <p:spPr>
          <a:xfrm>
            <a:off x="6273100" y="1390592"/>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16" name="Rounded Rectangle 15">
            <a:extLst>
              <a:ext uri="{FF2B5EF4-FFF2-40B4-BE49-F238E27FC236}">
                <a16:creationId xmlns:a16="http://schemas.microsoft.com/office/drawing/2014/main" id="{A6A43C50-F445-0506-B5FC-278283FFA051}"/>
              </a:ext>
            </a:extLst>
          </p:cNvPr>
          <p:cNvSpPr/>
          <p:nvPr userDrawn="1"/>
        </p:nvSpPr>
        <p:spPr>
          <a:xfrm>
            <a:off x="3129066" y="1390592"/>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9" name="Text Placeholder 8"/>
          <p:cNvSpPr>
            <a:spLocks noGrp="1"/>
          </p:cNvSpPr>
          <p:nvPr>
            <p:ph type="body" sz="quarter" idx="13"/>
          </p:nvPr>
        </p:nvSpPr>
        <p:spPr>
          <a:xfrm>
            <a:off x="395000" y="286911"/>
            <a:ext cx="5335305" cy="216010"/>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C76D422-6A8E-8F4E-870E-AE1452E6C4D9}"/>
              </a:ext>
            </a:extLst>
          </p:cNvPr>
          <p:cNvSpPr>
            <a:spLocks noGrp="1"/>
          </p:cNvSpPr>
          <p:nvPr>
            <p:ph type="title"/>
          </p:nvPr>
        </p:nvSpPr>
        <p:spPr>
          <a:xfrm>
            <a:off x="374904" y="502920"/>
            <a:ext cx="5335305" cy="51518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28" name="Text Placeholder 26">
            <a:extLst>
              <a:ext uri="{FF2B5EF4-FFF2-40B4-BE49-F238E27FC236}">
                <a16:creationId xmlns:a16="http://schemas.microsoft.com/office/drawing/2014/main" id="{56044D02-2C1C-EEF3-D9B5-77B3708B6615}"/>
              </a:ext>
            </a:extLst>
          </p:cNvPr>
          <p:cNvSpPr>
            <a:spLocks noGrp="1"/>
          </p:cNvSpPr>
          <p:nvPr>
            <p:ph type="body" sz="quarter" idx="19" hasCustomPrompt="1"/>
          </p:nvPr>
        </p:nvSpPr>
        <p:spPr>
          <a:xfrm>
            <a:off x="6273100" y="3802919"/>
            <a:ext cx="3055937" cy="296863"/>
          </a:xfrm>
        </p:spPr>
        <p:txBody>
          <a:bodyPr lIns="0">
            <a:noAutofit/>
          </a:bodyPr>
          <a:lstStyle>
            <a:lvl1pPr marL="0" indent="0" algn="l" defTabSz="914400" rtl="0" eaLnBrk="1" latinLnBrk="0" hangingPunct="1">
              <a:lnSpc>
                <a:spcPct val="100000"/>
              </a:lnSpc>
              <a:spcBef>
                <a:spcPts val="1000"/>
              </a:spcBef>
              <a:buFont typeface="Arial"/>
              <a:buNone/>
              <a:defRPr lang="en-US" sz="1100" b="1" i="0" kern="1200" spc="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Title</a:t>
            </a:r>
          </a:p>
        </p:txBody>
      </p:sp>
      <p:sp>
        <p:nvSpPr>
          <p:cNvPr id="29" name="Text Placeholder 26">
            <a:extLst>
              <a:ext uri="{FF2B5EF4-FFF2-40B4-BE49-F238E27FC236}">
                <a16:creationId xmlns:a16="http://schemas.microsoft.com/office/drawing/2014/main" id="{F0103EFC-3788-3FDE-F69E-FADD888BE7EE}"/>
              </a:ext>
            </a:extLst>
          </p:cNvPr>
          <p:cNvSpPr>
            <a:spLocks noGrp="1"/>
          </p:cNvSpPr>
          <p:nvPr>
            <p:ph type="body" sz="quarter" idx="20" hasCustomPrompt="1"/>
          </p:nvPr>
        </p:nvSpPr>
        <p:spPr>
          <a:xfrm>
            <a:off x="216765" y="3802919"/>
            <a:ext cx="3055937" cy="296863"/>
          </a:xfrm>
        </p:spPr>
        <p:txBody>
          <a:bodyPr lIns="0">
            <a:noAutofit/>
          </a:bodyPr>
          <a:lstStyle>
            <a:lvl1pPr marL="0" indent="0" algn="l" defTabSz="914400" rtl="0" eaLnBrk="1" latinLnBrk="0" hangingPunct="1">
              <a:lnSpc>
                <a:spcPct val="100000"/>
              </a:lnSpc>
              <a:spcBef>
                <a:spcPts val="1000"/>
              </a:spcBef>
              <a:buFont typeface="Arial"/>
              <a:buNone/>
              <a:defRPr lang="en-US" sz="1100" b="1" i="0" kern="1200" spc="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Title</a:t>
            </a:r>
          </a:p>
        </p:txBody>
      </p:sp>
      <p:sp>
        <p:nvSpPr>
          <p:cNvPr id="30" name="Text Placeholder 26">
            <a:extLst>
              <a:ext uri="{FF2B5EF4-FFF2-40B4-BE49-F238E27FC236}">
                <a16:creationId xmlns:a16="http://schemas.microsoft.com/office/drawing/2014/main" id="{569E2265-4C03-2162-AD23-754BFCCC3C78}"/>
              </a:ext>
            </a:extLst>
          </p:cNvPr>
          <p:cNvSpPr>
            <a:spLocks noGrp="1"/>
          </p:cNvSpPr>
          <p:nvPr>
            <p:ph type="body" sz="quarter" idx="21" hasCustomPrompt="1"/>
          </p:nvPr>
        </p:nvSpPr>
        <p:spPr>
          <a:xfrm>
            <a:off x="6273100" y="1117779"/>
            <a:ext cx="3055937" cy="296863"/>
          </a:xfrm>
        </p:spPr>
        <p:txBody>
          <a:bodyPr lIns="0">
            <a:noAutofit/>
          </a:bodyPr>
          <a:lstStyle>
            <a:lvl1pPr marL="0" indent="0" algn="l" defTabSz="914400" rtl="0" eaLnBrk="1" latinLnBrk="0" hangingPunct="1">
              <a:lnSpc>
                <a:spcPct val="100000"/>
              </a:lnSpc>
              <a:spcBef>
                <a:spcPts val="1000"/>
              </a:spcBef>
              <a:buFont typeface="Arial"/>
              <a:buNone/>
              <a:defRPr lang="en-US" sz="1100" b="1" i="0" kern="1200" spc="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Title</a:t>
            </a:r>
          </a:p>
        </p:txBody>
      </p:sp>
      <p:sp>
        <p:nvSpPr>
          <p:cNvPr id="4" name="Rounded Rectangle 3">
            <a:extLst>
              <a:ext uri="{FF2B5EF4-FFF2-40B4-BE49-F238E27FC236}">
                <a16:creationId xmlns:a16="http://schemas.microsoft.com/office/drawing/2014/main" id="{C84BAF14-937F-B340-9137-3E0008AA2384}"/>
              </a:ext>
            </a:extLst>
          </p:cNvPr>
          <p:cNvSpPr/>
          <p:nvPr userDrawn="1"/>
        </p:nvSpPr>
        <p:spPr>
          <a:xfrm>
            <a:off x="216765" y="1390592"/>
            <a:ext cx="2798757" cy="2281646"/>
          </a:xfrm>
          <a:prstGeom prst="roundRect">
            <a:avLst>
              <a:gd name="adj" fmla="val 6170"/>
            </a:avLst>
          </a:prstGeom>
          <a:solidFill>
            <a:schemeClr val="bg1"/>
          </a:solidFill>
          <a:ln w="28575">
            <a:noFill/>
            <a:miter lim="800000"/>
          </a:ln>
          <a:effectLst>
            <a:outerShdw blurRad="166588" sx="102000" sy="102000" algn="ctr" rotWithShape="0">
              <a:prstClr val="black">
                <a:alpha val="10000"/>
              </a:prstClr>
            </a:outerShdw>
          </a:effectLst>
        </p:spPr>
        <p:txBody>
          <a:bodyPr vert="horz" lIns="182880" tIns="45720" rIns="91440" bIns="45720" rtlCol="0" anchor="ctr">
            <a:noAutofit/>
          </a:bodyPr>
          <a:lstStyle/>
          <a:p>
            <a:pPr lvl="0" indent="0">
              <a:lnSpc>
                <a:spcPct val="100000"/>
              </a:lnSpc>
              <a:spcBef>
                <a:spcPts val="1000"/>
              </a:spcBef>
              <a:buFont typeface="Arial"/>
              <a:buNone/>
            </a:pPr>
            <a:endParaRPr lang="en-US" sz="1900" b="0" i="0" spc="0" baseline="0">
              <a:solidFill>
                <a:schemeClr val="tx1"/>
              </a:solidFill>
            </a:endParaRPr>
          </a:p>
        </p:txBody>
      </p:sp>
      <p:sp>
        <p:nvSpPr>
          <p:cNvPr id="27" name="Text Placeholder 26">
            <a:extLst>
              <a:ext uri="{FF2B5EF4-FFF2-40B4-BE49-F238E27FC236}">
                <a16:creationId xmlns:a16="http://schemas.microsoft.com/office/drawing/2014/main" id="{285AB3CB-2E9D-2324-CB5C-162182F50CBD}"/>
              </a:ext>
            </a:extLst>
          </p:cNvPr>
          <p:cNvSpPr>
            <a:spLocks noGrp="1"/>
          </p:cNvSpPr>
          <p:nvPr>
            <p:ph type="body" sz="quarter" idx="18" hasCustomPrompt="1"/>
          </p:nvPr>
        </p:nvSpPr>
        <p:spPr>
          <a:xfrm>
            <a:off x="216765" y="1117779"/>
            <a:ext cx="3055937" cy="296863"/>
          </a:xfrm>
        </p:spPr>
        <p:txBody>
          <a:bodyPr lIns="0">
            <a:noAutofit/>
          </a:bodyPr>
          <a:lstStyle>
            <a:lvl1pPr marL="0" indent="0" algn="l" defTabSz="914400" rtl="0" eaLnBrk="1" latinLnBrk="0" hangingPunct="1">
              <a:lnSpc>
                <a:spcPct val="100000"/>
              </a:lnSpc>
              <a:spcBef>
                <a:spcPts val="1000"/>
              </a:spcBef>
              <a:buFont typeface="Arial"/>
              <a:buNone/>
              <a:defRPr lang="en-US" sz="1100" b="1" i="0" kern="1200" spc="0" baseline="0" dirty="0">
                <a:solidFill>
                  <a:schemeClr val="accent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r>
              <a:rPr lang="en-US" dirty="0"/>
              <a:t>Title</a:t>
            </a:r>
          </a:p>
        </p:txBody>
      </p:sp>
      <p:sp>
        <p:nvSpPr>
          <p:cNvPr id="24" name="Slide Number Placeholder 5">
            <a:extLst>
              <a:ext uri="{FF2B5EF4-FFF2-40B4-BE49-F238E27FC236}">
                <a16:creationId xmlns:a16="http://schemas.microsoft.com/office/drawing/2014/main" id="{B1F9E10A-FCA2-4E16-BC4F-17EA0743ADC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06810381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Headline Blank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4904" y="502920"/>
            <a:ext cx="7702296" cy="1027176"/>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1"/>
            <a:ext cx="3902295"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284574779"/>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Split Large Statement+Chart">
    <p:bg>
      <p:bgPr>
        <a:solidFill>
          <a:schemeClr val="bg1"/>
        </a:solidFill>
        <a:effectLst/>
      </p:bgPr>
    </p:bg>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1BC8692-8530-6C41-A74C-9413073A1A53}"/>
              </a:ext>
            </a:extLst>
          </p:cNvPr>
          <p:cNvSpPr>
            <a:spLocks noGrp="1"/>
          </p:cNvSpPr>
          <p:nvPr>
            <p:ph sz="quarter" idx="18"/>
          </p:nvPr>
        </p:nvSpPr>
        <p:spPr>
          <a:xfrm>
            <a:off x="6096000" y="0"/>
            <a:ext cx="6096000" cy="6858000"/>
          </a:xfrm>
        </p:spPr>
        <p:txBody>
          <a:bodyPr>
            <a:normAutofit/>
          </a:bodyPr>
          <a:lstStyle>
            <a:lvl1pPr>
              <a:defRPr sz="1100">
                <a:latin typeface="Avenir Next" panose="020B0503020202020204" pitchFamily="34" charset="0"/>
              </a:defRPr>
            </a:lvl1pPr>
          </a:lstStyle>
          <a:p>
            <a:pPr lvl="0"/>
            <a:endParaRPr lang="en-US" dirty="0"/>
          </a:p>
        </p:txBody>
      </p:sp>
      <p:sp>
        <p:nvSpPr>
          <p:cNvPr id="39" name="Text Placeholder 38">
            <a:extLst>
              <a:ext uri="{FF2B5EF4-FFF2-40B4-BE49-F238E27FC236}">
                <a16:creationId xmlns:a16="http://schemas.microsoft.com/office/drawing/2014/main" id="{94783C15-2AFC-1A4E-8534-03C6C64BAA5B}"/>
              </a:ext>
            </a:extLst>
          </p:cNvPr>
          <p:cNvSpPr>
            <a:spLocks noGrp="1"/>
          </p:cNvSpPr>
          <p:nvPr>
            <p:ph type="body" sz="quarter" idx="16"/>
          </p:nvPr>
        </p:nvSpPr>
        <p:spPr>
          <a:xfrm>
            <a:off x="457200" y="1600017"/>
            <a:ext cx="5125384" cy="3657966"/>
          </a:xfrm>
        </p:spPr>
        <p:txBody>
          <a:bodyPr lIns="0" anchor="ctr">
            <a:noAutofit/>
          </a:bodyPr>
          <a:lstStyle>
            <a:lvl1pPr>
              <a:lnSpc>
                <a:spcPct val="110000"/>
              </a:lnSpc>
              <a:defRPr sz="4000" b="0" i="0" spc="0">
                <a:solidFill>
                  <a:schemeClr val="tx1"/>
                </a:solidFill>
                <a:latin typeface="+mn-lt"/>
              </a:defRPr>
            </a:lvl1pPr>
          </a:lstStyle>
          <a:p>
            <a:pPr lvl="0"/>
            <a:r>
              <a:rPr lang="en-US" dirty="0"/>
              <a:t>Click to edit Master text styles</a:t>
            </a:r>
          </a:p>
        </p:txBody>
      </p:sp>
      <p:sp>
        <p:nvSpPr>
          <p:cNvPr id="6" name="Text Placeholder 8">
            <a:extLst>
              <a:ext uri="{FF2B5EF4-FFF2-40B4-BE49-F238E27FC236}">
                <a16:creationId xmlns:a16="http://schemas.microsoft.com/office/drawing/2014/main" id="{827C738C-34D6-6C56-DB42-51E39A78E28D}"/>
              </a:ext>
            </a:extLst>
          </p:cNvPr>
          <p:cNvSpPr>
            <a:spLocks noGrp="1"/>
          </p:cNvSpPr>
          <p:nvPr>
            <p:ph type="body" sz="quarter" idx="13"/>
          </p:nvPr>
        </p:nvSpPr>
        <p:spPr>
          <a:xfrm>
            <a:off x="395000" y="286910"/>
            <a:ext cx="4988948" cy="198803"/>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9" name="Slide Number Placeholder 5">
            <a:extLst>
              <a:ext uri="{FF2B5EF4-FFF2-40B4-BE49-F238E27FC236}">
                <a16:creationId xmlns:a16="http://schemas.microsoft.com/office/drawing/2014/main" id="{12A18F4E-F861-48E5-8FE3-A52C27424C8E}"/>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27486505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Header_Lower Grey">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58419347-04F6-AB49-B67B-A9DC747E6131}"/>
              </a:ext>
            </a:extLst>
          </p:cNvPr>
          <p:cNvSpPr/>
          <p:nvPr userDrawn="1"/>
        </p:nvSpPr>
        <p:spPr>
          <a:xfrm>
            <a:off x="0" y="1816962"/>
            <a:ext cx="12192000" cy="50410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4999" y="286911"/>
            <a:ext cx="5563983"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262529"/>
            <a:ext cx="8631395" cy="685801"/>
          </a:xfrm>
        </p:spPr>
        <p:txBody>
          <a:bodyPr lIns="0">
            <a:noAutofit/>
          </a:bodyPr>
          <a:lstStyle>
            <a:lvl1pPr marL="0" indent="0" algn="l" defTabSz="914400" rtl="0" eaLnBrk="1" latinLnBrk="0" hangingPunct="1">
              <a:lnSpc>
                <a:spcPct val="100000"/>
              </a:lnSpc>
              <a:spcBef>
                <a:spcPts val="1000"/>
              </a:spcBef>
              <a:buFont typeface="Arial"/>
              <a:buNone/>
              <a:defRPr lang="en-US" sz="1600" b="0" i="0" kern="1200" spc="40" baseline="0" dirty="0">
                <a:solidFill>
                  <a:schemeClr val="tx1"/>
                </a:solidFill>
                <a:latin typeface="Avenir Next Medium" panose="020B0503020202020204" pitchFamily="34" charset="0"/>
                <a:ea typeface="Avenir Next Medium" panose="020B0503020202020204" pitchFamily="34" charset="0"/>
                <a:cs typeface="Avenir Next Medium" panose="020B0503020202020204" pitchFamily="34" charset="0"/>
              </a:defRPr>
            </a:lvl1pPr>
          </a:lstStyle>
          <a:p>
            <a:pPr lvl="0"/>
            <a:r>
              <a:rPr lang="en-US" dirty="0"/>
              <a:t>Click to edit Master text styles</a:t>
            </a:r>
          </a:p>
        </p:txBody>
      </p:sp>
      <p:sp>
        <p:nvSpPr>
          <p:cNvPr id="10" name="Slide Number Placeholder 5">
            <a:extLst>
              <a:ext uri="{FF2B5EF4-FFF2-40B4-BE49-F238E27FC236}">
                <a16:creationId xmlns:a16="http://schemas.microsoft.com/office/drawing/2014/main" id="{A3E4E513-FD95-42A2-AC86-D68C64F995C5}"/>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573578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Header_Lower Grey">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147F499-4EE5-0CFD-FF7D-4ABA95CFE9C3}"/>
              </a:ext>
            </a:extLst>
          </p:cNvPr>
          <p:cNvGrpSpPr/>
          <p:nvPr userDrawn="1"/>
        </p:nvGrpSpPr>
        <p:grpSpPr>
          <a:xfrm>
            <a:off x="198108" y="1764911"/>
            <a:ext cx="11795784" cy="4345790"/>
            <a:chOff x="324572" y="2019554"/>
            <a:chExt cx="11646576" cy="4345790"/>
          </a:xfrm>
        </p:grpSpPr>
        <p:sp>
          <p:nvSpPr>
            <p:cNvPr id="4" name="Rounded Rectangle 3">
              <a:extLst>
                <a:ext uri="{FF2B5EF4-FFF2-40B4-BE49-F238E27FC236}">
                  <a16:creationId xmlns:a16="http://schemas.microsoft.com/office/drawing/2014/main" id="{F5D044CB-FB19-8000-B8BC-1946A91FD19A}"/>
                </a:ext>
              </a:extLst>
            </p:cNvPr>
            <p:cNvSpPr/>
            <p:nvPr/>
          </p:nvSpPr>
          <p:spPr>
            <a:xfrm>
              <a:off x="8184653" y="2019554"/>
              <a:ext cx="3786495" cy="434579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Rounded Rectangle 5">
              <a:extLst>
                <a:ext uri="{FF2B5EF4-FFF2-40B4-BE49-F238E27FC236}">
                  <a16:creationId xmlns:a16="http://schemas.microsoft.com/office/drawing/2014/main" id="{1EBACCD0-EFB9-2DB0-E96F-8A2407C7C1FA}"/>
                </a:ext>
              </a:extLst>
            </p:cNvPr>
            <p:cNvSpPr/>
            <p:nvPr/>
          </p:nvSpPr>
          <p:spPr>
            <a:xfrm>
              <a:off x="4254612" y="2019554"/>
              <a:ext cx="3786495" cy="434579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ounded Rectangle 7">
              <a:extLst>
                <a:ext uri="{FF2B5EF4-FFF2-40B4-BE49-F238E27FC236}">
                  <a16:creationId xmlns:a16="http://schemas.microsoft.com/office/drawing/2014/main" id="{60ED96D8-CCD9-EFF9-300A-FF38A86856A5}"/>
                </a:ext>
              </a:extLst>
            </p:cNvPr>
            <p:cNvSpPr/>
            <p:nvPr/>
          </p:nvSpPr>
          <p:spPr>
            <a:xfrm>
              <a:off x="324572" y="2019554"/>
              <a:ext cx="3786495" cy="434579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4999" y="286911"/>
            <a:ext cx="5563983"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copy</a:t>
            </a:r>
          </a:p>
        </p:txBody>
      </p:sp>
      <p:sp>
        <p:nvSpPr>
          <p:cNvPr id="11" name="Text Placeholder 38">
            <a:extLst>
              <a:ext uri="{FF2B5EF4-FFF2-40B4-BE49-F238E27FC236}">
                <a16:creationId xmlns:a16="http://schemas.microsoft.com/office/drawing/2014/main" id="{253F0560-6C05-1843-8231-437C90F63C80}"/>
              </a:ext>
            </a:extLst>
          </p:cNvPr>
          <p:cNvSpPr>
            <a:spLocks noGrp="1"/>
          </p:cNvSpPr>
          <p:nvPr>
            <p:ph type="body" sz="quarter" idx="16"/>
          </p:nvPr>
        </p:nvSpPr>
        <p:spPr>
          <a:xfrm>
            <a:off x="374904" y="1262529"/>
            <a:ext cx="8631395" cy="685801"/>
          </a:xfrm>
        </p:spPr>
        <p:txBody>
          <a:bodyPr lIns="0">
            <a:noAutofit/>
          </a:bodyPr>
          <a:lstStyle>
            <a:lvl1pPr marL="0" indent="0" algn="l" defTabSz="914400" rtl="0" eaLnBrk="1" latinLnBrk="0" hangingPunct="1">
              <a:lnSpc>
                <a:spcPct val="100000"/>
              </a:lnSpc>
              <a:spcBef>
                <a:spcPts val="1000"/>
              </a:spcBef>
              <a:buFont typeface="Arial"/>
              <a:buNone/>
              <a:defRPr lang="en-US" sz="1600" b="0" i="0" kern="1200" spc="40" baseline="0" dirty="0">
                <a:solidFill>
                  <a:schemeClr val="tx1"/>
                </a:solidFill>
                <a:latin typeface="Avenir Next Medium" panose="020B0503020202020204" pitchFamily="34" charset="0"/>
                <a:ea typeface="Avenir Next Medium" panose="020B0503020202020204" pitchFamily="34" charset="0"/>
                <a:cs typeface="Avenir Next Medium" panose="020B0503020202020204" pitchFamily="34" charset="0"/>
              </a:defRPr>
            </a:lvl1pPr>
          </a:lstStyle>
          <a:p>
            <a:pPr lvl="0"/>
            <a:r>
              <a:rPr lang="en-US" dirty="0"/>
              <a:t>Click to edit Master text styles</a:t>
            </a:r>
          </a:p>
        </p:txBody>
      </p:sp>
      <p:sp>
        <p:nvSpPr>
          <p:cNvPr id="13" name="Slide Number Placeholder 5">
            <a:extLst>
              <a:ext uri="{FF2B5EF4-FFF2-40B4-BE49-F238E27FC236}">
                <a16:creationId xmlns:a16="http://schemas.microsoft.com/office/drawing/2014/main" id="{F43CD9AB-D99B-4414-ADA9-C89392034CFF}"/>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4245309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4 box">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72A28D3E-1412-08DD-3938-0FEF452C5438}"/>
              </a:ext>
            </a:extLst>
          </p:cNvPr>
          <p:cNvSpPr/>
          <p:nvPr userDrawn="1"/>
        </p:nvSpPr>
        <p:spPr>
          <a:xfrm>
            <a:off x="374903" y="953146"/>
            <a:ext cx="5652715" cy="2631363"/>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 name="Rounded Rectangle 2">
            <a:extLst>
              <a:ext uri="{FF2B5EF4-FFF2-40B4-BE49-F238E27FC236}">
                <a16:creationId xmlns:a16="http://schemas.microsoft.com/office/drawing/2014/main" id="{A9DD5670-6072-B659-E621-7F1F25900F07}"/>
              </a:ext>
            </a:extLst>
          </p:cNvPr>
          <p:cNvSpPr/>
          <p:nvPr userDrawn="1"/>
        </p:nvSpPr>
        <p:spPr>
          <a:xfrm>
            <a:off x="6189515" y="953146"/>
            <a:ext cx="5652715" cy="2631363"/>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14" name="Group 13">
            <a:extLst>
              <a:ext uri="{FF2B5EF4-FFF2-40B4-BE49-F238E27FC236}">
                <a16:creationId xmlns:a16="http://schemas.microsoft.com/office/drawing/2014/main" id="{77713A6D-88B2-0351-214A-8C4F80AD9A42}"/>
              </a:ext>
            </a:extLst>
          </p:cNvPr>
          <p:cNvGrpSpPr/>
          <p:nvPr userDrawn="1"/>
        </p:nvGrpSpPr>
        <p:grpSpPr>
          <a:xfrm>
            <a:off x="374903" y="3705779"/>
            <a:ext cx="11467327" cy="2631363"/>
            <a:chOff x="374903" y="3746919"/>
            <a:chExt cx="11467327" cy="2631363"/>
          </a:xfrm>
        </p:grpSpPr>
        <p:sp>
          <p:nvSpPr>
            <p:cNvPr id="6" name="Rounded Rectangle 5">
              <a:extLst>
                <a:ext uri="{FF2B5EF4-FFF2-40B4-BE49-F238E27FC236}">
                  <a16:creationId xmlns:a16="http://schemas.microsoft.com/office/drawing/2014/main" id="{3C889377-A7C2-27E4-5C4C-4776B8F5E1F6}"/>
                </a:ext>
              </a:extLst>
            </p:cNvPr>
            <p:cNvSpPr/>
            <p:nvPr userDrawn="1"/>
          </p:nvSpPr>
          <p:spPr>
            <a:xfrm>
              <a:off x="374903" y="3746919"/>
              <a:ext cx="5652715" cy="2631363"/>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ounded Rectangle 7">
              <a:extLst>
                <a:ext uri="{FF2B5EF4-FFF2-40B4-BE49-F238E27FC236}">
                  <a16:creationId xmlns:a16="http://schemas.microsoft.com/office/drawing/2014/main" id="{9E60179F-07EF-65EB-AD66-04A32992BD46}"/>
                </a:ext>
              </a:extLst>
            </p:cNvPr>
            <p:cNvSpPr/>
            <p:nvPr userDrawn="1"/>
          </p:nvSpPr>
          <p:spPr>
            <a:xfrm>
              <a:off x="6189515" y="3746919"/>
              <a:ext cx="5652715" cy="2631363"/>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11" name="Text Placeholder 38">
            <a:extLst>
              <a:ext uri="{FF2B5EF4-FFF2-40B4-BE49-F238E27FC236}">
                <a16:creationId xmlns:a16="http://schemas.microsoft.com/office/drawing/2014/main" id="{F56478C8-9316-DE4B-908D-522ED1483444}"/>
              </a:ext>
            </a:extLst>
          </p:cNvPr>
          <p:cNvSpPr>
            <a:spLocks noGrp="1"/>
          </p:cNvSpPr>
          <p:nvPr>
            <p:ph type="body" sz="quarter" idx="16"/>
          </p:nvPr>
        </p:nvSpPr>
        <p:spPr>
          <a:xfrm>
            <a:off x="374904" y="502920"/>
            <a:ext cx="5418988" cy="68580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 name="Text Placeholder 8">
            <a:extLst>
              <a:ext uri="{FF2B5EF4-FFF2-40B4-BE49-F238E27FC236}">
                <a16:creationId xmlns:a16="http://schemas.microsoft.com/office/drawing/2014/main" id="{643255B7-3A2E-7778-3296-861D17C8F6DD}"/>
              </a:ext>
            </a:extLst>
          </p:cNvPr>
          <p:cNvSpPr>
            <a:spLocks noGrp="1"/>
          </p:cNvSpPr>
          <p:nvPr>
            <p:ph type="body" sz="quarter" idx="17"/>
          </p:nvPr>
        </p:nvSpPr>
        <p:spPr>
          <a:xfrm>
            <a:off x="395000" y="286911"/>
            <a:ext cx="4986298"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3" name="Slide Number Placeholder 5">
            <a:extLst>
              <a:ext uri="{FF2B5EF4-FFF2-40B4-BE49-F238E27FC236}">
                <a16:creationId xmlns:a16="http://schemas.microsoft.com/office/drawing/2014/main" id="{FF41DFE5-B5E8-431D-9AEA-691DEA22DED6}"/>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767163545"/>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0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6 box">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0EE2342-3C75-8745-5400-73A5164F9524}"/>
              </a:ext>
            </a:extLst>
          </p:cNvPr>
          <p:cNvGrpSpPr/>
          <p:nvPr userDrawn="1"/>
        </p:nvGrpSpPr>
        <p:grpSpPr>
          <a:xfrm>
            <a:off x="349769" y="956586"/>
            <a:ext cx="11492461" cy="5380556"/>
            <a:chOff x="374904" y="985520"/>
            <a:chExt cx="11592776" cy="5417453"/>
          </a:xfrm>
        </p:grpSpPr>
        <p:sp>
          <p:nvSpPr>
            <p:cNvPr id="10" name="Rounded Rectangle 9">
              <a:extLst>
                <a:ext uri="{FF2B5EF4-FFF2-40B4-BE49-F238E27FC236}">
                  <a16:creationId xmlns:a16="http://schemas.microsoft.com/office/drawing/2014/main" id="{3B8AF0C1-8696-88DB-DFCF-9D8C34498C07}"/>
                </a:ext>
              </a:extLst>
            </p:cNvPr>
            <p:cNvSpPr/>
            <p:nvPr/>
          </p:nvSpPr>
          <p:spPr>
            <a:xfrm>
              <a:off x="4296772" y="985520"/>
              <a:ext cx="3749040"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ounded Rectangle 12">
              <a:extLst>
                <a:ext uri="{FF2B5EF4-FFF2-40B4-BE49-F238E27FC236}">
                  <a16:creationId xmlns:a16="http://schemas.microsoft.com/office/drawing/2014/main" id="{4C5D99E7-0806-B6C9-F2E9-A016F32E3DC3}"/>
                </a:ext>
              </a:extLst>
            </p:cNvPr>
            <p:cNvSpPr/>
            <p:nvPr/>
          </p:nvSpPr>
          <p:spPr>
            <a:xfrm>
              <a:off x="8218640" y="985520"/>
              <a:ext cx="3749040"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4" name="Rounded Rectangle 13">
              <a:extLst>
                <a:ext uri="{FF2B5EF4-FFF2-40B4-BE49-F238E27FC236}">
                  <a16:creationId xmlns:a16="http://schemas.microsoft.com/office/drawing/2014/main" id="{F1BCAB98-BF6A-94B0-E895-A2FDA97AFC9F}"/>
                </a:ext>
              </a:extLst>
            </p:cNvPr>
            <p:cNvSpPr/>
            <p:nvPr/>
          </p:nvSpPr>
          <p:spPr>
            <a:xfrm>
              <a:off x="4296772" y="3768736"/>
              <a:ext cx="3749040"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Rounded Rectangle 15">
              <a:extLst>
                <a:ext uri="{FF2B5EF4-FFF2-40B4-BE49-F238E27FC236}">
                  <a16:creationId xmlns:a16="http://schemas.microsoft.com/office/drawing/2014/main" id="{FB023B6F-7E57-9C91-8814-615426611DD5}"/>
                </a:ext>
              </a:extLst>
            </p:cNvPr>
            <p:cNvSpPr/>
            <p:nvPr/>
          </p:nvSpPr>
          <p:spPr>
            <a:xfrm>
              <a:off x="8218640" y="3768736"/>
              <a:ext cx="3749040"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7" name="Rounded Rectangle 16">
              <a:extLst>
                <a:ext uri="{FF2B5EF4-FFF2-40B4-BE49-F238E27FC236}">
                  <a16:creationId xmlns:a16="http://schemas.microsoft.com/office/drawing/2014/main" id="{FA05029E-C67C-8EE2-2097-1F380B83B36E}"/>
                </a:ext>
              </a:extLst>
            </p:cNvPr>
            <p:cNvSpPr/>
            <p:nvPr/>
          </p:nvSpPr>
          <p:spPr>
            <a:xfrm>
              <a:off x="374904" y="985520"/>
              <a:ext cx="3749040"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8" name="Rounded Rectangle 17">
              <a:extLst>
                <a:ext uri="{FF2B5EF4-FFF2-40B4-BE49-F238E27FC236}">
                  <a16:creationId xmlns:a16="http://schemas.microsoft.com/office/drawing/2014/main" id="{5585C99A-D18F-E91F-CE9B-B30D2CDF1763}"/>
                </a:ext>
              </a:extLst>
            </p:cNvPr>
            <p:cNvSpPr/>
            <p:nvPr/>
          </p:nvSpPr>
          <p:spPr>
            <a:xfrm>
              <a:off x="374904" y="3768736"/>
              <a:ext cx="3749040"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11" name="Text Placeholder 38">
            <a:extLst>
              <a:ext uri="{FF2B5EF4-FFF2-40B4-BE49-F238E27FC236}">
                <a16:creationId xmlns:a16="http://schemas.microsoft.com/office/drawing/2014/main" id="{F56478C8-9316-DE4B-908D-522ED1483444}"/>
              </a:ext>
            </a:extLst>
          </p:cNvPr>
          <p:cNvSpPr>
            <a:spLocks noGrp="1"/>
          </p:cNvSpPr>
          <p:nvPr>
            <p:ph type="body" sz="quarter" idx="16"/>
          </p:nvPr>
        </p:nvSpPr>
        <p:spPr>
          <a:xfrm>
            <a:off x="374904" y="502920"/>
            <a:ext cx="7825656" cy="68580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 name="Text Placeholder 8">
            <a:extLst>
              <a:ext uri="{FF2B5EF4-FFF2-40B4-BE49-F238E27FC236}">
                <a16:creationId xmlns:a16="http://schemas.microsoft.com/office/drawing/2014/main" id="{643255B7-3A2E-7778-3296-861D17C8F6DD}"/>
              </a:ext>
            </a:extLst>
          </p:cNvPr>
          <p:cNvSpPr>
            <a:spLocks noGrp="1"/>
          </p:cNvSpPr>
          <p:nvPr>
            <p:ph type="body" sz="quarter" idx="17"/>
          </p:nvPr>
        </p:nvSpPr>
        <p:spPr>
          <a:xfrm>
            <a:off x="395000" y="286911"/>
            <a:ext cx="3395103"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9" name="Slide Number Placeholder 5">
            <a:extLst>
              <a:ext uri="{FF2B5EF4-FFF2-40B4-BE49-F238E27FC236}">
                <a16:creationId xmlns:a16="http://schemas.microsoft.com/office/drawing/2014/main" id="{6508A0C8-D26D-4B66-9A8C-B917E8CD7F21}"/>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94471226"/>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5 box">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4319047-0F24-6E8E-A097-61BF79EF15A8}"/>
              </a:ext>
            </a:extLst>
          </p:cNvPr>
          <p:cNvSpPr/>
          <p:nvPr userDrawn="1"/>
        </p:nvSpPr>
        <p:spPr>
          <a:xfrm>
            <a:off x="11361107" y="100208"/>
            <a:ext cx="582460" cy="6012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3" name="Group 2">
            <a:extLst>
              <a:ext uri="{FF2B5EF4-FFF2-40B4-BE49-F238E27FC236}">
                <a16:creationId xmlns:a16="http://schemas.microsoft.com/office/drawing/2014/main" id="{FD492325-EE2E-6E9C-198E-482A919FD5C5}"/>
              </a:ext>
            </a:extLst>
          </p:cNvPr>
          <p:cNvGrpSpPr/>
          <p:nvPr userDrawn="1"/>
        </p:nvGrpSpPr>
        <p:grpSpPr>
          <a:xfrm>
            <a:off x="223381" y="953146"/>
            <a:ext cx="5804237" cy="5383996"/>
            <a:chOff x="250292" y="879674"/>
            <a:chExt cx="5652715" cy="4831260"/>
          </a:xfrm>
        </p:grpSpPr>
        <p:sp>
          <p:nvSpPr>
            <p:cNvPr id="9" name="Rounded Rectangle 8">
              <a:extLst>
                <a:ext uri="{FF2B5EF4-FFF2-40B4-BE49-F238E27FC236}">
                  <a16:creationId xmlns:a16="http://schemas.microsoft.com/office/drawing/2014/main" id="{6C064023-8B57-EA65-6E04-90ECF5E7DE62}"/>
                </a:ext>
              </a:extLst>
            </p:cNvPr>
            <p:cNvSpPr/>
            <p:nvPr/>
          </p:nvSpPr>
          <p:spPr>
            <a:xfrm>
              <a:off x="250292" y="879674"/>
              <a:ext cx="5652715" cy="236122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Rounded Rectangle 11">
              <a:extLst>
                <a:ext uri="{FF2B5EF4-FFF2-40B4-BE49-F238E27FC236}">
                  <a16:creationId xmlns:a16="http://schemas.microsoft.com/office/drawing/2014/main" id="{FF35FB0C-FD0E-F4BD-124D-FD3AF389DE98}"/>
                </a:ext>
              </a:extLst>
            </p:cNvPr>
            <p:cNvSpPr/>
            <p:nvPr/>
          </p:nvSpPr>
          <p:spPr>
            <a:xfrm>
              <a:off x="250292" y="3349714"/>
              <a:ext cx="5652715" cy="236122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6" name="Footer Placeholder 3">
            <a:extLst>
              <a:ext uri="{FF2B5EF4-FFF2-40B4-BE49-F238E27FC236}">
                <a16:creationId xmlns:a16="http://schemas.microsoft.com/office/drawing/2014/main" id="{20CE697F-EEE9-F85E-7B9C-88050223DD0F}"/>
              </a:ext>
            </a:extLst>
          </p:cNvPr>
          <p:cNvSpPr>
            <a:spLocks noGrp="1"/>
          </p:cNvSpPr>
          <p:nvPr>
            <p:ph type="ftr" sz="quarter" idx="3"/>
          </p:nvPr>
        </p:nvSpPr>
        <p:spPr>
          <a:xfrm>
            <a:off x="8131878" y="292608"/>
            <a:ext cx="3710352" cy="198802"/>
          </a:xfrm>
          <a:prstGeom prst="rect">
            <a:avLst/>
          </a:prstGeom>
        </p:spPr>
        <p:txBody>
          <a:bodyPr vert="horz" lIns="91440" tIns="45720" rIns="0" bIns="45720" rtlCol="0" anchor="ctr"/>
          <a:lstStyle>
            <a:lvl1pPr algn="r">
              <a:defRPr sz="800" b="0" i="0">
                <a:solidFill>
                  <a:schemeClr val="tx1"/>
                </a:solidFill>
                <a:latin typeface="Ford Antenna Regular" panose="02000505000000020004" pitchFamily="2" charset="0"/>
              </a:defRPr>
            </a:lvl1pPr>
          </a:lstStyle>
          <a:p>
            <a:endParaRPr lang="en-US" dirty="0"/>
          </a:p>
        </p:txBody>
      </p:sp>
      <p:sp>
        <p:nvSpPr>
          <p:cNvPr id="11" name="Text Placeholder 38">
            <a:extLst>
              <a:ext uri="{FF2B5EF4-FFF2-40B4-BE49-F238E27FC236}">
                <a16:creationId xmlns:a16="http://schemas.microsoft.com/office/drawing/2014/main" id="{F56478C8-9316-DE4B-908D-522ED1483444}"/>
              </a:ext>
            </a:extLst>
          </p:cNvPr>
          <p:cNvSpPr>
            <a:spLocks noGrp="1"/>
          </p:cNvSpPr>
          <p:nvPr>
            <p:ph type="body" sz="quarter" idx="16"/>
          </p:nvPr>
        </p:nvSpPr>
        <p:spPr>
          <a:xfrm>
            <a:off x="374903" y="502920"/>
            <a:ext cx="5528099" cy="68580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 name="Text Placeholder 8">
            <a:extLst>
              <a:ext uri="{FF2B5EF4-FFF2-40B4-BE49-F238E27FC236}">
                <a16:creationId xmlns:a16="http://schemas.microsoft.com/office/drawing/2014/main" id="{643255B7-3A2E-7778-3296-861D17C8F6DD}"/>
              </a:ext>
            </a:extLst>
          </p:cNvPr>
          <p:cNvSpPr>
            <a:spLocks noGrp="1"/>
          </p:cNvSpPr>
          <p:nvPr>
            <p:ph type="body" sz="quarter" idx="17"/>
          </p:nvPr>
        </p:nvSpPr>
        <p:spPr>
          <a:xfrm>
            <a:off x="395000" y="286911"/>
            <a:ext cx="3395103"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grpSp>
        <p:nvGrpSpPr>
          <p:cNvPr id="13" name="Group 12">
            <a:extLst>
              <a:ext uri="{FF2B5EF4-FFF2-40B4-BE49-F238E27FC236}">
                <a16:creationId xmlns:a16="http://schemas.microsoft.com/office/drawing/2014/main" id="{469CEF15-4E61-58BA-E1FE-6BE65367C1D0}"/>
              </a:ext>
            </a:extLst>
          </p:cNvPr>
          <p:cNvGrpSpPr/>
          <p:nvPr userDrawn="1"/>
        </p:nvGrpSpPr>
        <p:grpSpPr>
          <a:xfrm>
            <a:off x="6189515" y="159572"/>
            <a:ext cx="5779104" cy="6177570"/>
            <a:chOff x="11037667" y="184484"/>
            <a:chExt cx="5652715" cy="5958270"/>
          </a:xfrm>
        </p:grpSpPr>
        <p:sp>
          <p:nvSpPr>
            <p:cNvPr id="14" name="Rounded Rectangle 13">
              <a:extLst>
                <a:ext uri="{FF2B5EF4-FFF2-40B4-BE49-F238E27FC236}">
                  <a16:creationId xmlns:a16="http://schemas.microsoft.com/office/drawing/2014/main" id="{FFB7027A-8CEC-9AC8-64D8-17F4DFCBDC0F}"/>
                </a:ext>
              </a:extLst>
            </p:cNvPr>
            <p:cNvSpPr/>
            <p:nvPr/>
          </p:nvSpPr>
          <p:spPr>
            <a:xfrm>
              <a:off x="11037667" y="184484"/>
              <a:ext cx="5652715" cy="192024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Rounded Rectangle 15">
              <a:extLst>
                <a:ext uri="{FF2B5EF4-FFF2-40B4-BE49-F238E27FC236}">
                  <a16:creationId xmlns:a16="http://schemas.microsoft.com/office/drawing/2014/main" id="{61A3C6FF-CB97-774C-81B4-D6510BD8D5C7}"/>
                </a:ext>
              </a:extLst>
            </p:cNvPr>
            <p:cNvSpPr/>
            <p:nvPr/>
          </p:nvSpPr>
          <p:spPr>
            <a:xfrm>
              <a:off x="11037667" y="2203499"/>
              <a:ext cx="5652715" cy="192024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7" name="Rounded Rectangle 16">
              <a:extLst>
                <a:ext uri="{FF2B5EF4-FFF2-40B4-BE49-F238E27FC236}">
                  <a16:creationId xmlns:a16="http://schemas.microsoft.com/office/drawing/2014/main" id="{A0A615E8-8B7A-9262-4655-52F8BD102FF1}"/>
                </a:ext>
              </a:extLst>
            </p:cNvPr>
            <p:cNvSpPr/>
            <p:nvPr/>
          </p:nvSpPr>
          <p:spPr>
            <a:xfrm>
              <a:off x="11037667" y="4222514"/>
              <a:ext cx="5652715" cy="1920240"/>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pic>
        <p:nvPicPr>
          <p:cNvPr id="10" name="Graphic 9">
            <a:extLst>
              <a:ext uri="{FF2B5EF4-FFF2-40B4-BE49-F238E27FC236}">
                <a16:creationId xmlns:a16="http://schemas.microsoft.com/office/drawing/2014/main" id="{03D3DB05-347C-F4A1-9DAD-7C7A5A96FA0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9" name="Slide Number Placeholder 5">
            <a:extLst>
              <a:ext uri="{FF2B5EF4-FFF2-40B4-BE49-F238E27FC236}">
                <a16:creationId xmlns:a16="http://schemas.microsoft.com/office/drawing/2014/main" id="{6AE95866-758E-47DA-9250-418FB4ADA383}"/>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010203915"/>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3994"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5 box">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0EE8126B-424E-6FAC-013D-604C7D680F13}"/>
              </a:ext>
            </a:extLst>
          </p:cNvPr>
          <p:cNvGrpSpPr/>
          <p:nvPr userDrawn="1"/>
        </p:nvGrpSpPr>
        <p:grpSpPr>
          <a:xfrm>
            <a:off x="374903" y="3702905"/>
            <a:ext cx="11467327" cy="2634237"/>
            <a:chOff x="201695" y="3768736"/>
            <a:chExt cx="11788610" cy="2634237"/>
          </a:xfrm>
        </p:grpSpPr>
        <p:sp>
          <p:nvSpPr>
            <p:cNvPr id="2" name="Rounded Rectangle 1">
              <a:extLst>
                <a:ext uri="{FF2B5EF4-FFF2-40B4-BE49-F238E27FC236}">
                  <a16:creationId xmlns:a16="http://schemas.microsoft.com/office/drawing/2014/main" id="{FC52ACF0-907B-60D8-A39D-0118E3D274BD}"/>
                </a:ext>
              </a:extLst>
            </p:cNvPr>
            <p:cNvSpPr/>
            <p:nvPr userDrawn="1"/>
          </p:nvSpPr>
          <p:spPr>
            <a:xfrm>
              <a:off x="4189814" y="3768736"/>
              <a:ext cx="3812372"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ounded Rectangle 7">
              <a:extLst>
                <a:ext uri="{FF2B5EF4-FFF2-40B4-BE49-F238E27FC236}">
                  <a16:creationId xmlns:a16="http://schemas.microsoft.com/office/drawing/2014/main" id="{0F08A9C1-DD26-2554-7993-5ED73CA59CD1}"/>
                </a:ext>
              </a:extLst>
            </p:cNvPr>
            <p:cNvSpPr/>
            <p:nvPr userDrawn="1"/>
          </p:nvSpPr>
          <p:spPr>
            <a:xfrm>
              <a:off x="8177933" y="3768736"/>
              <a:ext cx="3812372"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Rounded Rectangle 14">
              <a:extLst>
                <a:ext uri="{FF2B5EF4-FFF2-40B4-BE49-F238E27FC236}">
                  <a16:creationId xmlns:a16="http://schemas.microsoft.com/office/drawing/2014/main" id="{B444FD28-E551-38F6-BACD-84AD69F1B8C5}"/>
                </a:ext>
              </a:extLst>
            </p:cNvPr>
            <p:cNvSpPr/>
            <p:nvPr userDrawn="1"/>
          </p:nvSpPr>
          <p:spPr>
            <a:xfrm>
              <a:off x="201695" y="3768736"/>
              <a:ext cx="3812372" cy="2634237"/>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9" name="Rounded Rectangle 8">
            <a:extLst>
              <a:ext uri="{FF2B5EF4-FFF2-40B4-BE49-F238E27FC236}">
                <a16:creationId xmlns:a16="http://schemas.microsoft.com/office/drawing/2014/main" id="{6C064023-8B57-EA65-6E04-90ECF5E7DE62}"/>
              </a:ext>
            </a:extLst>
          </p:cNvPr>
          <p:cNvSpPr/>
          <p:nvPr/>
        </p:nvSpPr>
        <p:spPr>
          <a:xfrm>
            <a:off x="374903" y="953146"/>
            <a:ext cx="5652715" cy="2631363"/>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Rounded Rectangle 11">
            <a:extLst>
              <a:ext uri="{FF2B5EF4-FFF2-40B4-BE49-F238E27FC236}">
                <a16:creationId xmlns:a16="http://schemas.microsoft.com/office/drawing/2014/main" id="{FF35FB0C-FD0E-F4BD-124D-FD3AF389DE98}"/>
              </a:ext>
            </a:extLst>
          </p:cNvPr>
          <p:cNvSpPr/>
          <p:nvPr/>
        </p:nvSpPr>
        <p:spPr>
          <a:xfrm>
            <a:off x="6189515" y="953146"/>
            <a:ext cx="5652715" cy="2631363"/>
          </a:xfrm>
          <a:prstGeom prst="roundRect">
            <a:avLst>
              <a:gd name="adj" fmla="val 4811"/>
            </a:avLst>
          </a:prstGeom>
          <a:solidFill>
            <a:schemeClr val="bg1"/>
          </a:solidFill>
          <a:ln>
            <a:noFill/>
          </a:ln>
          <a:effectLst>
            <a:outerShdw blurRad="381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Text Placeholder 38">
            <a:extLst>
              <a:ext uri="{FF2B5EF4-FFF2-40B4-BE49-F238E27FC236}">
                <a16:creationId xmlns:a16="http://schemas.microsoft.com/office/drawing/2014/main" id="{F56478C8-9316-DE4B-908D-522ED1483444}"/>
              </a:ext>
            </a:extLst>
          </p:cNvPr>
          <p:cNvSpPr>
            <a:spLocks noGrp="1"/>
          </p:cNvSpPr>
          <p:nvPr>
            <p:ph type="body" sz="quarter" idx="16"/>
          </p:nvPr>
        </p:nvSpPr>
        <p:spPr>
          <a:xfrm>
            <a:off x="374903" y="502920"/>
            <a:ext cx="5528099" cy="685801"/>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4" name="Text Placeholder 8">
            <a:extLst>
              <a:ext uri="{FF2B5EF4-FFF2-40B4-BE49-F238E27FC236}">
                <a16:creationId xmlns:a16="http://schemas.microsoft.com/office/drawing/2014/main" id="{643255B7-3A2E-7778-3296-861D17C8F6DD}"/>
              </a:ext>
            </a:extLst>
          </p:cNvPr>
          <p:cNvSpPr>
            <a:spLocks noGrp="1"/>
          </p:cNvSpPr>
          <p:nvPr>
            <p:ph type="body" sz="quarter" idx="17"/>
          </p:nvPr>
        </p:nvSpPr>
        <p:spPr>
          <a:xfrm>
            <a:off x="395000" y="286911"/>
            <a:ext cx="3395103"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4" name="Slide Number Placeholder 5">
            <a:extLst>
              <a:ext uri="{FF2B5EF4-FFF2-40B4-BE49-F238E27FC236}">
                <a16:creationId xmlns:a16="http://schemas.microsoft.com/office/drawing/2014/main" id="{9BCE0691-4DA0-4B83-A677-C7FE451BB3EB}"/>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759159709"/>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2/3 whit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F9F1F5A-08C3-F14A-AADC-44E5019280E7}"/>
              </a:ext>
            </a:extLst>
          </p:cNvPr>
          <p:cNvSpPr/>
          <p:nvPr userDrawn="1"/>
        </p:nvSpPr>
        <p:spPr>
          <a:xfrm>
            <a:off x="4061252" y="1"/>
            <a:ext cx="8130747"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9" name="Text Placeholder 8"/>
          <p:cNvSpPr>
            <a:spLocks noGrp="1"/>
          </p:cNvSpPr>
          <p:nvPr>
            <p:ph type="body" sz="quarter" idx="13"/>
          </p:nvPr>
        </p:nvSpPr>
        <p:spPr>
          <a:xfrm>
            <a:off x="395000" y="286911"/>
            <a:ext cx="3686348"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3C378C1-7420-CD44-B868-2DFAAADAC1C9}"/>
              </a:ext>
            </a:extLst>
          </p:cNvPr>
          <p:cNvSpPr>
            <a:spLocks noGrp="1"/>
          </p:cNvSpPr>
          <p:nvPr>
            <p:ph type="title"/>
          </p:nvPr>
        </p:nvSpPr>
        <p:spPr>
          <a:xfrm>
            <a:off x="374904" y="502920"/>
            <a:ext cx="3686349" cy="869713"/>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13" name="Text Placeholder 38">
            <a:extLst>
              <a:ext uri="{FF2B5EF4-FFF2-40B4-BE49-F238E27FC236}">
                <a16:creationId xmlns:a16="http://schemas.microsoft.com/office/drawing/2014/main" id="{5FCE9F5D-E9FA-B143-882B-9BEAFC61DC3E}"/>
              </a:ext>
            </a:extLst>
          </p:cNvPr>
          <p:cNvSpPr>
            <a:spLocks noGrp="1"/>
          </p:cNvSpPr>
          <p:nvPr>
            <p:ph type="body" sz="quarter" idx="16"/>
          </p:nvPr>
        </p:nvSpPr>
        <p:spPr>
          <a:xfrm>
            <a:off x="374904" y="1261872"/>
            <a:ext cx="3686349" cy="657815"/>
          </a:xfrm>
        </p:spPr>
        <p:txBody>
          <a:bodyPr lIns="0" r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4" name="Content Placeholder 2">
            <a:extLst>
              <a:ext uri="{FF2B5EF4-FFF2-40B4-BE49-F238E27FC236}">
                <a16:creationId xmlns:a16="http://schemas.microsoft.com/office/drawing/2014/main" id="{CA84C714-88C3-7D49-8859-EFC2257E72CA}"/>
              </a:ext>
            </a:extLst>
          </p:cNvPr>
          <p:cNvSpPr>
            <a:spLocks noGrp="1"/>
          </p:cNvSpPr>
          <p:nvPr>
            <p:ph idx="1" hasCustomPrompt="1"/>
          </p:nvPr>
        </p:nvSpPr>
        <p:spPr>
          <a:xfrm>
            <a:off x="374904" y="1947672"/>
            <a:ext cx="3686349" cy="3416226"/>
          </a:xfrm>
        </p:spPr>
        <p:txBody>
          <a:bodyPr lIns="0">
            <a:noAutofit/>
          </a:bodyPr>
          <a:lstStyle>
            <a:lvl1pPr marL="171450" indent="-171450">
              <a:lnSpc>
                <a:spcPct val="100000"/>
              </a:lnSpc>
              <a:spcBef>
                <a:spcPts val="1200"/>
              </a:spcBef>
              <a:buSzPct val="75000"/>
              <a:buFont typeface="Arial" panose="020B0604020202020204" pitchFamily="34" charset="0"/>
              <a:buChar char="•"/>
              <a:tabLst/>
              <a:defRPr sz="1400" spc="0">
                <a:solidFill>
                  <a:schemeClr val="tx1"/>
                </a:solidFill>
                <a:latin typeface="+mn-lt"/>
              </a:defRPr>
            </a:lvl1pPr>
            <a:lvl2pPr marL="398463" indent="-168275">
              <a:lnSpc>
                <a:spcPct val="100000"/>
              </a:lnSpc>
              <a:spcBef>
                <a:spcPts val="1200"/>
              </a:spcBef>
              <a:buSzPct val="75000"/>
              <a:buFont typeface="Arial" panose="020B0604020202020204" pitchFamily="34" charset="0"/>
              <a:buChar char="ꟷ"/>
              <a:tabLst/>
              <a:defRPr sz="1400" spc="0">
                <a:solidFill>
                  <a:schemeClr val="tx1"/>
                </a:solidFill>
                <a:latin typeface="+mn-lt"/>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a:p>
            <a:pPr lvl="1"/>
            <a:r>
              <a:rPr lang="en-US" dirty="0"/>
              <a:t>Second level</a:t>
            </a:r>
          </a:p>
        </p:txBody>
      </p:sp>
      <p:pic>
        <p:nvPicPr>
          <p:cNvPr id="2" name="Graphic 1">
            <a:extLst>
              <a:ext uri="{FF2B5EF4-FFF2-40B4-BE49-F238E27FC236}">
                <a16:creationId xmlns:a16="http://schemas.microsoft.com/office/drawing/2014/main" id="{7E4A3DB8-A4CF-8F2B-267E-0280B676B86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273153" y="222671"/>
            <a:ext cx="654563" cy="327282"/>
          </a:xfrm>
          <a:prstGeom prst="rect">
            <a:avLst/>
          </a:prstGeom>
        </p:spPr>
      </p:pic>
      <p:sp>
        <p:nvSpPr>
          <p:cNvPr id="15" name="Slide Number Placeholder 5">
            <a:extLst>
              <a:ext uri="{FF2B5EF4-FFF2-40B4-BE49-F238E27FC236}">
                <a16:creationId xmlns:a16="http://schemas.microsoft.com/office/drawing/2014/main" id="{C3970606-4B98-4810-B1CB-13F214B011C7}"/>
              </a:ext>
            </a:extLst>
          </p:cNvPr>
          <p:cNvSpPr txBox="1">
            <a:spLocks/>
          </p:cNvSpPr>
          <p:nvPr userDrawn="1"/>
        </p:nvSpPr>
        <p:spPr>
          <a:xfrm>
            <a:off x="11521481" y="6486039"/>
            <a:ext cx="320749" cy="365125"/>
          </a:xfrm>
          <a:prstGeom prst="rect">
            <a:avLst/>
          </a:prstGeom>
        </p:spPr>
        <p:txBody>
          <a:bodyPr vert="horz" lIns="0" tIns="45720" rIns="0" bIns="45720" rtlCol="0" anchor="t"/>
          <a:lstStyle>
            <a:defPPr>
              <a:defRPr lang="en-US"/>
            </a:defPPr>
            <a:lvl1pPr marL="0" algn="r" defTabSz="914400" rtl="0" eaLnBrk="1" latinLnBrk="0" hangingPunct="1">
              <a:defRPr sz="800" kern="1200">
                <a:solidFill>
                  <a:schemeClr val="tx1"/>
                </a:solidFill>
                <a:latin typeface="+mn-lt"/>
                <a:ea typeface="Avenir Next" panose="020B0503020202020204" pitchFamily="34" charset="0"/>
                <a:cs typeface="Avenir Next" panose="020B0503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378038553"/>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3 whit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F9F1F5A-08C3-F14A-AADC-44E5019280E7}"/>
              </a:ext>
            </a:extLst>
          </p:cNvPr>
          <p:cNvSpPr/>
          <p:nvPr userDrawn="1"/>
        </p:nvSpPr>
        <p:spPr>
          <a:xfrm flipH="1">
            <a:off x="-1" y="1"/>
            <a:ext cx="4061254"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9" name="Text Placeholder 8"/>
          <p:cNvSpPr>
            <a:spLocks noGrp="1"/>
          </p:cNvSpPr>
          <p:nvPr>
            <p:ph type="body" sz="quarter" idx="13"/>
          </p:nvPr>
        </p:nvSpPr>
        <p:spPr>
          <a:xfrm>
            <a:off x="395000" y="286911"/>
            <a:ext cx="3686348" cy="216010"/>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3C378C1-7420-CD44-B868-2DFAAADAC1C9}"/>
              </a:ext>
            </a:extLst>
          </p:cNvPr>
          <p:cNvSpPr>
            <a:spLocks noGrp="1"/>
          </p:cNvSpPr>
          <p:nvPr>
            <p:ph type="title"/>
          </p:nvPr>
        </p:nvSpPr>
        <p:spPr>
          <a:xfrm>
            <a:off x="374904" y="502920"/>
            <a:ext cx="3686349" cy="80772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13" name="Text Placeholder 38">
            <a:extLst>
              <a:ext uri="{FF2B5EF4-FFF2-40B4-BE49-F238E27FC236}">
                <a16:creationId xmlns:a16="http://schemas.microsoft.com/office/drawing/2014/main" id="{5FCE9F5D-E9FA-B143-882B-9BEAFC61DC3E}"/>
              </a:ext>
            </a:extLst>
          </p:cNvPr>
          <p:cNvSpPr>
            <a:spLocks noGrp="1"/>
          </p:cNvSpPr>
          <p:nvPr>
            <p:ph type="body" sz="quarter" idx="16"/>
          </p:nvPr>
        </p:nvSpPr>
        <p:spPr>
          <a:xfrm>
            <a:off x="374904" y="1261872"/>
            <a:ext cx="3686349" cy="657815"/>
          </a:xfrm>
        </p:spPr>
        <p:txBody>
          <a:bodyPr lIns="0" rIns="0">
            <a:noAutofit/>
          </a:bodyPr>
          <a:lstStyle>
            <a:lvl1pPr marL="0" indent="0" algn="l" defTabSz="914400" rtl="0" eaLnBrk="1" latinLnBrk="0" hangingPunct="1">
              <a:lnSpc>
                <a:spcPct val="100000"/>
              </a:lnSpc>
              <a:spcBef>
                <a:spcPts val="1000"/>
              </a:spcBef>
              <a:buFont typeface="Arial"/>
              <a:buNone/>
              <a:defRPr lang="en-US" sz="1600" b="1" i="0" kern="1200" spc="40" baseline="0" dirty="0">
                <a:solidFill>
                  <a:schemeClr val="tx1"/>
                </a:solidFill>
                <a:latin typeface="Avenir Next LT Pro Demi" panose="020B0504020202020204" pitchFamily="34" charset="77"/>
                <a:ea typeface="Avenir Next LT Pro Demi" panose="020B0504020202020204" pitchFamily="34" charset="77"/>
                <a:cs typeface="Avenir Next LT Pro Demi" panose="020B0504020202020204" pitchFamily="34" charset="77"/>
              </a:defRPr>
            </a:lvl1pPr>
          </a:lstStyle>
          <a:p>
            <a:pPr lvl="0"/>
            <a:r>
              <a:rPr lang="en-US" dirty="0"/>
              <a:t>Click to edit Master text styles</a:t>
            </a:r>
          </a:p>
        </p:txBody>
      </p:sp>
      <p:sp>
        <p:nvSpPr>
          <p:cNvPr id="14" name="Content Placeholder 2">
            <a:extLst>
              <a:ext uri="{FF2B5EF4-FFF2-40B4-BE49-F238E27FC236}">
                <a16:creationId xmlns:a16="http://schemas.microsoft.com/office/drawing/2014/main" id="{CA84C714-88C3-7D49-8859-EFC2257E72CA}"/>
              </a:ext>
            </a:extLst>
          </p:cNvPr>
          <p:cNvSpPr>
            <a:spLocks noGrp="1"/>
          </p:cNvSpPr>
          <p:nvPr>
            <p:ph idx="1" hasCustomPrompt="1"/>
          </p:nvPr>
        </p:nvSpPr>
        <p:spPr>
          <a:xfrm>
            <a:off x="374904" y="1947672"/>
            <a:ext cx="3686349" cy="3416226"/>
          </a:xfrm>
        </p:spPr>
        <p:txBody>
          <a:bodyPr lIns="0">
            <a:noAutofit/>
          </a:bodyPr>
          <a:lstStyle>
            <a:lvl1pPr marL="120650" indent="-120650">
              <a:lnSpc>
                <a:spcPct val="100000"/>
              </a:lnSpc>
              <a:spcBef>
                <a:spcPts val="1200"/>
              </a:spcBef>
              <a:buSzPct val="75000"/>
              <a:buFont typeface="Arial" panose="020B0604020202020204" pitchFamily="34" charset="0"/>
              <a:buChar char="•"/>
              <a:tabLst/>
              <a:defRPr sz="1400" spc="0">
                <a:solidFill>
                  <a:schemeClr val="tx1"/>
                </a:solidFill>
                <a:latin typeface="+mn-lt"/>
              </a:defRPr>
            </a:lvl1pPr>
            <a:lvl2pPr marL="231775" indent="-111125">
              <a:lnSpc>
                <a:spcPct val="100000"/>
              </a:lnSpc>
              <a:spcBef>
                <a:spcPts val="1200"/>
              </a:spcBef>
              <a:buSzPct val="75000"/>
              <a:buFont typeface="Arial" panose="020B0604020202020204" pitchFamily="34" charset="0"/>
              <a:buChar char="ꟷ"/>
              <a:tabLst/>
              <a:defRPr sz="1400" spc="0">
                <a:solidFill>
                  <a:schemeClr val="tx1"/>
                </a:solidFill>
                <a:latin typeface="+mn-lt"/>
              </a:defRPr>
            </a:lvl2pPr>
            <a:lvl3pPr marL="242888" indent="0">
              <a:lnSpc>
                <a:spcPct val="120000"/>
              </a:lnSpc>
              <a:buSzPct val="75000"/>
              <a:buNone/>
              <a:defRPr sz="1400" spc="0">
                <a:solidFill>
                  <a:srgbClr val="00095B"/>
                </a:solidFill>
                <a:latin typeface="Ford Antenna Regular" panose="02000505000000020004" pitchFamily="2" charset="0"/>
              </a:defRPr>
            </a:lvl3pPr>
          </a:lstStyle>
          <a:p>
            <a:pPr lvl="0"/>
            <a:r>
              <a:rPr lang="en-US" dirty="0"/>
              <a:t>Click to edit master text styles</a:t>
            </a:r>
          </a:p>
          <a:p>
            <a:pPr lvl="1"/>
            <a:r>
              <a:rPr lang="en-US" dirty="0"/>
              <a:t>Second level</a:t>
            </a:r>
          </a:p>
        </p:txBody>
      </p:sp>
      <p:sp>
        <p:nvSpPr>
          <p:cNvPr id="15" name="Slide Number Placeholder 5">
            <a:extLst>
              <a:ext uri="{FF2B5EF4-FFF2-40B4-BE49-F238E27FC236}">
                <a16:creationId xmlns:a16="http://schemas.microsoft.com/office/drawing/2014/main" id="{4A83C587-13ED-41BD-B25E-00641F02F30C}"/>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574622335"/>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3 Gray Left Data Callou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3399397-354A-4745-A8D7-544073547F63}"/>
              </a:ext>
            </a:extLst>
          </p:cNvPr>
          <p:cNvSpPr/>
          <p:nvPr userDrawn="1"/>
        </p:nvSpPr>
        <p:spPr>
          <a:xfrm>
            <a:off x="0" y="0"/>
            <a:ext cx="8134474" cy="685800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p:cNvSpPr>
            <a:spLocks noGrp="1"/>
          </p:cNvSpPr>
          <p:nvPr>
            <p:ph type="body" sz="quarter" idx="13"/>
          </p:nvPr>
        </p:nvSpPr>
        <p:spPr>
          <a:xfrm>
            <a:off x="395000" y="286910"/>
            <a:ext cx="6111557" cy="216009"/>
          </a:xfrm>
        </p:spPr>
        <p:txBody>
          <a:bodyPr lIns="0" anchor="t">
            <a:noAutofit/>
          </a:bodyPr>
          <a:lstStyle>
            <a:lvl1pPr marL="0" indent="0" algn="l" defTabSz="914400" rtl="0" eaLnBrk="1" latinLnBrk="0" hangingPunct="1">
              <a:lnSpc>
                <a:spcPct val="90000"/>
              </a:lnSpc>
              <a:spcBef>
                <a:spcPts val="1000"/>
              </a:spcBef>
              <a:buFont typeface="Arial"/>
              <a:buNone/>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Click to edit Master text styles</a:t>
            </a:r>
          </a:p>
        </p:txBody>
      </p:sp>
      <p:sp>
        <p:nvSpPr>
          <p:cNvPr id="10" name="Title 1">
            <a:extLst>
              <a:ext uri="{FF2B5EF4-FFF2-40B4-BE49-F238E27FC236}">
                <a16:creationId xmlns:a16="http://schemas.microsoft.com/office/drawing/2014/main" id="{33C378C1-7420-CD44-B868-2DFAAADAC1C9}"/>
              </a:ext>
            </a:extLst>
          </p:cNvPr>
          <p:cNvSpPr>
            <a:spLocks noGrp="1"/>
          </p:cNvSpPr>
          <p:nvPr>
            <p:ph type="title"/>
          </p:nvPr>
        </p:nvSpPr>
        <p:spPr>
          <a:xfrm>
            <a:off x="374904" y="502920"/>
            <a:ext cx="7237682" cy="603504"/>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4" name="Text Placeholder 3">
            <a:extLst>
              <a:ext uri="{FF2B5EF4-FFF2-40B4-BE49-F238E27FC236}">
                <a16:creationId xmlns:a16="http://schemas.microsoft.com/office/drawing/2014/main" id="{1E9DFB5A-CEED-B543-85E3-ABEAA826561F}"/>
              </a:ext>
            </a:extLst>
          </p:cNvPr>
          <p:cNvSpPr>
            <a:spLocks noGrp="1"/>
          </p:cNvSpPr>
          <p:nvPr>
            <p:ph type="body" sz="quarter" idx="20" hasCustomPrompt="1"/>
          </p:nvPr>
        </p:nvSpPr>
        <p:spPr>
          <a:xfrm>
            <a:off x="374904" y="1167386"/>
            <a:ext cx="2083643" cy="755652"/>
          </a:xfrm>
        </p:spPr>
        <p:txBody>
          <a:bodyPr lIns="0" bIns="0" anchor="b">
            <a:noAutofit/>
          </a:bodyPr>
          <a:lstStyle>
            <a:lvl1pPr marL="0" algn="l" defTabSz="914400" rtl="0" eaLnBrk="1" latinLnBrk="0" hangingPunct="1">
              <a:lnSpc>
                <a:spcPct val="100000"/>
              </a:lnSpc>
              <a:spcBef>
                <a:spcPts val="0"/>
              </a:spcBef>
              <a:defRPr lang="en-US" sz="4400" b="0" i="0" kern="120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26" name="Text Placeholder 38">
            <a:extLst>
              <a:ext uri="{FF2B5EF4-FFF2-40B4-BE49-F238E27FC236}">
                <a16:creationId xmlns:a16="http://schemas.microsoft.com/office/drawing/2014/main" id="{70059600-3371-F040-88FD-E994FE9C4CC5}"/>
              </a:ext>
            </a:extLst>
          </p:cNvPr>
          <p:cNvSpPr>
            <a:spLocks noGrp="1"/>
          </p:cNvSpPr>
          <p:nvPr>
            <p:ph type="body" sz="quarter" idx="21" hasCustomPrompt="1"/>
          </p:nvPr>
        </p:nvSpPr>
        <p:spPr>
          <a:xfrm>
            <a:off x="374904" y="1805549"/>
            <a:ext cx="2982742" cy="333781"/>
          </a:xfrm>
        </p:spPr>
        <p:txBody>
          <a:bodyPr lIns="0">
            <a:noAutofit/>
          </a:bodyPr>
          <a:lstStyle>
            <a:lvl1pPr>
              <a:defRPr sz="1200" b="1" i="0" spc="30" baseline="0">
                <a:solidFill>
                  <a:schemeClr val="tx1"/>
                </a:solidFill>
                <a:latin typeface="Avenir Next LT Pro Demi" panose="020B0504020202020204" pitchFamily="34" charset="77"/>
              </a:defRPr>
            </a:lvl1pPr>
          </a:lstStyle>
          <a:p>
            <a:pPr lvl="0"/>
            <a:r>
              <a:rPr lang="en-US" dirty="0"/>
              <a:t>Subhead</a:t>
            </a:r>
          </a:p>
        </p:txBody>
      </p:sp>
      <p:sp>
        <p:nvSpPr>
          <p:cNvPr id="28" name="Text Placeholder 4">
            <a:extLst>
              <a:ext uri="{FF2B5EF4-FFF2-40B4-BE49-F238E27FC236}">
                <a16:creationId xmlns:a16="http://schemas.microsoft.com/office/drawing/2014/main" id="{75BFA8D6-65B0-1B4B-8CB0-C52B5FC16FAE}"/>
              </a:ext>
            </a:extLst>
          </p:cNvPr>
          <p:cNvSpPr>
            <a:spLocks noGrp="1"/>
          </p:cNvSpPr>
          <p:nvPr>
            <p:ph type="body" sz="quarter" idx="24"/>
          </p:nvPr>
        </p:nvSpPr>
        <p:spPr>
          <a:xfrm>
            <a:off x="374904" y="2139331"/>
            <a:ext cx="2982743" cy="1366147"/>
          </a:xfrm>
        </p:spPr>
        <p:txBody>
          <a:bodyPr lIns="0">
            <a:noAutofit/>
          </a:bodyPr>
          <a:lstStyle>
            <a:lvl1pPr>
              <a:lnSpc>
                <a:spcPct val="100000"/>
              </a:lnSpc>
              <a:spcBef>
                <a:spcPts val="1200"/>
              </a:spcBef>
              <a:defRPr sz="1000" b="0" i="0" spc="0" baseline="0">
                <a:latin typeface="+mn-lt"/>
              </a:defRPr>
            </a:lvl1pPr>
          </a:lstStyle>
          <a:p>
            <a:pPr lvl="0"/>
            <a:r>
              <a:rPr lang="en-US" dirty="0"/>
              <a:t>Click to edit Master text styles</a:t>
            </a:r>
          </a:p>
        </p:txBody>
      </p:sp>
      <p:sp>
        <p:nvSpPr>
          <p:cNvPr id="29" name="Text Placeholder 3">
            <a:extLst>
              <a:ext uri="{FF2B5EF4-FFF2-40B4-BE49-F238E27FC236}">
                <a16:creationId xmlns:a16="http://schemas.microsoft.com/office/drawing/2014/main" id="{BB2B06EA-5938-8148-BD1F-88C953EF860B}"/>
              </a:ext>
            </a:extLst>
          </p:cNvPr>
          <p:cNvSpPr>
            <a:spLocks noGrp="1"/>
          </p:cNvSpPr>
          <p:nvPr>
            <p:ph type="body" sz="quarter" idx="25" hasCustomPrompt="1"/>
          </p:nvPr>
        </p:nvSpPr>
        <p:spPr>
          <a:xfrm>
            <a:off x="374904" y="3893527"/>
            <a:ext cx="2083643" cy="604226"/>
          </a:xfrm>
        </p:spPr>
        <p:txBody>
          <a:bodyPr lIns="0" bIns="0" anchor="b">
            <a:noAutofit/>
          </a:bodyPr>
          <a:lstStyle>
            <a:lvl1pPr marL="0" algn="l" defTabSz="914400" rtl="0" eaLnBrk="1" latinLnBrk="0" hangingPunct="1">
              <a:lnSpc>
                <a:spcPct val="100000"/>
              </a:lnSpc>
              <a:spcBef>
                <a:spcPts val="0"/>
              </a:spcBef>
              <a:defRPr lang="en-US" sz="4400" b="0" i="0" kern="120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30" name="Text Placeholder 38">
            <a:extLst>
              <a:ext uri="{FF2B5EF4-FFF2-40B4-BE49-F238E27FC236}">
                <a16:creationId xmlns:a16="http://schemas.microsoft.com/office/drawing/2014/main" id="{41C9FB98-3E7F-1A41-946F-82D5EB49772D}"/>
              </a:ext>
            </a:extLst>
          </p:cNvPr>
          <p:cNvSpPr>
            <a:spLocks noGrp="1"/>
          </p:cNvSpPr>
          <p:nvPr>
            <p:ph type="body" sz="quarter" idx="26" hasCustomPrompt="1"/>
          </p:nvPr>
        </p:nvSpPr>
        <p:spPr>
          <a:xfrm>
            <a:off x="374904" y="4380264"/>
            <a:ext cx="2982742" cy="333781"/>
          </a:xfrm>
        </p:spPr>
        <p:txBody>
          <a:bodyPr lIns="0">
            <a:noAutofit/>
          </a:bodyPr>
          <a:lstStyle>
            <a:lvl1pPr>
              <a:defRPr sz="1200" b="1" i="0" spc="30" baseline="0">
                <a:solidFill>
                  <a:schemeClr val="tx1"/>
                </a:solidFill>
                <a:latin typeface="Avenir Next LT Pro Demi" panose="020B0504020202020204" pitchFamily="34" charset="77"/>
              </a:defRPr>
            </a:lvl1pPr>
          </a:lstStyle>
          <a:p>
            <a:pPr lvl="0"/>
            <a:r>
              <a:rPr lang="en-US" dirty="0"/>
              <a:t>Subhead</a:t>
            </a:r>
          </a:p>
        </p:txBody>
      </p:sp>
      <p:sp>
        <p:nvSpPr>
          <p:cNvPr id="31" name="Text Placeholder 4">
            <a:extLst>
              <a:ext uri="{FF2B5EF4-FFF2-40B4-BE49-F238E27FC236}">
                <a16:creationId xmlns:a16="http://schemas.microsoft.com/office/drawing/2014/main" id="{ADF7D01C-00C0-7943-B677-0166770CBC21}"/>
              </a:ext>
            </a:extLst>
          </p:cNvPr>
          <p:cNvSpPr>
            <a:spLocks noGrp="1"/>
          </p:cNvSpPr>
          <p:nvPr>
            <p:ph type="body" sz="quarter" idx="27"/>
          </p:nvPr>
        </p:nvSpPr>
        <p:spPr>
          <a:xfrm>
            <a:off x="374904" y="4714046"/>
            <a:ext cx="2982743" cy="1366147"/>
          </a:xfrm>
        </p:spPr>
        <p:txBody>
          <a:bodyPr lIns="0">
            <a:noAutofit/>
          </a:bodyPr>
          <a:lstStyle>
            <a:lvl1pPr>
              <a:lnSpc>
                <a:spcPct val="100000"/>
              </a:lnSpc>
              <a:spcBef>
                <a:spcPts val="1200"/>
              </a:spcBef>
              <a:defRPr sz="1000" b="0" i="0" spc="0" baseline="0">
                <a:latin typeface="+mn-lt"/>
              </a:defRPr>
            </a:lvl1pPr>
          </a:lstStyle>
          <a:p>
            <a:pPr lvl="0"/>
            <a:r>
              <a:rPr lang="en-US" dirty="0"/>
              <a:t>Click to edit Master text styles</a:t>
            </a:r>
          </a:p>
        </p:txBody>
      </p:sp>
      <p:sp>
        <p:nvSpPr>
          <p:cNvPr id="37" name="Text Placeholder 3">
            <a:extLst>
              <a:ext uri="{FF2B5EF4-FFF2-40B4-BE49-F238E27FC236}">
                <a16:creationId xmlns:a16="http://schemas.microsoft.com/office/drawing/2014/main" id="{A4F33B31-440A-7946-95C0-DF304B858366}"/>
              </a:ext>
            </a:extLst>
          </p:cNvPr>
          <p:cNvSpPr>
            <a:spLocks noGrp="1"/>
          </p:cNvSpPr>
          <p:nvPr>
            <p:ph type="body" sz="quarter" idx="28" hasCustomPrompt="1"/>
          </p:nvPr>
        </p:nvSpPr>
        <p:spPr>
          <a:xfrm>
            <a:off x="3885978" y="1167386"/>
            <a:ext cx="2083643" cy="755652"/>
          </a:xfrm>
        </p:spPr>
        <p:txBody>
          <a:bodyPr lIns="0" bIns="0" anchor="b">
            <a:noAutofit/>
          </a:bodyPr>
          <a:lstStyle>
            <a:lvl1pPr marL="0" algn="l" defTabSz="914400" rtl="0" eaLnBrk="1" latinLnBrk="0" hangingPunct="1">
              <a:lnSpc>
                <a:spcPct val="100000"/>
              </a:lnSpc>
              <a:spcBef>
                <a:spcPts val="0"/>
              </a:spcBef>
              <a:defRPr lang="en-US" sz="4400" b="0" i="0" kern="120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38" name="Text Placeholder 38">
            <a:extLst>
              <a:ext uri="{FF2B5EF4-FFF2-40B4-BE49-F238E27FC236}">
                <a16:creationId xmlns:a16="http://schemas.microsoft.com/office/drawing/2014/main" id="{36FD609A-925D-3A45-AB16-6D7B91221568}"/>
              </a:ext>
            </a:extLst>
          </p:cNvPr>
          <p:cNvSpPr>
            <a:spLocks noGrp="1"/>
          </p:cNvSpPr>
          <p:nvPr>
            <p:ph type="body" sz="quarter" idx="29" hasCustomPrompt="1"/>
          </p:nvPr>
        </p:nvSpPr>
        <p:spPr>
          <a:xfrm>
            <a:off x="3885978" y="1805549"/>
            <a:ext cx="2982742" cy="333781"/>
          </a:xfrm>
        </p:spPr>
        <p:txBody>
          <a:bodyPr lIns="0">
            <a:noAutofit/>
          </a:bodyPr>
          <a:lstStyle>
            <a:lvl1pPr>
              <a:defRPr sz="1200" b="1" i="0" spc="30" baseline="0">
                <a:solidFill>
                  <a:schemeClr val="tx1"/>
                </a:solidFill>
                <a:latin typeface="Avenir Next LT Pro Demi" panose="020B0504020202020204" pitchFamily="34" charset="77"/>
              </a:defRPr>
            </a:lvl1pPr>
          </a:lstStyle>
          <a:p>
            <a:pPr lvl="0"/>
            <a:r>
              <a:rPr lang="en-US" dirty="0"/>
              <a:t>Subhead</a:t>
            </a:r>
          </a:p>
        </p:txBody>
      </p:sp>
      <p:sp>
        <p:nvSpPr>
          <p:cNvPr id="39" name="Text Placeholder 4">
            <a:extLst>
              <a:ext uri="{FF2B5EF4-FFF2-40B4-BE49-F238E27FC236}">
                <a16:creationId xmlns:a16="http://schemas.microsoft.com/office/drawing/2014/main" id="{E1EC30E9-9AEA-BE4A-8554-44B1B1AE1F89}"/>
              </a:ext>
            </a:extLst>
          </p:cNvPr>
          <p:cNvSpPr>
            <a:spLocks noGrp="1"/>
          </p:cNvSpPr>
          <p:nvPr>
            <p:ph type="body" sz="quarter" idx="30"/>
          </p:nvPr>
        </p:nvSpPr>
        <p:spPr>
          <a:xfrm>
            <a:off x="3885978" y="2139331"/>
            <a:ext cx="2982743" cy="1366147"/>
          </a:xfrm>
        </p:spPr>
        <p:txBody>
          <a:bodyPr lIns="0">
            <a:noAutofit/>
          </a:bodyPr>
          <a:lstStyle>
            <a:lvl1pPr>
              <a:lnSpc>
                <a:spcPct val="100000"/>
              </a:lnSpc>
              <a:spcBef>
                <a:spcPts val="1200"/>
              </a:spcBef>
              <a:defRPr sz="1000" b="0" i="0" spc="0" baseline="0">
                <a:latin typeface="+mn-lt"/>
              </a:defRPr>
            </a:lvl1pPr>
          </a:lstStyle>
          <a:p>
            <a:pPr lvl="0"/>
            <a:r>
              <a:rPr lang="en-US" dirty="0"/>
              <a:t>Click to edit Master text styles</a:t>
            </a:r>
          </a:p>
        </p:txBody>
      </p:sp>
      <p:sp>
        <p:nvSpPr>
          <p:cNvPr id="40" name="Text Placeholder 3">
            <a:extLst>
              <a:ext uri="{FF2B5EF4-FFF2-40B4-BE49-F238E27FC236}">
                <a16:creationId xmlns:a16="http://schemas.microsoft.com/office/drawing/2014/main" id="{D7CDDBD1-62E4-DF44-94E2-5F55D5B0E527}"/>
              </a:ext>
            </a:extLst>
          </p:cNvPr>
          <p:cNvSpPr>
            <a:spLocks noGrp="1"/>
          </p:cNvSpPr>
          <p:nvPr>
            <p:ph type="body" sz="quarter" idx="31" hasCustomPrompt="1"/>
          </p:nvPr>
        </p:nvSpPr>
        <p:spPr>
          <a:xfrm>
            <a:off x="3885978" y="3893527"/>
            <a:ext cx="2083643" cy="604226"/>
          </a:xfrm>
        </p:spPr>
        <p:txBody>
          <a:bodyPr lIns="0" bIns="0" anchor="b">
            <a:noAutofit/>
          </a:bodyPr>
          <a:lstStyle>
            <a:lvl1pPr marL="0" algn="l" defTabSz="914400" rtl="0" eaLnBrk="1" latinLnBrk="0" hangingPunct="1">
              <a:lnSpc>
                <a:spcPct val="100000"/>
              </a:lnSpc>
              <a:spcBef>
                <a:spcPts val="0"/>
              </a:spcBef>
              <a:defRPr lang="en-US" sz="4400" b="0" i="0" kern="120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41" name="Text Placeholder 38">
            <a:extLst>
              <a:ext uri="{FF2B5EF4-FFF2-40B4-BE49-F238E27FC236}">
                <a16:creationId xmlns:a16="http://schemas.microsoft.com/office/drawing/2014/main" id="{A27910A7-F6D7-C341-9233-4CC0A9DF4D60}"/>
              </a:ext>
            </a:extLst>
          </p:cNvPr>
          <p:cNvSpPr>
            <a:spLocks noGrp="1"/>
          </p:cNvSpPr>
          <p:nvPr>
            <p:ph type="body" sz="quarter" idx="32" hasCustomPrompt="1"/>
          </p:nvPr>
        </p:nvSpPr>
        <p:spPr>
          <a:xfrm>
            <a:off x="3885978" y="4380264"/>
            <a:ext cx="2982742" cy="333781"/>
          </a:xfrm>
        </p:spPr>
        <p:txBody>
          <a:bodyPr lIns="0">
            <a:noAutofit/>
          </a:bodyPr>
          <a:lstStyle>
            <a:lvl1pPr>
              <a:defRPr sz="1200" b="1" i="0" spc="30" baseline="0">
                <a:solidFill>
                  <a:schemeClr val="tx1"/>
                </a:solidFill>
                <a:latin typeface="Avenir Next LT Pro Demi" panose="020B0504020202020204" pitchFamily="34" charset="77"/>
              </a:defRPr>
            </a:lvl1pPr>
          </a:lstStyle>
          <a:p>
            <a:pPr lvl="0"/>
            <a:r>
              <a:rPr lang="en-US" dirty="0"/>
              <a:t>Subhead</a:t>
            </a:r>
          </a:p>
        </p:txBody>
      </p:sp>
      <p:sp>
        <p:nvSpPr>
          <p:cNvPr id="42" name="Text Placeholder 4">
            <a:extLst>
              <a:ext uri="{FF2B5EF4-FFF2-40B4-BE49-F238E27FC236}">
                <a16:creationId xmlns:a16="http://schemas.microsoft.com/office/drawing/2014/main" id="{E5D43740-6AB1-BF45-9FDE-63B107C066AB}"/>
              </a:ext>
            </a:extLst>
          </p:cNvPr>
          <p:cNvSpPr>
            <a:spLocks noGrp="1"/>
          </p:cNvSpPr>
          <p:nvPr>
            <p:ph type="body" sz="quarter" idx="33"/>
          </p:nvPr>
        </p:nvSpPr>
        <p:spPr>
          <a:xfrm>
            <a:off x="3885978" y="4714046"/>
            <a:ext cx="2982743" cy="1366147"/>
          </a:xfrm>
        </p:spPr>
        <p:txBody>
          <a:bodyPr lIns="0">
            <a:noAutofit/>
          </a:bodyPr>
          <a:lstStyle>
            <a:lvl1pPr>
              <a:lnSpc>
                <a:spcPct val="100000"/>
              </a:lnSpc>
              <a:spcBef>
                <a:spcPts val="1200"/>
              </a:spcBef>
              <a:defRPr sz="1000" b="0" i="0" spc="0" baseline="0">
                <a:latin typeface="+mn-lt"/>
              </a:defRPr>
            </a:lvl1pPr>
          </a:lstStyle>
          <a:p>
            <a:pPr lvl="0"/>
            <a:r>
              <a:rPr lang="en-US" dirty="0"/>
              <a:t>Click to edit Master text styles</a:t>
            </a:r>
          </a:p>
        </p:txBody>
      </p:sp>
      <p:sp>
        <p:nvSpPr>
          <p:cNvPr id="20" name="Slide Number Placeholder 5">
            <a:extLst>
              <a:ext uri="{FF2B5EF4-FFF2-40B4-BE49-F238E27FC236}">
                <a16:creationId xmlns:a16="http://schemas.microsoft.com/office/drawing/2014/main" id="{5CAD452F-5AAD-459A-88BF-AC1C799F87C0}"/>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938481748"/>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Financials">
    <p:bg>
      <p:bgPr>
        <a:solidFill>
          <a:schemeClr val="bg1"/>
        </a:solidFill>
        <a:effectLst/>
      </p:bgPr>
    </p:bg>
    <p:spTree>
      <p:nvGrpSpPr>
        <p:cNvPr id="1" name=""/>
        <p:cNvGrpSpPr/>
        <p:nvPr/>
      </p:nvGrpSpPr>
      <p:grpSpPr>
        <a:xfrm>
          <a:off x="0" y="0"/>
          <a:ext cx="0" cy="0"/>
          <a:chOff x="0" y="0"/>
          <a:chExt cx="0" cy="0"/>
        </a:xfrm>
      </p:grpSpPr>
      <p:sp>
        <p:nvSpPr>
          <p:cNvPr id="81" name="Rectangle 80">
            <a:extLst>
              <a:ext uri="{FF2B5EF4-FFF2-40B4-BE49-F238E27FC236}">
                <a16:creationId xmlns:a16="http://schemas.microsoft.com/office/drawing/2014/main" id="{2C23B911-4208-28EF-4F65-EAFF910C0D4D}"/>
              </a:ext>
            </a:extLst>
          </p:cNvPr>
          <p:cNvSpPr/>
          <p:nvPr userDrawn="1"/>
        </p:nvSpPr>
        <p:spPr>
          <a:xfrm>
            <a:off x="0" y="2257168"/>
            <a:ext cx="12192000" cy="460083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82" name="Group 81">
            <a:extLst>
              <a:ext uri="{FF2B5EF4-FFF2-40B4-BE49-F238E27FC236}">
                <a16:creationId xmlns:a16="http://schemas.microsoft.com/office/drawing/2014/main" id="{C870C440-F79C-D8EE-3C83-F21FF50447E5}"/>
              </a:ext>
            </a:extLst>
          </p:cNvPr>
          <p:cNvGrpSpPr/>
          <p:nvPr userDrawn="1"/>
        </p:nvGrpSpPr>
        <p:grpSpPr>
          <a:xfrm>
            <a:off x="2438400" y="2389916"/>
            <a:ext cx="7315200" cy="2206818"/>
            <a:chOff x="2438400" y="1140976"/>
            <a:chExt cx="7315200" cy="2288024"/>
          </a:xfrm>
        </p:grpSpPr>
        <p:cxnSp>
          <p:nvCxnSpPr>
            <p:cNvPr id="83" name="Straight Connector 82">
              <a:extLst>
                <a:ext uri="{FF2B5EF4-FFF2-40B4-BE49-F238E27FC236}">
                  <a16:creationId xmlns:a16="http://schemas.microsoft.com/office/drawing/2014/main" id="{9F603619-2B53-99D0-C221-BD0BF71A908B}"/>
                </a:ext>
              </a:extLst>
            </p:cNvPr>
            <p:cNvCxnSpPr>
              <a:cxnSpLocks/>
            </p:cNvCxnSpPr>
            <p:nvPr/>
          </p:nvCxnSpPr>
          <p:spPr>
            <a:xfrm>
              <a:off x="24384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E14585FE-AEB0-EF66-759E-727A96B065A1}"/>
                </a:ext>
              </a:extLst>
            </p:cNvPr>
            <p:cNvCxnSpPr>
              <a:cxnSpLocks/>
            </p:cNvCxnSpPr>
            <p:nvPr/>
          </p:nvCxnSpPr>
          <p:spPr>
            <a:xfrm>
              <a:off x="48768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3167EE1E-0FB3-D0D3-D74F-DB6547626A8B}"/>
                </a:ext>
              </a:extLst>
            </p:cNvPr>
            <p:cNvCxnSpPr>
              <a:cxnSpLocks/>
            </p:cNvCxnSpPr>
            <p:nvPr/>
          </p:nvCxnSpPr>
          <p:spPr>
            <a:xfrm>
              <a:off x="73152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4B64759C-635B-CC40-F56E-93C644DF8705}"/>
                </a:ext>
              </a:extLst>
            </p:cNvPr>
            <p:cNvCxnSpPr>
              <a:cxnSpLocks/>
            </p:cNvCxnSpPr>
            <p:nvPr/>
          </p:nvCxnSpPr>
          <p:spPr>
            <a:xfrm>
              <a:off x="97536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grpSp>
      <p:cxnSp>
        <p:nvCxnSpPr>
          <p:cNvPr id="87" name="Straight Connector 86">
            <a:extLst>
              <a:ext uri="{FF2B5EF4-FFF2-40B4-BE49-F238E27FC236}">
                <a16:creationId xmlns:a16="http://schemas.microsoft.com/office/drawing/2014/main" id="{4558D870-521B-18AD-188C-4633E019BA90}"/>
              </a:ext>
            </a:extLst>
          </p:cNvPr>
          <p:cNvCxnSpPr>
            <a:cxnSpLocks/>
          </p:cNvCxnSpPr>
          <p:nvPr userDrawn="1"/>
        </p:nvCxnSpPr>
        <p:spPr>
          <a:xfrm>
            <a:off x="373063" y="4736155"/>
            <a:ext cx="11339873" cy="0"/>
          </a:xfrm>
          <a:prstGeom prst="line">
            <a:avLst/>
          </a:prstGeom>
          <a:ln w="12700">
            <a:solidFill>
              <a:schemeClr val="tx1"/>
            </a:solidFill>
            <a:prstDash val="sysDot"/>
            <a:tailEnd type="none" w="med" len="sm"/>
          </a:ln>
          <a:effectLst/>
        </p:spPr>
        <p:style>
          <a:lnRef idx="1">
            <a:schemeClr val="accent1"/>
          </a:lnRef>
          <a:fillRef idx="0">
            <a:schemeClr val="accent1"/>
          </a:fillRef>
          <a:effectRef idx="0">
            <a:schemeClr val="accent1"/>
          </a:effectRef>
          <a:fontRef idx="minor">
            <a:schemeClr val="tx1"/>
          </a:fontRef>
        </p:style>
      </p:cxnSp>
      <p:grpSp>
        <p:nvGrpSpPr>
          <p:cNvPr id="88" name="Group 87">
            <a:extLst>
              <a:ext uri="{FF2B5EF4-FFF2-40B4-BE49-F238E27FC236}">
                <a16:creationId xmlns:a16="http://schemas.microsoft.com/office/drawing/2014/main" id="{1CEBD0F0-82F8-6C8B-A03F-7C9E9B1352BB}"/>
              </a:ext>
            </a:extLst>
          </p:cNvPr>
          <p:cNvGrpSpPr/>
          <p:nvPr userDrawn="1"/>
        </p:nvGrpSpPr>
        <p:grpSpPr>
          <a:xfrm>
            <a:off x="2438400" y="4936802"/>
            <a:ext cx="7315200" cy="1705276"/>
            <a:chOff x="2438400" y="1140976"/>
            <a:chExt cx="7315200" cy="2288024"/>
          </a:xfrm>
        </p:grpSpPr>
        <p:cxnSp>
          <p:nvCxnSpPr>
            <p:cNvPr id="89" name="Straight Connector 88">
              <a:extLst>
                <a:ext uri="{FF2B5EF4-FFF2-40B4-BE49-F238E27FC236}">
                  <a16:creationId xmlns:a16="http://schemas.microsoft.com/office/drawing/2014/main" id="{783AA839-DAED-B273-FE5C-FB3D317658D4}"/>
                </a:ext>
              </a:extLst>
            </p:cNvPr>
            <p:cNvCxnSpPr>
              <a:cxnSpLocks/>
            </p:cNvCxnSpPr>
            <p:nvPr/>
          </p:nvCxnSpPr>
          <p:spPr>
            <a:xfrm>
              <a:off x="24384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C54A1968-A1EE-8F5E-8F4A-583234493BF4}"/>
                </a:ext>
              </a:extLst>
            </p:cNvPr>
            <p:cNvCxnSpPr>
              <a:cxnSpLocks/>
            </p:cNvCxnSpPr>
            <p:nvPr/>
          </p:nvCxnSpPr>
          <p:spPr>
            <a:xfrm>
              <a:off x="48768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C52075C9-3D5B-6C19-60C0-405CCCD18B22}"/>
                </a:ext>
              </a:extLst>
            </p:cNvPr>
            <p:cNvCxnSpPr>
              <a:cxnSpLocks/>
            </p:cNvCxnSpPr>
            <p:nvPr/>
          </p:nvCxnSpPr>
          <p:spPr>
            <a:xfrm>
              <a:off x="73152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7723368-69A3-050B-898F-A381D8C2A3A6}"/>
                </a:ext>
              </a:extLst>
            </p:cNvPr>
            <p:cNvCxnSpPr>
              <a:cxnSpLocks/>
            </p:cNvCxnSpPr>
            <p:nvPr/>
          </p:nvCxnSpPr>
          <p:spPr>
            <a:xfrm>
              <a:off x="9753600" y="1140976"/>
              <a:ext cx="0" cy="2288024"/>
            </a:xfrm>
            <a:prstGeom prst="line">
              <a:avLst/>
            </a:prstGeom>
            <a:ln w="38100">
              <a:solidFill>
                <a:schemeClr val="bg1"/>
              </a:solidFill>
              <a:tailEnd type="none" w="med" len="sm"/>
            </a:ln>
            <a:effectLst/>
          </p:spPr>
          <p:style>
            <a:lnRef idx="1">
              <a:schemeClr val="accent1"/>
            </a:lnRef>
            <a:fillRef idx="0">
              <a:schemeClr val="accent1"/>
            </a:fillRef>
            <a:effectRef idx="0">
              <a:schemeClr val="accent1"/>
            </a:effectRef>
            <a:fontRef idx="minor">
              <a:schemeClr val="tx1"/>
            </a:fontRef>
          </p:style>
        </p:cxnSp>
      </p:grpSp>
      <p:sp>
        <p:nvSpPr>
          <p:cNvPr id="59" name="Text Placeholder 3">
            <a:extLst>
              <a:ext uri="{FF2B5EF4-FFF2-40B4-BE49-F238E27FC236}">
                <a16:creationId xmlns:a16="http://schemas.microsoft.com/office/drawing/2014/main" id="{692C0697-FA94-9E45-BC35-DCFF4BA563E9}"/>
              </a:ext>
            </a:extLst>
          </p:cNvPr>
          <p:cNvSpPr>
            <a:spLocks noGrp="1"/>
          </p:cNvSpPr>
          <p:nvPr>
            <p:ph type="body" sz="quarter" idx="24" hasCustomPrompt="1"/>
          </p:nvPr>
        </p:nvSpPr>
        <p:spPr>
          <a:xfrm>
            <a:off x="740674" y="3116853"/>
            <a:ext cx="1656154" cy="276999"/>
          </a:xfrm>
        </p:spPr>
        <p:txBody>
          <a:bodyPr lIns="0" bIns="0" anchor="t">
            <a:noAutofit/>
          </a:bodyPr>
          <a:lstStyle>
            <a:lvl1pPr marL="0" algn="l" defTabSz="914400" rtl="0" eaLnBrk="1" latinLnBrk="0" hangingPunct="1">
              <a:lnSpc>
                <a:spcPct val="100000"/>
              </a:lnSpc>
              <a:spcBef>
                <a:spcPts val="0"/>
              </a:spcBef>
              <a:defRPr lang="en-US" sz="14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2" name="Title 1"/>
          <p:cNvSpPr>
            <a:spLocks noGrp="1"/>
          </p:cNvSpPr>
          <p:nvPr>
            <p:ph type="title" hasCustomPrompt="1"/>
          </p:nvPr>
        </p:nvSpPr>
        <p:spPr>
          <a:xfrm>
            <a:off x="374904" y="502920"/>
            <a:ext cx="10515600" cy="685800"/>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hasCustomPrompt="1"/>
          </p:nvPr>
        </p:nvSpPr>
        <p:spPr>
          <a:xfrm>
            <a:off x="395000" y="286910"/>
            <a:ext cx="5601690" cy="198803"/>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Click to edit copy</a:t>
            </a:r>
          </a:p>
        </p:txBody>
      </p:sp>
      <p:sp>
        <p:nvSpPr>
          <p:cNvPr id="5" name="Text Placeholder 4">
            <a:extLst>
              <a:ext uri="{FF2B5EF4-FFF2-40B4-BE49-F238E27FC236}">
                <a16:creationId xmlns:a16="http://schemas.microsoft.com/office/drawing/2014/main" id="{05B95297-C579-0345-86B2-F2A6C51BF9C0}"/>
              </a:ext>
            </a:extLst>
          </p:cNvPr>
          <p:cNvSpPr>
            <a:spLocks noGrp="1"/>
          </p:cNvSpPr>
          <p:nvPr>
            <p:ph type="body" sz="quarter" idx="18" hasCustomPrompt="1"/>
          </p:nvPr>
        </p:nvSpPr>
        <p:spPr>
          <a:xfrm>
            <a:off x="373063" y="2032661"/>
            <a:ext cx="2058489" cy="261610"/>
          </a:xfrm>
        </p:spPr>
        <p:txBody>
          <a:bodyPr lIns="0">
            <a:noAutofit/>
          </a:bodyPr>
          <a:lstStyle>
            <a:lvl1pPr>
              <a:defRPr sz="1100" b="1" i="0" spc="40" baseline="0">
                <a:solidFill>
                  <a:schemeClr val="tx1"/>
                </a:solidFill>
                <a:latin typeface="Avenir Next LT Pro Demi" panose="020B0504020202020204" pitchFamily="34" charset="77"/>
              </a:defRPr>
            </a:lvl1pPr>
          </a:lstStyle>
          <a:p>
            <a:pPr lvl="0"/>
            <a:r>
              <a:rPr lang="en-US" dirty="0"/>
              <a:t>Revenue</a:t>
            </a:r>
          </a:p>
        </p:txBody>
      </p:sp>
      <p:sp>
        <p:nvSpPr>
          <p:cNvPr id="54" name="Text Placeholder 4">
            <a:extLst>
              <a:ext uri="{FF2B5EF4-FFF2-40B4-BE49-F238E27FC236}">
                <a16:creationId xmlns:a16="http://schemas.microsoft.com/office/drawing/2014/main" id="{18115635-D067-2F4E-BD78-2BE14A532754}"/>
              </a:ext>
            </a:extLst>
          </p:cNvPr>
          <p:cNvSpPr>
            <a:spLocks noGrp="1"/>
          </p:cNvSpPr>
          <p:nvPr>
            <p:ph type="body" sz="quarter" idx="19" hasCustomPrompt="1"/>
          </p:nvPr>
        </p:nvSpPr>
        <p:spPr>
          <a:xfrm>
            <a:off x="2783963" y="2032661"/>
            <a:ext cx="2058489" cy="261610"/>
          </a:xfrm>
        </p:spPr>
        <p:txBody>
          <a:bodyPr lIns="0">
            <a:noAutofit/>
          </a:bodyPr>
          <a:lstStyle>
            <a:lvl1pPr>
              <a:defRPr sz="1100" b="1" i="0" spc="40" baseline="0">
                <a:solidFill>
                  <a:schemeClr val="tx1"/>
                </a:solidFill>
                <a:latin typeface="Avenir Next LT Pro Demi" panose="020B0504020202020204" pitchFamily="34" charset="77"/>
              </a:defRPr>
            </a:lvl1pPr>
          </a:lstStyle>
          <a:p>
            <a:pPr lvl="0"/>
            <a:r>
              <a:rPr lang="en-US" dirty="0"/>
              <a:t>Adj. EBIT</a:t>
            </a:r>
          </a:p>
        </p:txBody>
      </p:sp>
      <p:sp>
        <p:nvSpPr>
          <p:cNvPr id="55" name="Text Placeholder 4">
            <a:extLst>
              <a:ext uri="{FF2B5EF4-FFF2-40B4-BE49-F238E27FC236}">
                <a16:creationId xmlns:a16="http://schemas.microsoft.com/office/drawing/2014/main" id="{A2052E4C-C0E1-9C41-A7BA-64F51C244C76}"/>
              </a:ext>
            </a:extLst>
          </p:cNvPr>
          <p:cNvSpPr>
            <a:spLocks noGrp="1"/>
          </p:cNvSpPr>
          <p:nvPr>
            <p:ph type="body" sz="quarter" idx="20" hasCustomPrompt="1"/>
          </p:nvPr>
        </p:nvSpPr>
        <p:spPr>
          <a:xfrm>
            <a:off x="5223056" y="2032661"/>
            <a:ext cx="2058489" cy="261610"/>
          </a:xfrm>
        </p:spPr>
        <p:txBody>
          <a:bodyPr lIns="0">
            <a:noAutofit/>
          </a:bodyPr>
          <a:lstStyle>
            <a:lvl1pPr>
              <a:defRPr sz="1100" b="1" i="0" spc="40" baseline="0">
                <a:solidFill>
                  <a:schemeClr val="tx1"/>
                </a:solidFill>
                <a:latin typeface="Avenir Next LT Pro Demi" panose="020B0504020202020204" pitchFamily="34" charset="77"/>
              </a:defRPr>
            </a:lvl1pPr>
          </a:lstStyle>
          <a:p>
            <a:pPr lvl="0"/>
            <a:r>
              <a:rPr lang="en-US" dirty="0"/>
              <a:t>Adj. EBIT Margin</a:t>
            </a:r>
          </a:p>
        </p:txBody>
      </p:sp>
      <p:sp>
        <p:nvSpPr>
          <p:cNvPr id="56" name="Text Placeholder 4">
            <a:extLst>
              <a:ext uri="{FF2B5EF4-FFF2-40B4-BE49-F238E27FC236}">
                <a16:creationId xmlns:a16="http://schemas.microsoft.com/office/drawing/2014/main" id="{ED9F401B-9A98-D34B-9023-E3F6F5B7B99D}"/>
              </a:ext>
            </a:extLst>
          </p:cNvPr>
          <p:cNvSpPr>
            <a:spLocks noGrp="1"/>
          </p:cNvSpPr>
          <p:nvPr>
            <p:ph type="body" sz="quarter" idx="21" hasCustomPrompt="1"/>
          </p:nvPr>
        </p:nvSpPr>
        <p:spPr>
          <a:xfrm>
            <a:off x="7637072" y="2032661"/>
            <a:ext cx="2058489" cy="261610"/>
          </a:xfrm>
        </p:spPr>
        <p:txBody>
          <a:bodyPr lIns="0">
            <a:noAutofit/>
          </a:bodyPr>
          <a:lstStyle>
            <a:lvl1pPr>
              <a:defRPr sz="1100" b="1" i="0" spc="40" baseline="0">
                <a:solidFill>
                  <a:schemeClr val="tx1"/>
                </a:solidFill>
                <a:latin typeface="Avenir Next LT Pro Demi" panose="020B0504020202020204" pitchFamily="34" charset="77"/>
              </a:defRPr>
            </a:lvl1pPr>
          </a:lstStyle>
          <a:p>
            <a:pPr lvl="0"/>
            <a:r>
              <a:rPr lang="en-US" dirty="0"/>
              <a:t>Adj. FCF</a:t>
            </a:r>
          </a:p>
        </p:txBody>
      </p:sp>
      <p:sp>
        <p:nvSpPr>
          <p:cNvPr id="57" name="Text Placeholder 4">
            <a:extLst>
              <a:ext uri="{FF2B5EF4-FFF2-40B4-BE49-F238E27FC236}">
                <a16:creationId xmlns:a16="http://schemas.microsoft.com/office/drawing/2014/main" id="{1A1F205B-1CFE-0D4A-9A5F-F80900F35456}"/>
              </a:ext>
            </a:extLst>
          </p:cNvPr>
          <p:cNvSpPr>
            <a:spLocks noGrp="1"/>
          </p:cNvSpPr>
          <p:nvPr>
            <p:ph type="body" sz="quarter" idx="22" hasCustomPrompt="1"/>
          </p:nvPr>
        </p:nvSpPr>
        <p:spPr>
          <a:xfrm>
            <a:off x="10076724" y="2032661"/>
            <a:ext cx="2058489" cy="261610"/>
          </a:xfrm>
        </p:spPr>
        <p:txBody>
          <a:bodyPr lIns="0">
            <a:noAutofit/>
          </a:bodyPr>
          <a:lstStyle>
            <a:lvl1pPr>
              <a:defRPr sz="1100" b="1" i="0" spc="40" baseline="0">
                <a:solidFill>
                  <a:schemeClr val="tx1"/>
                </a:solidFill>
                <a:latin typeface="Avenir Next LT Pro Demi" panose="020B0504020202020204" pitchFamily="34" charset="77"/>
              </a:defRPr>
            </a:lvl1pPr>
          </a:lstStyle>
          <a:p>
            <a:pPr lvl="0"/>
            <a:r>
              <a:rPr lang="en-US" dirty="0"/>
              <a:t>Adj. EPS</a:t>
            </a:r>
          </a:p>
        </p:txBody>
      </p:sp>
      <p:sp>
        <p:nvSpPr>
          <p:cNvPr id="58" name="Text Placeholder 3">
            <a:extLst>
              <a:ext uri="{FF2B5EF4-FFF2-40B4-BE49-F238E27FC236}">
                <a16:creationId xmlns:a16="http://schemas.microsoft.com/office/drawing/2014/main" id="{1F34F4AD-E9C4-4D45-B165-5DB73626C9C1}"/>
              </a:ext>
            </a:extLst>
          </p:cNvPr>
          <p:cNvSpPr>
            <a:spLocks noGrp="1"/>
          </p:cNvSpPr>
          <p:nvPr>
            <p:ph type="body" sz="quarter" idx="23" hasCustomPrompt="1"/>
          </p:nvPr>
        </p:nvSpPr>
        <p:spPr>
          <a:xfrm>
            <a:off x="296074" y="2341800"/>
            <a:ext cx="2083643" cy="755652"/>
          </a:xfrm>
        </p:spPr>
        <p:txBody>
          <a:bodyPr lIns="0" bIns="0" anchor="t">
            <a:noAutofit/>
          </a:bodyPr>
          <a:lstStyle>
            <a:lvl1pPr marL="0" algn="l" defTabSz="914400" rtl="0" eaLnBrk="1" latinLnBrk="0" hangingPunct="1">
              <a:lnSpc>
                <a:spcPct val="100000"/>
              </a:lnSpc>
              <a:spcBef>
                <a:spcPts val="0"/>
              </a:spcBef>
              <a:defRPr lang="en-US" sz="48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0" name="Text Placeholder 3">
            <a:extLst>
              <a:ext uri="{FF2B5EF4-FFF2-40B4-BE49-F238E27FC236}">
                <a16:creationId xmlns:a16="http://schemas.microsoft.com/office/drawing/2014/main" id="{12BD5805-FEEC-9748-BDA3-699EAD62E733}"/>
              </a:ext>
            </a:extLst>
          </p:cNvPr>
          <p:cNvSpPr>
            <a:spLocks noGrp="1"/>
          </p:cNvSpPr>
          <p:nvPr>
            <p:ph type="body" sz="quarter" idx="25" hasCustomPrompt="1"/>
          </p:nvPr>
        </p:nvSpPr>
        <p:spPr>
          <a:xfrm>
            <a:off x="3142498" y="3116853"/>
            <a:ext cx="1656154" cy="276999"/>
          </a:xfrm>
        </p:spPr>
        <p:txBody>
          <a:bodyPr lIns="0" bIns="0" anchor="t">
            <a:noAutofit/>
          </a:bodyPr>
          <a:lstStyle>
            <a:lvl1pPr marL="0" algn="l" defTabSz="914400" rtl="0" eaLnBrk="1" latinLnBrk="0" hangingPunct="1">
              <a:lnSpc>
                <a:spcPct val="100000"/>
              </a:lnSpc>
              <a:spcBef>
                <a:spcPts val="0"/>
              </a:spcBef>
              <a:defRPr lang="en-US" sz="14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1" name="Text Placeholder 3">
            <a:extLst>
              <a:ext uri="{FF2B5EF4-FFF2-40B4-BE49-F238E27FC236}">
                <a16:creationId xmlns:a16="http://schemas.microsoft.com/office/drawing/2014/main" id="{D820A315-3D6C-2141-A198-DEC3E3F83E87}"/>
              </a:ext>
            </a:extLst>
          </p:cNvPr>
          <p:cNvSpPr>
            <a:spLocks noGrp="1"/>
          </p:cNvSpPr>
          <p:nvPr>
            <p:ph type="body" sz="quarter" idx="26" hasCustomPrompt="1"/>
          </p:nvPr>
        </p:nvSpPr>
        <p:spPr>
          <a:xfrm>
            <a:off x="2697898" y="2341800"/>
            <a:ext cx="2083643" cy="755652"/>
          </a:xfrm>
        </p:spPr>
        <p:txBody>
          <a:bodyPr lIns="0" bIns="0" anchor="t">
            <a:noAutofit/>
          </a:bodyPr>
          <a:lstStyle>
            <a:lvl1pPr marL="0" algn="l" defTabSz="914400" rtl="0" eaLnBrk="1" latinLnBrk="0" hangingPunct="1">
              <a:lnSpc>
                <a:spcPct val="100000"/>
              </a:lnSpc>
              <a:spcBef>
                <a:spcPts val="0"/>
              </a:spcBef>
              <a:defRPr lang="en-US" sz="48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4" name="Text Placeholder 3">
            <a:extLst>
              <a:ext uri="{FF2B5EF4-FFF2-40B4-BE49-F238E27FC236}">
                <a16:creationId xmlns:a16="http://schemas.microsoft.com/office/drawing/2014/main" id="{2E5794EE-FF68-9A44-9128-33DD6ADD2C2A}"/>
              </a:ext>
            </a:extLst>
          </p:cNvPr>
          <p:cNvSpPr>
            <a:spLocks noGrp="1"/>
          </p:cNvSpPr>
          <p:nvPr>
            <p:ph type="body" sz="quarter" idx="27" hasCustomPrompt="1"/>
          </p:nvPr>
        </p:nvSpPr>
        <p:spPr>
          <a:xfrm>
            <a:off x="5580898" y="3116853"/>
            <a:ext cx="1656154" cy="276999"/>
          </a:xfrm>
        </p:spPr>
        <p:txBody>
          <a:bodyPr lIns="0" bIns="0" anchor="t">
            <a:noAutofit/>
          </a:bodyPr>
          <a:lstStyle>
            <a:lvl1pPr marL="0" algn="l" defTabSz="914400" rtl="0" eaLnBrk="1" latinLnBrk="0" hangingPunct="1">
              <a:lnSpc>
                <a:spcPct val="100000"/>
              </a:lnSpc>
              <a:spcBef>
                <a:spcPts val="0"/>
              </a:spcBef>
              <a:defRPr lang="en-US" sz="14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5" name="Text Placeholder 3">
            <a:extLst>
              <a:ext uri="{FF2B5EF4-FFF2-40B4-BE49-F238E27FC236}">
                <a16:creationId xmlns:a16="http://schemas.microsoft.com/office/drawing/2014/main" id="{3723CF1A-4FAE-7F4D-A4C4-1224CD1BCFD1}"/>
              </a:ext>
            </a:extLst>
          </p:cNvPr>
          <p:cNvSpPr>
            <a:spLocks noGrp="1"/>
          </p:cNvSpPr>
          <p:nvPr>
            <p:ph type="body" sz="quarter" idx="28" hasCustomPrompt="1"/>
          </p:nvPr>
        </p:nvSpPr>
        <p:spPr>
          <a:xfrm>
            <a:off x="5136298" y="2341800"/>
            <a:ext cx="2083643" cy="755652"/>
          </a:xfrm>
        </p:spPr>
        <p:txBody>
          <a:bodyPr lIns="0" bIns="0" anchor="t">
            <a:noAutofit/>
          </a:bodyPr>
          <a:lstStyle>
            <a:lvl1pPr marL="0" algn="l" defTabSz="914400" rtl="0" eaLnBrk="1" latinLnBrk="0" hangingPunct="1">
              <a:lnSpc>
                <a:spcPct val="100000"/>
              </a:lnSpc>
              <a:spcBef>
                <a:spcPts val="0"/>
              </a:spcBef>
              <a:defRPr lang="en-US" sz="48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6" name="Text Placeholder 3">
            <a:extLst>
              <a:ext uri="{FF2B5EF4-FFF2-40B4-BE49-F238E27FC236}">
                <a16:creationId xmlns:a16="http://schemas.microsoft.com/office/drawing/2014/main" id="{92EC08B4-3194-464A-8038-BB3E20DB8323}"/>
              </a:ext>
            </a:extLst>
          </p:cNvPr>
          <p:cNvSpPr>
            <a:spLocks noGrp="1"/>
          </p:cNvSpPr>
          <p:nvPr>
            <p:ph type="body" sz="quarter" idx="29" hasCustomPrompt="1"/>
          </p:nvPr>
        </p:nvSpPr>
        <p:spPr>
          <a:xfrm>
            <a:off x="7994914" y="3116853"/>
            <a:ext cx="1656154" cy="276999"/>
          </a:xfrm>
        </p:spPr>
        <p:txBody>
          <a:bodyPr lIns="0" bIns="0" anchor="t">
            <a:noAutofit/>
          </a:bodyPr>
          <a:lstStyle>
            <a:lvl1pPr marL="0" algn="l" defTabSz="914400" rtl="0" eaLnBrk="1" latinLnBrk="0" hangingPunct="1">
              <a:lnSpc>
                <a:spcPct val="100000"/>
              </a:lnSpc>
              <a:spcBef>
                <a:spcPts val="0"/>
              </a:spcBef>
              <a:defRPr lang="en-US" sz="14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7" name="Text Placeholder 3">
            <a:extLst>
              <a:ext uri="{FF2B5EF4-FFF2-40B4-BE49-F238E27FC236}">
                <a16:creationId xmlns:a16="http://schemas.microsoft.com/office/drawing/2014/main" id="{BE6B5C51-37D0-7B4F-8F08-479B7F95A6B2}"/>
              </a:ext>
            </a:extLst>
          </p:cNvPr>
          <p:cNvSpPr>
            <a:spLocks noGrp="1"/>
          </p:cNvSpPr>
          <p:nvPr>
            <p:ph type="body" sz="quarter" idx="30" hasCustomPrompt="1"/>
          </p:nvPr>
        </p:nvSpPr>
        <p:spPr>
          <a:xfrm>
            <a:off x="7550314" y="2341800"/>
            <a:ext cx="2083643" cy="755652"/>
          </a:xfrm>
        </p:spPr>
        <p:txBody>
          <a:bodyPr lIns="0" bIns="0" anchor="t">
            <a:noAutofit/>
          </a:bodyPr>
          <a:lstStyle>
            <a:lvl1pPr marL="0" algn="l" defTabSz="914400" rtl="0" eaLnBrk="1" latinLnBrk="0" hangingPunct="1">
              <a:lnSpc>
                <a:spcPct val="100000"/>
              </a:lnSpc>
              <a:spcBef>
                <a:spcPts val="0"/>
              </a:spcBef>
              <a:defRPr lang="en-US" sz="48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8" name="Text Placeholder 3">
            <a:extLst>
              <a:ext uri="{FF2B5EF4-FFF2-40B4-BE49-F238E27FC236}">
                <a16:creationId xmlns:a16="http://schemas.microsoft.com/office/drawing/2014/main" id="{891070FF-5ED4-1940-94CC-B0A47A80A77B}"/>
              </a:ext>
            </a:extLst>
          </p:cNvPr>
          <p:cNvSpPr>
            <a:spLocks noGrp="1"/>
          </p:cNvSpPr>
          <p:nvPr>
            <p:ph type="body" sz="quarter" idx="31" hasCustomPrompt="1"/>
          </p:nvPr>
        </p:nvSpPr>
        <p:spPr>
          <a:xfrm>
            <a:off x="10445506" y="3116853"/>
            <a:ext cx="1656154" cy="276999"/>
          </a:xfrm>
        </p:spPr>
        <p:txBody>
          <a:bodyPr lIns="0" bIns="0" anchor="t">
            <a:noAutofit/>
          </a:bodyPr>
          <a:lstStyle>
            <a:lvl1pPr marL="0" algn="l" defTabSz="914400" rtl="0" eaLnBrk="1" latinLnBrk="0" hangingPunct="1">
              <a:lnSpc>
                <a:spcPct val="100000"/>
              </a:lnSpc>
              <a:spcBef>
                <a:spcPts val="0"/>
              </a:spcBef>
              <a:defRPr lang="en-US" sz="14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69" name="Text Placeholder 3">
            <a:extLst>
              <a:ext uri="{FF2B5EF4-FFF2-40B4-BE49-F238E27FC236}">
                <a16:creationId xmlns:a16="http://schemas.microsoft.com/office/drawing/2014/main" id="{0F06755D-2B14-5B42-BC62-27449DCCDAF8}"/>
              </a:ext>
            </a:extLst>
          </p:cNvPr>
          <p:cNvSpPr>
            <a:spLocks noGrp="1"/>
          </p:cNvSpPr>
          <p:nvPr>
            <p:ph type="body" sz="quarter" idx="32" hasCustomPrompt="1"/>
          </p:nvPr>
        </p:nvSpPr>
        <p:spPr>
          <a:xfrm>
            <a:off x="10000906" y="2341800"/>
            <a:ext cx="2083643" cy="755652"/>
          </a:xfrm>
        </p:spPr>
        <p:txBody>
          <a:bodyPr lIns="0" bIns="0" anchor="t">
            <a:noAutofit/>
          </a:bodyPr>
          <a:lstStyle>
            <a:lvl1pPr marL="0" algn="l" defTabSz="914400" rtl="0" eaLnBrk="1" latinLnBrk="0" hangingPunct="1">
              <a:lnSpc>
                <a:spcPct val="100000"/>
              </a:lnSpc>
              <a:spcBef>
                <a:spcPts val="0"/>
              </a:spcBef>
              <a:defRPr lang="en-US" sz="48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1" name="Text Placeholder 3">
            <a:extLst>
              <a:ext uri="{FF2B5EF4-FFF2-40B4-BE49-F238E27FC236}">
                <a16:creationId xmlns:a16="http://schemas.microsoft.com/office/drawing/2014/main" id="{CF347D97-5E17-D347-8C61-0777B6DE52AE}"/>
              </a:ext>
            </a:extLst>
          </p:cNvPr>
          <p:cNvSpPr>
            <a:spLocks noGrp="1"/>
          </p:cNvSpPr>
          <p:nvPr>
            <p:ph type="body" sz="quarter" idx="34" hasCustomPrompt="1"/>
          </p:nvPr>
        </p:nvSpPr>
        <p:spPr>
          <a:xfrm>
            <a:off x="371908" y="5165959"/>
            <a:ext cx="1656154" cy="276999"/>
          </a:xfrm>
        </p:spPr>
        <p:txBody>
          <a:bodyPr lIns="0" bIns="0" anchor="t">
            <a:noAutofit/>
          </a:bodyPr>
          <a:lstStyle>
            <a:lvl1pPr marL="0" algn="l" defTabSz="914400" rtl="0" eaLnBrk="1" latinLnBrk="0" hangingPunct="1">
              <a:lnSpc>
                <a:spcPct val="100000"/>
              </a:lnSpc>
              <a:spcBef>
                <a:spcPts val="0"/>
              </a:spcBef>
              <a:defRPr lang="en-US" sz="16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2" name="Text Placeholder 3">
            <a:extLst>
              <a:ext uri="{FF2B5EF4-FFF2-40B4-BE49-F238E27FC236}">
                <a16:creationId xmlns:a16="http://schemas.microsoft.com/office/drawing/2014/main" id="{ED2C932E-0BDF-D045-9107-8C2089E1AADA}"/>
              </a:ext>
            </a:extLst>
          </p:cNvPr>
          <p:cNvSpPr>
            <a:spLocks noGrp="1"/>
          </p:cNvSpPr>
          <p:nvPr>
            <p:ph type="body" sz="quarter" idx="35" hasCustomPrompt="1"/>
          </p:nvPr>
        </p:nvSpPr>
        <p:spPr>
          <a:xfrm>
            <a:off x="708377" y="5536306"/>
            <a:ext cx="1656154" cy="276999"/>
          </a:xfrm>
        </p:spPr>
        <p:txBody>
          <a:bodyPr lIns="0" tIns="0" bIns="0" anchor="ctr">
            <a:noAutofit/>
          </a:bodyPr>
          <a:lstStyle>
            <a:lvl1pPr marL="0" algn="l" defTabSz="914400" rtl="0" eaLnBrk="1" latinLnBrk="0" hangingPunct="1">
              <a:lnSpc>
                <a:spcPct val="100000"/>
              </a:lnSpc>
              <a:spcBef>
                <a:spcPts val="0"/>
              </a:spcBef>
              <a:defRPr lang="en-US" sz="105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3" name="Text Placeholder 3">
            <a:extLst>
              <a:ext uri="{FF2B5EF4-FFF2-40B4-BE49-F238E27FC236}">
                <a16:creationId xmlns:a16="http://schemas.microsoft.com/office/drawing/2014/main" id="{AF7D14B6-4772-6E40-A788-2BEF59231A1F}"/>
              </a:ext>
            </a:extLst>
          </p:cNvPr>
          <p:cNvSpPr>
            <a:spLocks noGrp="1"/>
          </p:cNvSpPr>
          <p:nvPr>
            <p:ph type="body" sz="quarter" idx="36" hasCustomPrompt="1"/>
          </p:nvPr>
        </p:nvSpPr>
        <p:spPr>
          <a:xfrm>
            <a:off x="2761540" y="5165959"/>
            <a:ext cx="1656154" cy="276999"/>
          </a:xfrm>
        </p:spPr>
        <p:txBody>
          <a:bodyPr lIns="0" bIns="0" anchor="t">
            <a:noAutofit/>
          </a:bodyPr>
          <a:lstStyle>
            <a:lvl1pPr marL="0" algn="l" defTabSz="914400" rtl="0" eaLnBrk="1" latinLnBrk="0" hangingPunct="1">
              <a:lnSpc>
                <a:spcPct val="100000"/>
              </a:lnSpc>
              <a:spcBef>
                <a:spcPts val="0"/>
              </a:spcBef>
              <a:defRPr lang="en-US" sz="16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4" name="Text Placeholder 3">
            <a:extLst>
              <a:ext uri="{FF2B5EF4-FFF2-40B4-BE49-F238E27FC236}">
                <a16:creationId xmlns:a16="http://schemas.microsoft.com/office/drawing/2014/main" id="{4771CBFF-FEA5-0043-9458-B5E9FCEEA9D4}"/>
              </a:ext>
            </a:extLst>
          </p:cNvPr>
          <p:cNvSpPr>
            <a:spLocks noGrp="1"/>
          </p:cNvSpPr>
          <p:nvPr>
            <p:ph type="body" sz="quarter" idx="37" hasCustomPrompt="1"/>
          </p:nvPr>
        </p:nvSpPr>
        <p:spPr>
          <a:xfrm>
            <a:off x="3102793" y="5536306"/>
            <a:ext cx="1656154" cy="276999"/>
          </a:xfrm>
        </p:spPr>
        <p:txBody>
          <a:bodyPr lIns="0" tIns="0" bIns="0" anchor="ctr">
            <a:noAutofit/>
          </a:bodyPr>
          <a:lstStyle>
            <a:lvl1pPr marL="0" algn="l" defTabSz="914400" rtl="0" eaLnBrk="1" latinLnBrk="0" hangingPunct="1">
              <a:lnSpc>
                <a:spcPct val="100000"/>
              </a:lnSpc>
              <a:spcBef>
                <a:spcPts val="0"/>
              </a:spcBef>
              <a:defRPr lang="en-US" sz="105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5" name="Text Placeholder 3">
            <a:extLst>
              <a:ext uri="{FF2B5EF4-FFF2-40B4-BE49-F238E27FC236}">
                <a16:creationId xmlns:a16="http://schemas.microsoft.com/office/drawing/2014/main" id="{13D2A88D-B566-164A-9DD7-1FC822CEC21F}"/>
              </a:ext>
            </a:extLst>
          </p:cNvPr>
          <p:cNvSpPr>
            <a:spLocks noGrp="1"/>
          </p:cNvSpPr>
          <p:nvPr>
            <p:ph type="body" sz="quarter" idx="38" hasCustomPrompt="1"/>
          </p:nvPr>
        </p:nvSpPr>
        <p:spPr>
          <a:xfrm>
            <a:off x="5202525" y="5165959"/>
            <a:ext cx="1656154" cy="276999"/>
          </a:xfrm>
        </p:spPr>
        <p:txBody>
          <a:bodyPr lIns="0" bIns="0" anchor="t">
            <a:noAutofit/>
          </a:bodyPr>
          <a:lstStyle>
            <a:lvl1pPr marL="0" algn="l" defTabSz="914400" rtl="0" eaLnBrk="1" latinLnBrk="0" hangingPunct="1">
              <a:lnSpc>
                <a:spcPct val="100000"/>
              </a:lnSpc>
              <a:spcBef>
                <a:spcPts val="0"/>
              </a:spcBef>
              <a:defRPr lang="en-US" sz="16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6" name="Text Placeholder 3">
            <a:extLst>
              <a:ext uri="{FF2B5EF4-FFF2-40B4-BE49-F238E27FC236}">
                <a16:creationId xmlns:a16="http://schemas.microsoft.com/office/drawing/2014/main" id="{03D6EFEA-7CD5-654B-A479-F69FDDC7FFCD}"/>
              </a:ext>
            </a:extLst>
          </p:cNvPr>
          <p:cNvSpPr>
            <a:spLocks noGrp="1"/>
          </p:cNvSpPr>
          <p:nvPr>
            <p:ph type="body" sz="quarter" idx="39" hasCustomPrompt="1"/>
          </p:nvPr>
        </p:nvSpPr>
        <p:spPr>
          <a:xfrm>
            <a:off x="5538994" y="5536306"/>
            <a:ext cx="1656154" cy="276999"/>
          </a:xfrm>
        </p:spPr>
        <p:txBody>
          <a:bodyPr lIns="0" tIns="0" bIns="0" anchor="ctr">
            <a:noAutofit/>
          </a:bodyPr>
          <a:lstStyle>
            <a:lvl1pPr marL="0" algn="l" defTabSz="914400" rtl="0" eaLnBrk="1" latinLnBrk="0" hangingPunct="1">
              <a:lnSpc>
                <a:spcPct val="100000"/>
              </a:lnSpc>
              <a:spcBef>
                <a:spcPts val="0"/>
              </a:spcBef>
              <a:defRPr lang="en-US" sz="105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7" name="Text Placeholder 3">
            <a:extLst>
              <a:ext uri="{FF2B5EF4-FFF2-40B4-BE49-F238E27FC236}">
                <a16:creationId xmlns:a16="http://schemas.microsoft.com/office/drawing/2014/main" id="{DB2DD95E-4B29-6D42-BEAB-03CF42B7B099}"/>
              </a:ext>
            </a:extLst>
          </p:cNvPr>
          <p:cNvSpPr>
            <a:spLocks noGrp="1"/>
          </p:cNvSpPr>
          <p:nvPr>
            <p:ph type="body" sz="quarter" idx="40" hasCustomPrompt="1"/>
          </p:nvPr>
        </p:nvSpPr>
        <p:spPr>
          <a:xfrm>
            <a:off x="7616541" y="5165959"/>
            <a:ext cx="1656154" cy="276999"/>
          </a:xfrm>
        </p:spPr>
        <p:txBody>
          <a:bodyPr lIns="0" bIns="0" anchor="t">
            <a:noAutofit/>
          </a:bodyPr>
          <a:lstStyle>
            <a:lvl1pPr marL="0" algn="l" defTabSz="914400" rtl="0" eaLnBrk="1" latinLnBrk="0" hangingPunct="1">
              <a:lnSpc>
                <a:spcPct val="100000"/>
              </a:lnSpc>
              <a:spcBef>
                <a:spcPts val="0"/>
              </a:spcBef>
              <a:defRPr lang="en-US" sz="16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8" name="Text Placeholder 3">
            <a:extLst>
              <a:ext uri="{FF2B5EF4-FFF2-40B4-BE49-F238E27FC236}">
                <a16:creationId xmlns:a16="http://schemas.microsoft.com/office/drawing/2014/main" id="{3E780538-E4F8-AD47-A70D-E3F8332BCB7B}"/>
              </a:ext>
            </a:extLst>
          </p:cNvPr>
          <p:cNvSpPr>
            <a:spLocks noGrp="1"/>
          </p:cNvSpPr>
          <p:nvPr>
            <p:ph type="body" sz="quarter" idx="41" hasCustomPrompt="1"/>
          </p:nvPr>
        </p:nvSpPr>
        <p:spPr>
          <a:xfrm>
            <a:off x="7953010" y="5536306"/>
            <a:ext cx="1656154" cy="276999"/>
          </a:xfrm>
        </p:spPr>
        <p:txBody>
          <a:bodyPr lIns="0" tIns="0" bIns="0" anchor="ctr">
            <a:noAutofit/>
          </a:bodyPr>
          <a:lstStyle>
            <a:lvl1pPr marL="0" algn="l" defTabSz="914400" rtl="0" eaLnBrk="1" latinLnBrk="0" hangingPunct="1">
              <a:lnSpc>
                <a:spcPct val="100000"/>
              </a:lnSpc>
              <a:spcBef>
                <a:spcPts val="0"/>
              </a:spcBef>
              <a:defRPr lang="en-US" sz="105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9" name="Text Placeholder 3">
            <a:extLst>
              <a:ext uri="{FF2B5EF4-FFF2-40B4-BE49-F238E27FC236}">
                <a16:creationId xmlns:a16="http://schemas.microsoft.com/office/drawing/2014/main" id="{D2C6751A-2417-9849-A204-BE4B6255F58A}"/>
              </a:ext>
            </a:extLst>
          </p:cNvPr>
          <p:cNvSpPr>
            <a:spLocks noGrp="1"/>
          </p:cNvSpPr>
          <p:nvPr>
            <p:ph type="body" sz="quarter" idx="42" hasCustomPrompt="1"/>
          </p:nvPr>
        </p:nvSpPr>
        <p:spPr>
          <a:xfrm>
            <a:off x="10067133" y="5165959"/>
            <a:ext cx="1656154" cy="276999"/>
          </a:xfrm>
        </p:spPr>
        <p:txBody>
          <a:bodyPr lIns="0" bIns="0" anchor="t">
            <a:noAutofit/>
          </a:bodyPr>
          <a:lstStyle>
            <a:lvl1pPr marL="0" algn="l" defTabSz="914400" rtl="0" eaLnBrk="1" latinLnBrk="0" hangingPunct="1">
              <a:lnSpc>
                <a:spcPct val="100000"/>
              </a:lnSpc>
              <a:spcBef>
                <a:spcPts val="0"/>
              </a:spcBef>
              <a:defRPr lang="en-US" sz="160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80" name="Text Placeholder 3">
            <a:extLst>
              <a:ext uri="{FF2B5EF4-FFF2-40B4-BE49-F238E27FC236}">
                <a16:creationId xmlns:a16="http://schemas.microsoft.com/office/drawing/2014/main" id="{D7D2C412-EE00-0F47-A199-5C013840E31D}"/>
              </a:ext>
            </a:extLst>
          </p:cNvPr>
          <p:cNvSpPr>
            <a:spLocks noGrp="1"/>
          </p:cNvSpPr>
          <p:nvPr>
            <p:ph type="body" sz="quarter" idx="43" hasCustomPrompt="1"/>
          </p:nvPr>
        </p:nvSpPr>
        <p:spPr>
          <a:xfrm>
            <a:off x="10403602" y="5536306"/>
            <a:ext cx="1656154" cy="276999"/>
          </a:xfrm>
        </p:spPr>
        <p:txBody>
          <a:bodyPr lIns="0" tIns="0" bIns="0" anchor="ctr">
            <a:noAutofit/>
          </a:bodyPr>
          <a:lstStyle>
            <a:lvl1pPr marL="0" algn="l" defTabSz="914400" rtl="0" eaLnBrk="1" latinLnBrk="0" hangingPunct="1">
              <a:lnSpc>
                <a:spcPct val="100000"/>
              </a:lnSpc>
              <a:spcBef>
                <a:spcPts val="0"/>
              </a:spcBef>
              <a:defRPr lang="en-US" sz="1050" b="0" i="0" kern="1200" dirty="0">
                <a:solidFill>
                  <a:schemeClr val="tx1"/>
                </a:solidFill>
                <a:latin typeface="+mn-lt"/>
                <a:ea typeface="Avenir Next" panose="020B0503020202020204" pitchFamily="34" charset="0"/>
                <a:cs typeface="Avenir Next" panose="020B0503020202020204" pitchFamily="34" charset="0"/>
              </a:defRPr>
            </a:lvl1pPr>
          </a:lstStyle>
          <a:p>
            <a:pPr lvl="0"/>
            <a:r>
              <a:rPr lang="en-US" dirty="0"/>
              <a:t>XX</a:t>
            </a:r>
          </a:p>
        </p:txBody>
      </p:sp>
      <p:sp>
        <p:nvSpPr>
          <p:cNvPr id="70" name="Text Placeholder 4">
            <a:extLst>
              <a:ext uri="{FF2B5EF4-FFF2-40B4-BE49-F238E27FC236}">
                <a16:creationId xmlns:a16="http://schemas.microsoft.com/office/drawing/2014/main" id="{E6EF203C-4630-F640-8D7D-E4EB8408FC12}"/>
              </a:ext>
            </a:extLst>
          </p:cNvPr>
          <p:cNvSpPr>
            <a:spLocks noGrp="1"/>
          </p:cNvSpPr>
          <p:nvPr>
            <p:ph type="body" sz="quarter" idx="33" hasCustomPrompt="1"/>
          </p:nvPr>
        </p:nvSpPr>
        <p:spPr>
          <a:xfrm>
            <a:off x="5066756" y="4589570"/>
            <a:ext cx="2058489" cy="261610"/>
          </a:xfrm>
          <a:solidFill>
            <a:schemeClr val="bg2"/>
          </a:solidFill>
        </p:spPr>
        <p:txBody>
          <a:bodyPr lIns="0">
            <a:noAutofit/>
          </a:bodyPr>
          <a:lstStyle>
            <a:lvl1pPr marL="0" indent="0" algn="ctr" defTabSz="914400" rtl="0" eaLnBrk="1" latinLnBrk="0" hangingPunct="1">
              <a:lnSpc>
                <a:spcPct val="90000"/>
              </a:lnSpc>
              <a:spcBef>
                <a:spcPts val="1000"/>
              </a:spcBef>
              <a:buFont typeface="Arial"/>
              <a:buNone/>
              <a:defRPr lang="en-US" sz="12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lvl="0"/>
            <a:r>
              <a:rPr lang="en-US" dirty="0"/>
              <a:t>Full Year</a:t>
            </a:r>
          </a:p>
        </p:txBody>
      </p:sp>
      <p:sp>
        <p:nvSpPr>
          <p:cNvPr id="45" name="Slide Number Placeholder 5">
            <a:extLst>
              <a:ext uri="{FF2B5EF4-FFF2-40B4-BE49-F238E27FC236}">
                <a16:creationId xmlns:a16="http://schemas.microsoft.com/office/drawing/2014/main" id="{1EF8FECF-947C-41B7-8D28-925AECD510E7}"/>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25336247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4848" userDrawn="1">
          <p15:clr>
            <a:srgbClr val="FBAE40"/>
          </p15:clr>
        </p15:guide>
        <p15:guide id="3" orient="horz" pos="3792" userDrawn="1">
          <p15:clr>
            <a:srgbClr val="FBAE40"/>
          </p15:clr>
        </p15:guide>
        <p15:guide id="4" orient="horz" pos="4045"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Editable Map + Data Points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4904" y="502920"/>
            <a:ext cx="7702296" cy="1027176"/>
          </a:xfrm>
        </p:spPr>
        <p:txBody>
          <a:bodyPr lIns="0">
            <a:noAutofit/>
          </a:bodyPr>
          <a:lstStyle>
            <a:lvl1pPr marL="0" algn="l" defTabSz="914400" rtl="0" eaLnBrk="1" latinLnBrk="0" hangingPunct="1">
              <a:lnSpc>
                <a:spcPct val="90000"/>
              </a:lnSpc>
              <a:spcBef>
                <a:spcPct val="0"/>
              </a:spcBef>
              <a:buNone/>
              <a:defRPr lang="en-US" sz="2400" b="0" i="0" kern="1200" spc="70" baseline="0" dirty="0">
                <a:solidFill>
                  <a:schemeClr val="tx1"/>
                </a:solidFill>
                <a:latin typeface="+mn-lt"/>
                <a:ea typeface="Avenir Next" panose="020B0503020202020204" pitchFamily="34" charset="0"/>
                <a:cs typeface="Avenir Next" panose="020B0503020202020204" pitchFamily="34" charset="0"/>
              </a:defRPr>
            </a:lvl1pPr>
          </a:lstStyle>
          <a:p>
            <a:r>
              <a:rPr lang="en-US" dirty="0"/>
              <a:t>Click to edit Master title style</a:t>
            </a:r>
          </a:p>
        </p:txBody>
      </p:sp>
      <p:sp>
        <p:nvSpPr>
          <p:cNvPr id="9" name="Text Placeholder 8"/>
          <p:cNvSpPr>
            <a:spLocks noGrp="1"/>
          </p:cNvSpPr>
          <p:nvPr>
            <p:ph type="body" sz="quarter" idx="13"/>
          </p:nvPr>
        </p:nvSpPr>
        <p:spPr>
          <a:xfrm>
            <a:off x="395000" y="286910"/>
            <a:ext cx="5721096" cy="198803"/>
          </a:xfrm>
        </p:spPr>
        <p:txBody>
          <a:bodyPr lIns="0" anchor="t">
            <a:noAutofit/>
          </a:bodyPr>
          <a:lstStyle>
            <a:lvl1pPr>
              <a:defRPr lang="en-US" sz="900" b="0" i="0" kern="1200" cap="all" spc="300" baseline="0" dirty="0">
                <a:solidFill>
                  <a:schemeClr val="accent1"/>
                </a:solidFill>
                <a:latin typeface="+mn-lt"/>
                <a:ea typeface="Avenir Next" panose="020B0503020202020204" pitchFamily="34" charset="0"/>
                <a:cs typeface="Avenir Next" panose="020B0503020202020204" pitchFamily="34" charset="0"/>
              </a:defRPr>
            </a:lvl1pPr>
          </a:lstStyle>
          <a:p>
            <a:pPr marL="0" lvl="0" indent="0" algn="l" defTabSz="914400" rtl="0" eaLnBrk="1" latinLnBrk="0" hangingPunct="1">
              <a:lnSpc>
                <a:spcPct val="90000"/>
              </a:lnSpc>
              <a:spcBef>
                <a:spcPts val="1000"/>
              </a:spcBef>
              <a:buFont typeface="Arial"/>
              <a:buNone/>
            </a:pPr>
            <a:r>
              <a:rPr lang="en-US" dirty="0"/>
              <a:t>Click to edit Master text styles</a:t>
            </a:r>
          </a:p>
        </p:txBody>
      </p:sp>
      <p:sp>
        <p:nvSpPr>
          <p:cNvPr id="7" name="Text Placeholder 6">
            <a:extLst>
              <a:ext uri="{FF2B5EF4-FFF2-40B4-BE49-F238E27FC236}">
                <a16:creationId xmlns:a16="http://schemas.microsoft.com/office/drawing/2014/main" id="{799AEB33-856D-A144-BBB3-78E0BB857551}"/>
              </a:ext>
            </a:extLst>
          </p:cNvPr>
          <p:cNvSpPr>
            <a:spLocks noGrp="1"/>
          </p:cNvSpPr>
          <p:nvPr>
            <p:ph type="body" sz="quarter" idx="21" hasCustomPrompt="1"/>
          </p:nvPr>
        </p:nvSpPr>
        <p:spPr>
          <a:xfrm>
            <a:off x="375535" y="2771893"/>
            <a:ext cx="2167128" cy="1314214"/>
          </a:xfrm>
          <a:prstGeom prst="rect">
            <a:avLst/>
          </a:prstGeom>
          <a:noFill/>
        </p:spPr>
        <p:txBody>
          <a:bodyPr wrap="none" lIns="0" rIns="0" bIns="0" anchor="b">
            <a:noAutofit/>
          </a:bodyPr>
          <a:lstStyle>
            <a:lvl1pPr algn="l">
              <a:spcBef>
                <a:spcPts val="0"/>
              </a:spcBef>
              <a:defRPr sz="6600" b="0" i="0" spc="0" baseline="0">
                <a:solidFill>
                  <a:schemeClr val="tx1"/>
                </a:solidFill>
                <a:latin typeface="+mn-lt"/>
              </a:defRPr>
            </a:lvl1pPr>
          </a:lstStyle>
          <a:p>
            <a:pPr lvl="0"/>
            <a:r>
              <a:rPr lang="en-US" dirty="0"/>
              <a:t>XX</a:t>
            </a:r>
          </a:p>
        </p:txBody>
      </p:sp>
      <p:sp>
        <p:nvSpPr>
          <p:cNvPr id="10" name="Text Placeholder 19">
            <a:extLst>
              <a:ext uri="{FF2B5EF4-FFF2-40B4-BE49-F238E27FC236}">
                <a16:creationId xmlns:a16="http://schemas.microsoft.com/office/drawing/2014/main" id="{3986FF01-4A8F-B142-9C10-01B093C17D44}"/>
              </a:ext>
            </a:extLst>
          </p:cNvPr>
          <p:cNvSpPr>
            <a:spLocks noGrp="1"/>
          </p:cNvSpPr>
          <p:nvPr>
            <p:ph type="body" sz="quarter" idx="27" hasCustomPrompt="1"/>
          </p:nvPr>
        </p:nvSpPr>
        <p:spPr>
          <a:xfrm>
            <a:off x="398020" y="3984434"/>
            <a:ext cx="1709737" cy="322263"/>
          </a:xfrm>
        </p:spPr>
        <p:txBody>
          <a:bodyPr lIns="0">
            <a:normAutofit/>
          </a:bodyPr>
          <a:lstStyle>
            <a:lvl1pPr algn="l">
              <a:defRPr sz="1200" spc="0" baseline="0">
                <a:solidFill>
                  <a:schemeClr val="tx1"/>
                </a:solidFill>
                <a:latin typeface="+mn-lt"/>
              </a:defRPr>
            </a:lvl1pPr>
          </a:lstStyle>
          <a:p>
            <a:pPr lvl="0"/>
            <a:r>
              <a:rPr lang="en-US" dirty="0"/>
              <a:t>Key Data Point</a:t>
            </a:r>
          </a:p>
        </p:txBody>
      </p:sp>
      <p:sp>
        <p:nvSpPr>
          <p:cNvPr id="11" name="Text Placeholder 6">
            <a:extLst>
              <a:ext uri="{FF2B5EF4-FFF2-40B4-BE49-F238E27FC236}">
                <a16:creationId xmlns:a16="http://schemas.microsoft.com/office/drawing/2014/main" id="{21FEDAB6-8D9E-744C-89FA-FD4C41DBD75D}"/>
              </a:ext>
            </a:extLst>
          </p:cNvPr>
          <p:cNvSpPr>
            <a:spLocks noGrp="1"/>
          </p:cNvSpPr>
          <p:nvPr>
            <p:ph type="body" sz="quarter" idx="28" hasCustomPrompt="1"/>
          </p:nvPr>
        </p:nvSpPr>
        <p:spPr>
          <a:xfrm>
            <a:off x="375535" y="4514734"/>
            <a:ext cx="2167128" cy="1314214"/>
          </a:xfrm>
          <a:prstGeom prst="rect">
            <a:avLst/>
          </a:prstGeom>
          <a:noFill/>
        </p:spPr>
        <p:txBody>
          <a:bodyPr wrap="none" lIns="0" rIns="0" bIns="0" anchor="b">
            <a:noAutofit/>
          </a:bodyPr>
          <a:lstStyle>
            <a:lvl1pPr algn="l">
              <a:spcBef>
                <a:spcPts val="0"/>
              </a:spcBef>
              <a:defRPr sz="6600" b="0" i="0" spc="0" baseline="0">
                <a:solidFill>
                  <a:schemeClr val="tx1"/>
                </a:solidFill>
                <a:latin typeface="+mn-lt"/>
              </a:defRPr>
            </a:lvl1pPr>
          </a:lstStyle>
          <a:p>
            <a:pPr lvl="0"/>
            <a:r>
              <a:rPr lang="en-US" dirty="0"/>
              <a:t>XX</a:t>
            </a:r>
          </a:p>
        </p:txBody>
      </p:sp>
      <p:sp>
        <p:nvSpPr>
          <p:cNvPr id="12" name="Text Placeholder 19">
            <a:extLst>
              <a:ext uri="{FF2B5EF4-FFF2-40B4-BE49-F238E27FC236}">
                <a16:creationId xmlns:a16="http://schemas.microsoft.com/office/drawing/2014/main" id="{346FDFBB-3ABF-E147-AE44-365DA8426407}"/>
              </a:ext>
            </a:extLst>
          </p:cNvPr>
          <p:cNvSpPr>
            <a:spLocks noGrp="1"/>
          </p:cNvSpPr>
          <p:nvPr>
            <p:ph type="body" sz="quarter" idx="29" hasCustomPrompt="1"/>
          </p:nvPr>
        </p:nvSpPr>
        <p:spPr>
          <a:xfrm>
            <a:off x="398020" y="5727275"/>
            <a:ext cx="1709737" cy="322263"/>
          </a:xfrm>
        </p:spPr>
        <p:txBody>
          <a:bodyPr lIns="0">
            <a:normAutofit/>
          </a:bodyPr>
          <a:lstStyle>
            <a:lvl1pPr algn="l">
              <a:defRPr sz="1200" spc="0" baseline="0">
                <a:solidFill>
                  <a:schemeClr val="tx1"/>
                </a:solidFill>
                <a:latin typeface="+mn-lt"/>
              </a:defRPr>
            </a:lvl1pPr>
          </a:lstStyle>
          <a:p>
            <a:pPr lvl="0"/>
            <a:r>
              <a:rPr lang="en-US" dirty="0"/>
              <a:t>Key Data Point</a:t>
            </a:r>
          </a:p>
        </p:txBody>
      </p:sp>
      <p:sp>
        <p:nvSpPr>
          <p:cNvPr id="14" name="Slide Number Placeholder 5">
            <a:extLst>
              <a:ext uri="{FF2B5EF4-FFF2-40B4-BE49-F238E27FC236}">
                <a16:creationId xmlns:a16="http://schemas.microsoft.com/office/drawing/2014/main" id="{A2449644-691E-4FAD-B2EA-5621D8154889}"/>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3211510768"/>
      </p:ext>
    </p:extLst>
  </p:cSld>
  <p:clrMapOvr>
    <a:masterClrMapping/>
  </p:clrMapOvr>
  <p:extLst>
    <p:ext uri="{DCECCB84-F9BA-43D5-87BE-67443E8EF086}">
      <p15:sldGuideLst xmlns:p15="http://schemas.microsoft.com/office/powerpoint/2012/main">
        <p15:guide id="1" orient="horz" pos="2160">
          <p15:clr>
            <a:srgbClr val="FBAE40"/>
          </p15:clr>
        </p15:guide>
        <p15:guide id="2" pos="4848">
          <p15:clr>
            <a:srgbClr val="FBAE40"/>
          </p15:clr>
        </p15:guide>
        <p15:guide id="3" orient="horz" pos="3792">
          <p15:clr>
            <a:srgbClr val="FBAE40"/>
          </p15:clr>
        </p15:guide>
        <p15:guide id="4" orient="horz" pos="4045">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userDrawn="1">
  <p:cSld name="End Slide">
    <p:bg>
      <p:bgPr>
        <a:solidFill>
          <a:schemeClr val="bg1"/>
        </a:solidFill>
        <a:effectLst/>
      </p:bgPr>
    </p:bg>
    <p:spTree>
      <p:nvGrpSpPr>
        <p:cNvPr id="1" name=""/>
        <p:cNvGrpSpPr/>
        <p:nvPr/>
      </p:nvGrpSpPr>
      <p:grpSpPr>
        <a:xfrm>
          <a:off x="0" y="0"/>
          <a:ext cx="0" cy="0"/>
          <a:chOff x="0" y="0"/>
          <a:chExt cx="0" cy="0"/>
        </a:xfrm>
      </p:grpSpPr>
      <p:sp>
        <p:nvSpPr>
          <p:cNvPr id="10" name="Slide Number Placeholder 5"/>
          <p:cNvSpPr>
            <a:spLocks noGrp="1"/>
          </p:cNvSpPr>
          <p:nvPr>
            <p:ph type="sldNum" sz="quarter" idx="4"/>
          </p:nvPr>
        </p:nvSpPr>
        <p:spPr>
          <a:xfrm>
            <a:off x="11441153" y="6394180"/>
            <a:ext cx="320749" cy="365125"/>
          </a:xfrm>
          <a:prstGeom prst="rect">
            <a:avLst/>
          </a:prstGeom>
        </p:spPr>
        <p:txBody>
          <a:bodyPr vert="horz" lIns="0" tIns="45720" rIns="0" bIns="45720" rtlCol="0" anchor="ctr"/>
          <a:lstStyle>
            <a:lvl1pPr algn="r">
              <a:defRPr sz="800">
                <a:solidFill>
                  <a:schemeClr val="bg1"/>
                </a:solidFill>
                <a:latin typeface="Ford Antenna Regular" charset="0"/>
                <a:ea typeface="Ford Antenna Regular" charset="0"/>
                <a:cs typeface="Ford Antenna Regular" charset="0"/>
              </a:defRPr>
            </a:lvl1pPr>
          </a:lstStyle>
          <a:p>
            <a:fld id="{7196636F-A64E-6C4D-AE26-50A84E19B9C9}" type="slidenum">
              <a:rPr lang="en-US" smtClean="0"/>
              <a:pPr/>
              <a:t>‹Nº›</a:t>
            </a:fld>
            <a:endParaRPr lang="en-US" dirty="0"/>
          </a:p>
        </p:txBody>
      </p:sp>
      <p:pic>
        <p:nvPicPr>
          <p:cNvPr id="2" name="Picture 1">
            <a:extLst>
              <a:ext uri="{FF2B5EF4-FFF2-40B4-BE49-F238E27FC236}">
                <a16:creationId xmlns:a16="http://schemas.microsoft.com/office/drawing/2014/main" id="{3A1FFC54-EB4B-1926-894A-285A5364C5C4}"/>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rot="10800000">
            <a:off x="0" y="0"/>
            <a:ext cx="12192000" cy="6858000"/>
          </a:xfrm>
          <a:prstGeom prst="rect">
            <a:avLst/>
          </a:prstGeom>
        </p:spPr>
      </p:pic>
      <p:pic>
        <p:nvPicPr>
          <p:cNvPr id="3" name="Graphic 2">
            <a:extLst>
              <a:ext uri="{FF2B5EF4-FFF2-40B4-BE49-F238E27FC236}">
                <a16:creationId xmlns:a16="http://schemas.microsoft.com/office/drawing/2014/main" id="{C9EE5ED7-8BF4-712D-E630-BB402C4B2A7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739270" y="2743200"/>
            <a:ext cx="2600325" cy="1337310"/>
          </a:xfrm>
          <a:prstGeom prst="rect">
            <a:avLst/>
          </a:prstGeom>
        </p:spPr>
      </p:pic>
    </p:spTree>
    <p:extLst>
      <p:ext uri="{BB962C8B-B14F-4D97-AF65-F5344CB8AC3E}">
        <p14:creationId xmlns:p14="http://schemas.microsoft.com/office/powerpoint/2010/main" val="620862965"/>
      </p:ext>
    </p:extLst>
  </p:cSld>
  <p:clrMapOvr>
    <a:masterClrMapping/>
  </p:clrMapOvr>
  <p:extLst>
    <p:ext uri="{DCECCB84-F9BA-43D5-87BE-67443E8EF086}">
      <p15:sldGuideLst xmlns:p15="http://schemas.microsoft.com/office/powerpoint/2012/main">
        <p15:guide id="1" orient="horz" pos="1512">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image" Target="../media/image1.sv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6814" y="1003079"/>
            <a:ext cx="10515600" cy="926306"/>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646814" y="1921318"/>
            <a:ext cx="10515600" cy="3511919"/>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p:txBody>
      </p:sp>
      <p:pic>
        <p:nvPicPr>
          <p:cNvPr id="9" name="Graphic 8">
            <a:extLst>
              <a:ext uri="{FF2B5EF4-FFF2-40B4-BE49-F238E27FC236}">
                <a16:creationId xmlns:a16="http://schemas.microsoft.com/office/drawing/2014/main" id="{C3B3018B-BFC5-856C-9444-38DDE69A129B}"/>
              </a:ext>
            </a:extLst>
          </p:cNvPr>
          <p:cNvPicPr>
            <a:picLocks noChangeAspect="1"/>
          </p:cNvPicPr>
          <p:nvPr userDrawn="1"/>
        </p:nvPicPr>
        <p:blipFill>
          <a:blip>
            <a:extLst>
              <a:ext uri="{96DAC541-7B7A-43D3-8B79-37D633B846F1}">
                <asvg:svgBlip xmlns:asvg="http://schemas.microsoft.com/office/drawing/2016/SVG/main" r:embed="rId54"/>
              </a:ext>
            </a:extLst>
          </a:blip>
          <a:stretch>
            <a:fillRect/>
          </a:stretch>
        </p:blipFill>
        <p:spPr>
          <a:xfrm>
            <a:off x="11273153" y="222671"/>
            <a:ext cx="654563" cy="327282"/>
          </a:xfrm>
          <a:prstGeom prst="rect">
            <a:avLst/>
          </a:prstGeom>
        </p:spPr>
      </p:pic>
      <p:sp>
        <p:nvSpPr>
          <p:cNvPr id="8" name="Slide Number Placeholder 5">
            <a:extLst>
              <a:ext uri="{FF2B5EF4-FFF2-40B4-BE49-F238E27FC236}">
                <a16:creationId xmlns:a16="http://schemas.microsoft.com/office/drawing/2014/main" id="{C6416562-DD7F-4D9F-91C7-5E9D478627E1}"/>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‹Nº›</a:t>
            </a:fld>
            <a:endParaRPr lang="en-US" dirty="0"/>
          </a:p>
        </p:txBody>
      </p:sp>
    </p:spTree>
    <p:extLst>
      <p:ext uri="{BB962C8B-B14F-4D97-AF65-F5344CB8AC3E}">
        <p14:creationId xmlns:p14="http://schemas.microsoft.com/office/powerpoint/2010/main" val="1187748596"/>
      </p:ext>
    </p:extLst>
  </p:cSld>
  <p:clrMap bg1="lt1" tx1="dk1" bg2="lt2" tx2="dk2" accent1="accent1" accent2="accent2" accent3="accent3" accent4="accent4" accent5="accent5" accent6="accent6" hlink="hlink" folHlink="folHlink"/>
  <p:sldLayoutIdLst>
    <p:sldLayoutId id="2147483760" r:id="rId1"/>
    <p:sldLayoutId id="2147483789" r:id="rId2"/>
    <p:sldLayoutId id="2147483710" r:id="rId3"/>
    <p:sldLayoutId id="2147483716" r:id="rId4"/>
    <p:sldLayoutId id="2147483779" r:id="rId5"/>
    <p:sldLayoutId id="2147483783" r:id="rId6"/>
    <p:sldLayoutId id="2147483735" r:id="rId7"/>
    <p:sldLayoutId id="2147483740" r:id="rId8"/>
    <p:sldLayoutId id="2147483773" r:id="rId9"/>
    <p:sldLayoutId id="2147483761" r:id="rId10"/>
    <p:sldLayoutId id="2147483650" r:id="rId11"/>
    <p:sldLayoutId id="2147483787" r:id="rId12"/>
    <p:sldLayoutId id="2147483720" r:id="rId13"/>
    <p:sldLayoutId id="2147483693" r:id="rId14"/>
    <p:sldLayoutId id="2147483721" r:id="rId15"/>
    <p:sldLayoutId id="2147483708" r:id="rId16"/>
    <p:sldLayoutId id="2147483788" r:id="rId17"/>
    <p:sldLayoutId id="2147483791" r:id="rId18"/>
    <p:sldLayoutId id="2147483763" r:id="rId19"/>
    <p:sldLayoutId id="2147483706" r:id="rId20"/>
    <p:sldLayoutId id="2147483778" r:id="rId21"/>
    <p:sldLayoutId id="2147483793" r:id="rId22"/>
    <p:sldLayoutId id="2147483746" r:id="rId23"/>
    <p:sldLayoutId id="2147483780" r:id="rId24"/>
    <p:sldLayoutId id="2147483782" r:id="rId25"/>
    <p:sldLayoutId id="2147483745" r:id="rId26"/>
    <p:sldLayoutId id="2147483764" r:id="rId27"/>
    <p:sldLayoutId id="2147483765" r:id="rId28"/>
    <p:sldLayoutId id="2147483733" r:id="rId29"/>
    <p:sldLayoutId id="2147483734" r:id="rId30"/>
    <p:sldLayoutId id="2147483752" r:id="rId31"/>
    <p:sldLayoutId id="2147483737" r:id="rId32"/>
    <p:sldLayoutId id="2147483766" r:id="rId33"/>
    <p:sldLayoutId id="2147483753" r:id="rId34"/>
    <p:sldLayoutId id="2147483767" r:id="rId35"/>
    <p:sldLayoutId id="2147483768" r:id="rId36"/>
    <p:sldLayoutId id="2147483725" r:id="rId37"/>
    <p:sldLayoutId id="2147483794" r:id="rId38"/>
    <p:sldLayoutId id="2147483769" r:id="rId39"/>
    <p:sldLayoutId id="2147483795" r:id="rId40"/>
    <p:sldLayoutId id="2147483759" r:id="rId41"/>
    <p:sldLayoutId id="2147483799" r:id="rId42"/>
    <p:sldLayoutId id="2147483800" r:id="rId43"/>
    <p:sldLayoutId id="2147483797" r:id="rId44"/>
    <p:sldLayoutId id="2147483796" r:id="rId45"/>
    <p:sldLayoutId id="2147483798" r:id="rId46"/>
    <p:sldLayoutId id="2147483775" r:id="rId47"/>
    <p:sldLayoutId id="2147483700" r:id="rId48"/>
    <p:sldLayoutId id="2147483754" r:id="rId49"/>
    <p:sldLayoutId id="2147483758" r:id="rId50"/>
    <p:sldLayoutId id="2147483771" r:id="rId51"/>
    <p:sldLayoutId id="2147483772" r:id="rId52"/>
  </p:sldLayoutIdLst>
  <p:hf hdr="0" ftr="0" dt="0"/>
  <p:txStyles>
    <p:titleStyle>
      <a:lvl1pPr marL="0" algn="l" defTabSz="914400" rtl="0" eaLnBrk="1" latinLnBrk="0" hangingPunct="1">
        <a:lnSpc>
          <a:spcPct val="90000"/>
        </a:lnSpc>
        <a:spcBef>
          <a:spcPct val="0"/>
        </a:spcBef>
        <a:buNone/>
        <a:defRPr lang="en-US" sz="2400" b="0" i="0" kern="1200" spc="70" baseline="0" dirty="0">
          <a:solidFill>
            <a:schemeClr val="tx1"/>
          </a:solidFill>
          <a:latin typeface="+mj-lt"/>
          <a:ea typeface="Avenir Next Medium" panose="020B0503020202020204" pitchFamily="34" charset="0"/>
          <a:cs typeface="Avenir Next Medium" panose="020B0503020202020204" pitchFamily="34" charset="0"/>
        </a:defRPr>
      </a:lvl1pPr>
    </p:titleStyle>
    <p:bodyStyle>
      <a:lvl1pPr marL="0" indent="0" algn="l" defTabSz="914400" rtl="0" eaLnBrk="1" latinLnBrk="0" hangingPunct="1">
        <a:lnSpc>
          <a:spcPct val="90000"/>
        </a:lnSpc>
        <a:spcBef>
          <a:spcPts val="1000"/>
        </a:spcBef>
        <a:buFont typeface="Arial"/>
        <a:buNone/>
        <a:defRPr sz="1900" b="0" i="0" kern="1200" spc="50" baseline="0">
          <a:solidFill>
            <a:schemeClr val="tx1"/>
          </a:solidFill>
          <a:latin typeface="+mn-lt"/>
          <a:ea typeface="Avenir Next" panose="020B0503020202020204" pitchFamily="34" charset="0"/>
          <a:cs typeface="Avenir Next" panose="020B0503020202020204" pitchFamily="34" charset="0"/>
        </a:defRPr>
      </a:lvl1pPr>
      <a:lvl2pPr marL="115888" indent="-115888" algn="l" defTabSz="914400" rtl="0" eaLnBrk="1" latinLnBrk="0" hangingPunct="1">
        <a:lnSpc>
          <a:spcPct val="90000"/>
        </a:lnSpc>
        <a:spcBef>
          <a:spcPts val="500"/>
        </a:spcBef>
        <a:buFont typeface="Arial"/>
        <a:buChar char="•"/>
        <a:tabLst/>
        <a:defRPr sz="1400" b="0" i="0" kern="1200">
          <a:solidFill>
            <a:schemeClr val="tx1"/>
          </a:solidFill>
          <a:latin typeface="+mn-lt"/>
          <a:ea typeface="Avenir Next" panose="020B0503020202020204" pitchFamily="34" charset="0"/>
          <a:cs typeface="Avenir Next" panose="020B0503020202020204" pitchFamily="34" charset="0"/>
        </a:defRPr>
      </a:lvl2pPr>
      <a:lvl3pPr marL="401638" indent="-158750" algn="l" defTabSz="914400" rtl="0" eaLnBrk="1" latinLnBrk="0" hangingPunct="1">
        <a:lnSpc>
          <a:spcPct val="90000"/>
        </a:lnSpc>
        <a:spcBef>
          <a:spcPts val="500"/>
        </a:spcBef>
        <a:buFont typeface="Arial"/>
        <a:buChar char="•"/>
        <a:tabLst/>
        <a:defRPr sz="1400" b="0" i="0" kern="1200">
          <a:solidFill>
            <a:schemeClr val="tx1"/>
          </a:solidFill>
          <a:latin typeface="+mn-lt"/>
          <a:ea typeface="Avenir Next" panose="020B0503020202020204" pitchFamily="34" charset="0"/>
          <a:cs typeface="Avenir Next" panose="020B0503020202020204" pitchFamily="34" charset="0"/>
        </a:defRPr>
      </a:lvl3pPr>
      <a:lvl4pPr marL="1600200" indent="-228600" algn="l" defTabSz="914400" rtl="0" eaLnBrk="1" latinLnBrk="0" hangingPunct="1">
        <a:lnSpc>
          <a:spcPct val="90000"/>
        </a:lnSpc>
        <a:spcBef>
          <a:spcPts val="500"/>
        </a:spcBef>
        <a:buFont typeface="Arial"/>
        <a:buChar char="•"/>
        <a:defRPr sz="1200" kern="1200">
          <a:solidFill>
            <a:schemeClr val="tx1"/>
          </a:solidFill>
          <a:latin typeface="Ford Antenna Regular" charset="0"/>
          <a:ea typeface="Ford Antenna Regular" charset="0"/>
          <a:cs typeface="Ford Antenna Regular" charset="0"/>
        </a:defRPr>
      </a:lvl4pPr>
      <a:lvl5pPr marL="2057400" indent="-228600" algn="l" defTabSz="914400" rtl="0" eaLnBrk="1" latinLnBrk="0" hangingPunct="1">
        <a:lnSpc>
          <a:spcPct val="90000"/>
        </a:lnSpc>
        <a:spcBef>
          <a:spcPts val="500"/>
        </a:spcBef>
        <a:buFont typeface="Arial"/>
        <a:buChar char="•"/>
        <a:defRPr sz="1200" kern="1200">
          <a:solidFill>
            <a:schemeClr val="tx1"/>
          </a:solidFill>
          <a:latin typeface="Ford Antenna Regular" charset="0"/>
          <a:ea typeface="Ford Antenna Regular" charset="0"/>
          <a:cs typeface="Ford Antenna Regular"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271" userDrawn="1">
          <p15:clr>
            <a:srgbClr val="F26B43"/>
          </p15:clr>
        </p15:guide>
        <p15:guide id="4" pos="74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9.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9.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39.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39.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39.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D7FD73FF-CD2D-F929-66FA-A73617580346}"/>
              </a:ext>
            </a:extLst>
          </p:cNvPr>
          <p:cNvCxnSpPr>
            <a:cxnSpLocks/>
          </p:cNvCxnSpPr>
          <p:nvPr/>
        </p:nvCxnSpPr>
        <p:spPr>
          <a:xfrm>
            <a:off x="983905" y="3485351"/>
            <a:ext cx="192013"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0D578F7B-3C4C-4670-A661-44BDDE1486F2}"/>
              </a:ext>
            </a:extLst>
          </p:cNvPr>
          <p:cNvSpPr>
            <a:spLocks noGrp="1"/>
          </p:cNvSpPr>
          <p:nvPr>
            <p:ph type="body" sz="quarter" idx="20"/>
          </p:nvPr>
        </p:nvSpPr>
        <p:spPr>
          <a:xfrm>
            <a:off x="996638" y="2868221"/>
            <a:ext cx="8320679" cy="571500"/>
          </a:xfrm>
        </p:spPr>
        <p:txBody>
          <a:bodyPr/>
          <a:lstStyle/>
          <a:p>
            <a:r>
              <a:rPr lang="en-US" dirty="0"/>
              <a:t>Ford Innovation Challenge III: AI Edition</a:t>
            </a:r>
          </a:p>
        </p:txBody>
      </p:sp>
      <p:sp>
        <p:nvSpPr>
          <p:cNvPr id="6" name="Text Placeholder 5">
            <a:extLst>
              <a:ext uri="{FF2B5EF4-FFF2-40B4-BE49-F238E27FC236}">
                <a16:creationId xmlns:a16="http://schemas.microsoft.com/office/drawing/2014/main" id="{68DC3FA3-7822-4DDD-B304-04F81C1196B3}"/>
              </a:ext>
            </a:extLst>
          </p:cNvPr>
          <p:cNvSpPr>
            <a:spLocks noGrp="1"/>
          </p:cNvSpPr>
          <p:nvPr>
            <p:ph type="body" sz="quarter" idx="21"/>
          </p:nvPr>
        </p:nvSpPr>
        <p:spPr>
          <a:xfrm>
            <a:off x="996639" y="3745743"/>
            <a:ext cx="6100508" cy="306301"/>
          </a:xfrm>
        </p:spPr>
        <p:txBody>
          <a:bodyPr/>
          <a:lstStyle/>
          <a:p>
            <a:r>
              <a:rPr lang="en-US" b="1" dirty="0" err="1"/>
              <a:t>Desafío 1 · Data-Driven Repurchase · Equipo SIMtec</a:t>
            </a:r>
          </a:p>
        </p:txBody>
      </p:sp>
      <p:sp>
        <p:nvSpPr>
          <p:cNvPr id="2" name="Text Placeholder 5">
            <a:extLst>
              <a:ext uri="{FF2B5EF4-FFF2-40B4-BE49-F238E27FC236}">
                <a16:creationId xmlns:a16="http://schemas.microsoft.com/office/drawing/2014/main" id="{7F3C3402-3EC1-3C64-C446-288C550134C2}"/>
              </a:ext>
            </a:extLst>
          </p:cNvPr>
          <p:cNvSpPr txBox="1">
            <a:spLocks/>
          </p:cNvSpPr>
          <p:nvPr/>
        </p:nvSpPr>
        <p:spPr>
          <a:xfrm>
            <a:off x="983905" y="6105886"/>
            <a:ext cx="6100508" cy="306301"/>
          </a:xfrm>
          <a:prstGeom prst="rect">
            <a:avLst/>
          </a:prstGeom>
        </p:spPr>
        <p:txBody>
          <a:bodyPr vert="horz" lIns="0" tIns="45720" rIns="91440" bIns="0" rtlCol="0" anchor="t">
            <a:noAutofit/>
          </a:bodyPr>
          <a:lstStyle>
            <a:lvl1pPr marL="0" indent="0" algn="l" defTabSz="914400" rtl="0" eaLnBrk="1" latinLnBrk="0" hangingPunct="1">
              <a:lnSpc>
                <a:spcPct val="90000"/>
              </a:lnSpc>
              <a:spcBef>
                <a:spcPts val="1000"/>
              </a:spcBef>
              <a:buFont typeface="Arial"/>
              <a:buNone/>
              <a:defRPr kumimoji="0" lang="en-US" sz="1000" b="0" i="0" u="none" strike="noStrike" kern="1200" cap="none" spc="300" normalizeH="0" baseline="0" dirty="0" smtClean="0">
                <a:ln>
                  <a:noFill/>
                </a:ln>
                <a:solidFill>
                  <a:schemeClr val="accent1"/>
                </a:solidFill>
                <a:effectLst/>
                <a:uLnTx/>
                <a:uFillTx/>
                <a:latin typeface="+mn-lt"/>
                <a:ea typeface="+mn-ea"/>
                <a:cs typeface="+mn-cs"/>
              </a:defRPr>
            </a:lvl1pPr>
            <a:lvl2pPr marL="0" indent="0" algn="l" defTabSz="914400" rtl="0" eaLnBrk="1" latinLnBrk="0" hangingPunct="1">
              <a:lnSpc>
                <a:spcPct val="90000"/>
              </a:lnSpc>
              <a:spcBef>
                <a:spcPts val="500"/>
              </a:spcBef>
              <a:buFont typeface="Arial"/>
              <a:buNone/>
              <a:tabLst/>
              <a:defRPr sz="1400" b="0" i="0" kern="1200">
                <a:solidFill>
                  <a:schemeClr val="tx1"/>
                </a:solidFill>
                <a:latin typeface="+mn-lt"/>
                <a:ea typeface="Avenir Next" panose="020B0503020202020204" pitchFamily="34" charset="0"/>
                <a:cs typeface="Avenir Next" panose="020B0503020202020204" pitchFamily="34" charset="0"/>
              </a:defRPr>
            </a:lvl2pPr>
            <a:lvl3pPr marL="401638" indent="-158750" algn="l" defTabSz="914400" rtl="0" eaLnBrk="1" latinLnBrk="0" hangingPunct="1">
              <a:lnSpc>
                <a:spcPct val="90000"/>
              </a:lnSpc>
              <a:spcBef>
                <a:spcPts val="500"/>
              </a:spcBef>
              <a:buFont typeface="Arial"/>
              <a:buChar char="•"/>
              <a:tabLst/>
              <a:defRPr sz="1400" b="0" i="0" kern="1200">
                <a:solidFill>
                  <a:schemeClr val="tx1"/>
                </a:solidFill>
                <a:latin typeface="+mn-lt"/>
                <a:ea typeface="Avenir Next" panose="020B0503020202020204" pitchFamily="34" charset="0"/>
                <a:cs typeface="Avenir Next" panose="020B0503020202020204" pitchFamily="34" charset="0"/>
              </a:defRPr>
            </a:lvl3pPr>
            <a:lvl4pPr marL="1600200" indent="-228600" algn="l" defTabSz="914400" rtl="0" eaLnBrk="1" latinLnBrk="0" hangingPunct="1">
              <a:lnSpc>
                <a:spcPct val="90000"/>
              </a:lnSpc>
              <a:spcBef>
                <a:spcPts val="500"/>
              </a:spcBef>
              <a:buFont typeface="Arial"/>
              <a:buChar char="•"/>
              <a:defRPr sz="1200" kern="1200">
                <a:solidFill>
                  <a:schemeClr val="tx1"/>
                </a:solidFill>
                <a:latin typeface="Ford Antenna Regular" charset="0"/>
                <a:ea typeface="Ford Antenna Regular" charset="0"/>
                <a:cs typeface="Ford Antenna Regular" charset="0"/>
              </a:defRPr>
            </a:lvl4pPr>
            <a:lvl5pPr marL="2057400" indent="-228600" algn="l" defTabSz="914400" rtl="0" eaLnBrk="1" latinLnBrk="0" hangingPunct="1">
              <a:lnSpc>
                <a:spcPct val="90000"/>
              </a:lnSpc>
              <a:spcBef>
                <a:spcPts val="500"/>
              </a:spcBef>
              <a:buFont typeface="Arial"/>
              <a:buChar char="•"/>
              <a:defRPr sz="1200" kern="1200">
                <a:solidFill>
                  <a:schemeClr val="tx1"/>
                </a:solidFill>
                <a:latin typeface="Ford Antenna Regular" charset="0"/>
                <a:ea typeface="Ford Antenna Regular" charset="0"/>
                <a:cs typeface="Ford Antenna Regular"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s-AR" dirty="0"/>
              <a:t>Trials Day · Octubre 2026</a:t>
            </a:r>
          </a:p>
        </p:txBody>
      </p:sp>
      <p:sp>
        <p:nvSpPr>
          <p:cNvPr id="3" name="integrantes">
            <a:extLst>
              <a:ext uri="{FF2B5EF4-FFF2-40B4-BE49-F238E27FC236}">
                <a16:creationId xmlns:a16="http://schemas.microsoft.com/office/drawing/2014/main" id="{C3265BA4-9BE6-87C1-65AE-1C6AD9FFCC87}"/>
              </a:ext>
            </a:extLst>
          </p:cNvPr>
          <p:cNvSpPr txBox="1">
            <a:spLocks/>
          </p:cNvSpPr>
          <p:nvPr/>
        </p:nvSpPr>
        <p:spPr>
          <a:xfrm>
            <a:off x="996639" y="4076391"/>
            <a:ext cx="6100508" cy="1071293"/>
          </a:xfrm>
          <a:prstGeom prst="rect">
            <a:avLst/>
          </a:prstGeom>
        </p:spPr>
        <p:txBody>
          <a:bodyPr vert="horz" lIns="0" tIns="45720" rIns="91440" bIns="0" rtlCol="0" anchor="t">
            <a:noAutofit/>
          </a:bodyPr>
          <a:lstStyle>
            <a:lvl1pPr marL="0" indent="0" algn="l" defTabSz="914400" rtl="0" eaLnBrk="1" latinLnBrk="0" hangingPunct="1">
              <a:lnSpc>
                <a:spcPct val="90000"/>
              </a:lnSpc>
              <a:spcBef>
                <a:spcPts val="1000"/>
              </a:spcBef>
              <a:buFont typeface="Arial"/>
              <a:buNone/>
              <a:defRPr kumimoji="0" lang="en-US" sz="1000" b="0" i="0" u="none" strike="noStrike" kern="1200" cap="none" spc="300" normalizeH="0" baseline="0" dirty="0" smtClean="0">
                <a:ln>
                  <a:noFill/>
                </a:ln>
                <a:solidFill>
                  <a:schemeClr val="accent1"/>
                </a:solidFill>
                <a:effectLst/>
                <a:uLnTx/>
                <a:uFillTx/>
                <a:latin typeface="+mn-lt"/>
                <a:ea typeface="+mn-ea"/>
                <a:cs typeface="+mn-cs"/>
              </a:defRPr>
            </a:lvl1pPr>
            <a:lvl2pPr marL="0" indent="0" algn="l" defTabSz="914400" rtl="0" eaLnBrk="1" latinLnBrk="0" hangingPunct="1">
              <a:lnSpc>
                <a:spcPct val="90000"/>
              </a:lnSpc>
              <a:spcBef>
                <a:spcPts val="500"/>
              </a:spcBef>
              <a:buFont typeface="Arial"/>
              <a:buNone/>
              <a:tabLst/>
              <a:defRPr sz="1400" b="0" i="0" kern="1200">
                <a:solidFill>
                  <a:schemeClr val="tx1"/>
                </a:solidFill>
                <a:latin typeface="+mn-lt"/>
                <a:ea typeface="Avenir Next" panose="020B0503020202020204" pitchFamily="34" charset="0"/>
                <a:cs typeface="Avenir Next" panose="020B0503020202020204" pitchFamily="34" charset="0"/>
              </a:defRPr>
            </a:lvl2pPr>
            <a:lvl3pPr marL="401638" indent="-158750" algn="l" defTabSz="914400" rtl="0" eaLnBrk="1" latinLnBrk="0" hangingPunct="1">
              <a:lnSpc>
                <a:spcPct val="90000"/>
              </a:lnSpc>
              <a:spcBef>
                <a:spcPts val="500"/>
              </a:spcBef>
              <a:buFont typeface="Arial"/>
              <a:buChar char="•"/>
              <a:tabLst/>
              <a:defRPr sz="1400" b="0" i="0" kern="1200">
                <a:solidFill>
                  <a:schemeClr val="tx1"/>
                </a:solidFill>
                <a:latin typeface="+mn-lt"/>
                <a:ea typeface="Avenir Next" panose="020B0503020202020204" pitchFamily="34" charset="0"/>
                <a:cs typeface="Avenir Next" panose="020B0503020202020204" pitchFamily="34" charset="0"/>
              </a:defRPr>
            </a:lvl3pPr>
            <a:lvl4pPr marL="1600200" indent="-228600" algn="l" defTabSz="914400" rtl="0" eaLnBrk="1" latinLnBrk="0" hangingPunct="1">
              <a:lnSpc>
                <a:spcPct val="90000"/>
              </a:lnSpc>
              <a:spcBef>
                <a:spcPts val="500"/>
              </a:spcBef>
              <a:buFont typeface="Arial"/>
              <a:buChar char="•"/>
              <a:defRPr sz="1200" kern="1200">
                <a:solidFill>
                  <a:schemeClr val="tx1"/>
                </a:solidFill>
                <a:latin typeface="Ford Antenna Regular" charset="0"/>
                <a:ea typeface="Ford Antenna Regular" charset="0"/>
                <a:cs typeface="Ford Antenna Regular" charset="0"/>
              </a:defRPr>
            </a:lvl4pPr>
            <a:lvl5pPr marL="2057400" indent="-228600" algn="l" defTabSz="914400" rtl="0" eaLnBrk="1" latinLnBrk="0" hangingPunct="1">
              <a:lnSpc>
                <a:spcPct val="90000"/>
              </a:lnSpc>
              <a:spcBef>
                <a:spcPts val="500"/>
              </a:spcBef>
              <a:buFont typeface="Arial"/>
              <a:buChar char="•"/>
              <a:defRPr sz="1200" kern="1200">
                <a:solidFill>
                  <a:schemeClr val="tx1"/>
                </a:solidFill>
                <a:latin typeface="Ford Antenna Regular" charset="0"/>
                <a:ea typeface="Ford Antenna Regular" charset="0"/>
                <a:cs typeface="Ford Antenna Regular" charset="0"/>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s-AR" dirty="0">
                <a:solidFill>
                  <a:srgbClr val="D62C14"/>
                </a:solidFill>
              </a:rPr>
              <a:t>[NOMBRE COMPLETO - FLOR]</a:t>
            </a:r>
          </a:p>
          <a:p>
            <a:r>
              <a:rPr lang="es-AR" dirty="0"/>
              <a:t>Franco Tomás Malfetano</a:t>
            </a:r>
          </a:p>
          <a:p>
            <a:r>
              <a:rPr lang="es-AR" dirty="0">
                <a:solidFill>
                  <a:srgbClr val="D62C14"/>
                </a:solidFill>
              </a:rPr>
              <a:t>[NOMBRE COMPLETO - TEO]</a:t>
            </a:r>
          </a:p>
        </p:txBody>
      </p:sp>
    </p:spTree>
    <p:extLst>
      <p:ext uri="{BB962C8B-B14F-4D97-AF65-F5344CB8AC3E}">
        <p14:creationId xmlns:p14="http://schemas.microsoft.com/office/powerpoint/2010/main" val="314423501"/>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F15990B-A075-764C-B968-8C688333B953}"/>
              </a:ext>
            </a:extLst>
          </p:cNvPr>
          <p:cNvSpPr>
            <a:spLocks noGrp="1"/>
          </p:cNvSpPr>
          <p:nvPr>
            <p:ph type="title"/>
          </p:nvPr>
        </p:nvSpPr>
        <p:spPr/>
        <p:txBody>
          <a:bodyPr/>
          <a:lstStyle/>
          <a:p>
            <a:r>
              <a:rPr lang="en-US" dirty="0" err="1"/>
              <a:t>Descripción</a:t>
            </a:r>
            <a:r>
              <a:rPr lang="en-US" dirty="0"/>
              <a:t> del </a:t>
            </a:r>
            <a:r>
              <a:rPr lang="en-US" dirty="0" err="1"/>
              <a:t>desafío</a:t>
            </a:r>
            <a:endParaRPr lang="en-US" dirty="0"/>
          </a:p>
        </p:txBody>
      </p:sp>
      <p:sp>
        <p:nvSpPr>
          <p:cNvPr id="4" name="Text Placeholder 3">
            <a:extLst>
              <a:ext uri="{FF2B5EF4-FFF2-40B4-BE49-F238E27FC236}">
                <a16:creationId xmlns:a16="http://schemas.microsoft.com/office/drawing/2014/main" id="{D0B38E6C-BB7F-7F46-5259-33EB242779A1}"/>
              </a:ext>
            </a:extLst>
          </p:cNvPr>
          <p:cNvSpPr>
            <a:spLocks noGrp="1"/>
          </p:cNvSpPr>
          <p:nvPr>
            <p:ph type="body" sz="quarter" idx="13"/>
          </p:nvPr>
        </p:nvSpPr>
        <p:spPr/>
        <p:txBody>
          <a:bodyPr/>
          <a:lstStyle/>
          <a:p>
            <a:r>
              <a:rPr lang="en-US" dirty="0" err="1"/>
              <a:t>Cada service que no se hace es un cliente que se empieza a ir</a:t>
            </a:r>
            <a:endParaRPr lang="en-US" dirty="0"/>
          </a:p>
        </p:txBody>
      </p:sp>
      <p:sp>
        <p:nvSpPr>
          <p:cNvPr id="3" name="Text Placeholder 2">
            <a:extLst>
              <a:ext uri="{FF2B5EF4-FFF2-40B4-BE49-F238E27FC236}">
                <a16:creationId xmlns:a16="http://schemas.microsoft.com/office/drawing/2014/main" id="{5B54C7DF-955E-CFAA-E15F-512BB8028961}"/>
              </a:ext>
            </a:extLst>
          </p:cNvPr>
          <p:cNvSpPr>
            <a:spLocks noGrp="1"/>
          </p:cNvSpPr>
          <p:nvPr>
            <p:ph type="body" sz="quarter" idx="21"/>
          </p:nvPr>
        </p:nvSpPr>
        <p:spPr/>
        <p:txBody>
          <a:bodyPr/>
          <a:lstStyle/>
          <a:p>
            <a:r>
              <a:rPr lang="en-US" dirty="0"/>
              <a:t>01</a:t>
            </a:r>
          </a:p>
        </p:txBody>
      </p:sp>
      <p:sp>
        <p:nvSpPr>
          <p:cNvPr id="2" name="Slide Number Placeholder 1">
            <a:extLst>
              <a:ext uri="{FF2B5EF4-FFF2-40B4-BE49-F238E27FC236}">
                <a16:creationId xmlns:a16="http://schemas.microsoft.com/office/drawing/2014/main" id="{07BAA514-7F1D-4414-B624-CE4F101C14F9}"/>
              </a:ext>
            </a:extLst>
          </p:cNvPr>
          <p:cNvSpPr>
            <a:spLocks noGrp="1"/>
          </p:cNvSpPr>
          <p:nvPr>
            <p:ph type="sldNum" sz="quarter" idx="4"/>
          </p:nvPr>
        </p:nvSpPr>
        <p:spPr/>
        <p:txBody>
          <a:bodyPr/>
          <a:lstStyle/>
          <a:p>
            <a:fld id="{7196636F-A64E-6C4D-AE26-50A84E19B9C9}" type="slidenum">
              <a:rPr lang="en-US" smtClean="0"/>
              <a:pPr/>
              <a:t>2</a:t>
            </a:fld>
            <a:endParaRPr lang="en-US" dirty="0"/>
          </a:p>
        </p:txBody>
      </p:sp>
    </p:spTree>
    <p:extLst>
      <p:ext uri="{BB962C8B-B14F-4D97-AF65-F5344CB8AC3E}">
        <p14:creationId xmlns:p14="http://schemas.microsoft.com/office/powerpoint/2010/main" val="329455301"/>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60658894-95CD-4414-8C4B-B4A8C28628F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3</a:t>
            </a:fld>
            <a:endParaRPr lang="en-US" dirty="0"/>
          </a:p>
        </p:txBody>
      </p:sp>
      <p:sp>
        <p:nvSpPr>
          <p:cNvPr id="6" name="seccion"/>
          <p:cNvSpPr txBox="1"/>
          <p:nvPr/>
        </p:nvSpPr>
        <p:spPr>
          <a:xfrm>
            <a:off x="393192" y="283464"/>
            <a:ext cx="6400800" cy="228600"/>
          </a:xfrm>
          <a:prstGeom prst="rect">
            <a:avLst/>
          </a:prstGeom>
          <a:noFill/>
        </p:spPr>
        <p:txBody>
          <a:bodyPr wrap="square" lIns="0" tIns="0" rIns="0" bIns="0" anchor="t">
            <a:spAutoFit/>
          </a:bodyPr>
          <a:lstStyle/>
          <a:p>
            <a:pPr algn="l"/>
            <a:r>
              <a:rPr sz="900" b="0" spc="300">
                <a:solidFill>
                  <a:srgbClr val="1700F3"/>
                </a:solidFill>
              </a:rPr>
              <a:t>01 · DESCRIPCIÓN DEL DESAFÍO</a:t>
            </a:r>
          </a:p>
        </p:txBody>
      </p:sp>
      <p:sp>
        <p:nvSpPr>
          <p:cNvPr id="7" name="numero"/>
          <p:cNvSpPr txBox="1"/>
          <p:nvPr/>
        </p:nvSpPr>
        <p:spPr>
          <a:xfrm>
            <a:off x="822960" y="1417320"/>
            <a:ext cx="10515600" cy="1737360"/>
          </a:xfrm>
          <a:prstGeom prst="rect">
            <a:avLst/>
          </a:prstGeom>
          <a:noFill/>
        </p:spPr>
        <p:txBody>
          <a:bodyPr wrap="square" lIns="0" tIns="0" rIns="0" bIns="0" anchor="t">
            <a:spAutoFit/>
          </a:bodyPr>
          <a:lstStyle/>
          <a:p>
            <a:pPr algn="ctr"/>
            <a:r>
              <a:rPr sz="11000" b="0">
                <a:solidFill>
                  <a:srgbClr val="00095B"/>
                </a:solidFill>
              </a:rPr>
              <a:t>Más de 6.000</a:t>
            </a:r>
          </a:p>
        </p:txBody>
      </p:sp>
      <p:sp>
        <p:nvSpPr>
          <p:cNvPr id="8" name="bajada"/>
          <p:cNvSpPr txBox="1"/>
          <p:nvPr/>
        </p:nvSpPr>
        <p:spPr>
          <a:xfrm>
            <a:off x="822960" y="3246120"/>
            <a:ext cx="10515600" cy="548640"/>
          </a:xfrm>
          <a:prstGeom prst="rect">
            <a:avLst/>
          </a:prstGeom>
          <a:noFill/>
        </p:spPr>
        <p:txBody>
          <a:bodyPr wrap="square" lIns="0" tIns="0" rIns="0" bIns="0" anchor="t">
            <a:spAutoFit/>
          </a:bodyPr>
          <a:lstStyle/>
          <a:p>
            <a:pPr algn="ctr"/>
            <a:r>
              <a:rPr sz="2800" b="0">
                <a:solidFill>
                  <a:srgbClr val="00095B"/>
                </a:solidFill>
              </a:rPr>
              <a:t>Ranger entran cada mes en su ventana de service</a:t>
            </a:r>
          </a:p>
        </p:txBody>
      </p:sp>
      <p:cxnSp>
        <p:nvCxnSpPr>
          <p:cNvPr id="9" name="separador"/>
          <p:cNvCxnSpPr/>
          <p:nvPr/>
        </p:nvCxnSpPr>
        <p:spPr>
          <a:xfrm>
            <a:off x="5184648" y="4160520"/>
            <a:ext cx="1828800" cy="0"/>
          </a:xfrm>
          <a:prstGeom prst="line">
            <a:avLst/>
          </a:prstGeom>
          <a:ln w="19050">
            <a:solidFill>
              <a:srgbClr val="1700F3"/>
            </a:solidFill>
          </a:ln>
        </p:spPr>
        <p:style>
          <a:lnRef idx="2">
            <a:schemeClr val="accent1"/>
          </a:lnRef>
          <a:fillRef idx="0">
            <a:schemeClr val="accent1"/>
          </a:fillRef>
          <a:effectRef idx="1">
            <a:schemeClr val="accent1"/>
          </a:effectRef>
          <a:fontRef idx="minor">
            <a:schemeClr val="tx1"/>
          </a:fontRef>
        </p:style>
      </p:cxnSp>
      <p:sp>
        <p:nvSpPr>
          <p:cNvPr id="10" name="oportunidad"/>
          <p:cNvSpPr txBox="1"/>
          <p:nvPr/>
        </p:nvSpPr>
        <p:spPr>
          <a:xfrm>
            <a:off x="1371600" y="4434840"/>
            <a:ext cx="9418320" cy="914400"/>
          </a:xfrm>
          <a:prstGeom prst="rect">
            <a:avLst/>
          </a:prstGeom>
          <a:noFill/>
        </p:spPr>
        <p:txBody>
          <a:bodyPr wrap="square" lIns="0" tIns="0" rIns="0" bIns="0" anchor="t">
            <a:spAutoFit/>
          </a:bodyPr>
          <a:lstStyle/>
          <a:p>
            <a:pPr algn="ctr"/>
            <a:r>
              <a:rPr sz="2200" b="0">
                <a:solidFill>
                  <a:srgbClr val="7F7F7F"/>
                </a:solidFill>
              </a:rPr>
              <a:t>Cada una es un cliente que puede volver a la red…</a:t>
            </a:r>
          </a:p>
        </p:txBody>
      </p:sp>
      <p:sp>
        <p:nvSpPr>
          <p:cNvPr id="11" name="o_no"/>
          <p:cNvSpPr txBox="1"/>
          <p:nvPr/>
        </p:nvSpPr>
        <p:spPr>
          <a:xfrm>
            <a:off x="1371600" y="4983480"/>
            <a:ext cx="9418320" cy="731520"/>
          </a:xfrm>
          <a:prstGeom prst="rect">
            <a:avLst/>
          </a:prstGeom>
          <a:noFill/>
        </p:spPr>
        <p:txBody>
          <a:bodyPr wrap="square" lIns="0" tIns="0" rIns="0" bIns="0" anchor="t">
            <a:spAutoFit/>
          </a:bodyPr>
          <a:lstStyle/>
          <a:p>
            <a:pPr algn="ctr"/>
            <a:r>
              <a:rPr sz="3000" b="1">
                <a:solidFill>
                  <a:srgbClr val="1700F3"/>
                </a:solidFill>
              </a:rPr>
              <a:t>…o no.</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60658894-95CD-4414-8C4B-B4A8C28628F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4</a:t>
            </a:fld>
            <a:endParaRPr lang="en-US" dirty="0"/>
          </a:p>
        </p:txBody>
      </p:sp>
      <p:sp>
        <p:nvSpPr>
          <p:cNvPr id="6" name="seccion"/>
          <p:cNvSpPr txBox="1"/>
          <p:nvPr/>
        </p:nvSpPr>
        <p:spPr>
          <a:xfrm>
            <a:off x="393192" y="283464"/>
            <a:ext cx="6400800" cy="228600"/>
          </a:xfrm>
          <a:prstGeom prst="rect">
            <a:avLst/>
          </a:prstGeom>
          <a:noFill/>
        </p:spPr>
        <p:txBody>
          <a:bodyPr wrap="square" lIns="0" tIns="0" rIns="0" bIns="0" anchor="t">
            <a:spAutoFit/>
          </a:bodyPr>
          <a:lstStyle/>
          <a:p>
            <a:pPr algn="l"/>
            <a:r>
              <a:rPr sz="900" b="0" spc="300">
                <a:solidFill>
                  <a:srgbClr val="1700F3"/>
                </a:solidFill>
              </a:rPr>
              <a:t>01 · DESCRIPCIÓN DEL DESAFÍO</a:t>
            </a:r>
          </a:p>
        </p:txBody>
      </p:sp>
      <p:grpSp>
        <p:nvGrpSpPr>
          <p:cNvPr id="2" name="camioneta_1"/>
          <p:cNvGrpSpPr/>
          <p:nvPr/>
        </p:nvGrpSpPr>
        <p:grpSpPr>
          <a:xfrm>
            <a:off x="856335" y="1161653"/>
            <a:ext cx="932688" cy="359084"/>
            <a:chOff x="856335" y="1161653"/>
            <a:chExt cx="932688" cy="359084"/>
          </a:xfrm>
        </p:grpSpPr>
        <p:sp>
          <p:nvSpPr>
            <p:cNvPr id="3" name="Freeform 2"/>
            <p:cNvSpPr/>
            <p:nvPr/>
          </p:nvSpPr>
          <p:spPr>
            <a:xfrm>
              <a:off x="856335"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Freeform 3"/>
            <p:cNvSpPr/>
            <p:nvPr/>
          </p:nvSpPr>
          <p:spPr>
            <a:xfrm>
              <a:off x="1332006"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63594"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77585"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22354"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513880"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527870"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572639"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3" name="camioneta_2"/>
          <p:cNvGrpSpPr/>
          <p:nvPr/>
        </p:nvGrpSpPr>
        <p:grpSpPr>
          <a:xfrm>
            <a:off x="1917039" y="1161653"/>
            <a:ext cx="932688" cy="359084"/>
            <a:chOff x="1917039" y="1161653"/>
            <a:chExt cx="932688" cy="359084"/>
          </a:xfrm>
        </p:grpSpPr>
        <p:sp>
          <p:nvSpPr>
            <p:cNvPr id="14" name="Freeform 13"/>
            <p:cNvSpPr/>
            <p:nvPr/>
          </p:nvSpPr>
          <p:spPr>
            <a:xfrm>
              <a:off x="1917039"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Freeform 14"/>
            <p:cNvSpPr/>
            <p:nvPr/>
          </p:nvSpPr>
          <p:spPr>
            <a:xfrm>
              <a:off x="2392710"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2024298"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2038289"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2083058"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574584"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588574"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633343"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22" name="camioneta_3"/>
          <p:cNvGrpSpPr/>
          <p:nvPr/>
        </p:nvGrpSpPr>
        <p:grpSpPr>
          <a:xfrm>
            <a:off x="2977743" y="1161653"/>
            <a:ext cx="932688" cy="359084"/>
            <a:chOff x="2977743" y="1161653"/>
            <a:chExt cx="932688" cy="359084"/>
          </a:xfrm>
        </p:grpSpPr>
        <p:sp>
          <p:nvSpPr>
            <p:cNvPr id="23" name="Freeform 22"/>
            <p:cNvSpPr/>
            <p:nvPr/>
          </p:nvSpPr>
          <p:spPr>
            <a:xfrm>
              <a:off x="2977743"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Freeform 23"/>
            <p:cNvSpPr/>
            <p:nvPr/>
          </p:nvSpPr>
          <p:spPr>
            <a:xfrm>
              <a:off x="3453414"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3085002"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098993"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143762"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35288"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3649278"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694047"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31" name="camioneta_4"/>
          <p:cNvGrpSpPr/>
          <p:nvPr/>
        </p:nvGrpSpPr>
        <p:grpSpPr>
          <a:xfrm>
            <a:off x="4038447" y="1161653"/>
            <a:ext cx="932688" cy="359084"/>
            <a:chOff x="4038447" y="1161653"/>
            <a:chExt cx="932688" cy="359084"/>
          </a:xfrm>
        </p:grpSpPr>
        <p:sp>
          <p:nvSpPr>
            <p:cNvPr id="32" name="Freeform 31"/>
            <p:cNvSpPr/>
            <p:nvPr/>
          </p:nvSpPr>
          <p:spPr>
            <a:xfrm>
              <a:off x="4038447"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Freeform 32"/>
            <p:cNvSpPr/>
            <p:nvPr/>
          </p:nvSpPr>
          <p:spPr>
            <a:xfrm>
              <a:off x="4514118"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145706"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4159697"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204466"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695992"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709982"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4754751"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0" name="camioneta_5"/>
          <p:cNvGrpSpPr/>
          <p:nvPr/>
        </p:nvGrpSpPr>
        <p:grpSpPr>
          <a:xfrm>
            <a:off x="5099151" y="1161653"/>
            <a:ext cx="932688" cy="359084"/>
            <a:chOff x="5099151" y="1161653"/>
            <a:chExt cx="932688" cy="359084"/>
          </a:xfrm>
        </p:grpSpPr>
        <p:sp>
          <p:nvSpPr>
            <p:cNvPr id="41" name="Freeform 40"/>
            <p:cNvSpPr/>
            <p:nvPr/>
          </p:nvSpPr>
          <p:spPr>
            <a:xfrm>
              <a:off x="5099151"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Freeform 41"/>
            <p:cNvSpPr/>
            <p:nvPr/>
          </p:nvSpPr>
          <p:spPr>
            <a:xfrm>
              <a:off x="5574822"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5206410"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5220401"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5265170"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5756696"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5770686"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5815455"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9" name="camioneta_6"/>
          <p:cNvGrpSpPr/>
          <p:nvPr/>
        </p:nvGrpSpPr>
        <p:grpSpPr>
          <a:xfrm>
            <a:off x="6159855" y="1161653"/>
            <a:ext cx="932688" cy="359084"/>
            <a:chOff x="6159855" y="1161653"/>
            <a:chExt cx="932688" cy="359084"/>
          </a:xfrm>
        </p:grpSpPr>
        <p:sp>
          <p:nvSpPr>
            <p:cNvPr id="50" name="Freeform 49"/>
            <p:cNvSpPr/>
            <p:nvPr/>
          </p:nvSpPr>
          <p:spPr>
            <a:xfrm>
              <a:off x="6159855"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Freeform 50"/>
            <p:cNvSpPr/>
            <p:nvPr/>
          </p:nvSpPr>
          <p:spPr>
            <a:xfrm>
              <a:off x="6635526"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267114"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6281105"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6325874"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6817400"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6831390"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6876159"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58" name="camioneta_7"/>
          <p:cNvGrpSpPr/>
          <p:nvPr/>
        </p:nvGrpSpPr>
        <p:grpSpPr>
          <a:xfrm>
            <a:off x="7220559" y="1161653"/>
            <a:ext cx="932688" cy="359084"/>
            <a:chOff x="7220559" y="1161653"/>
            <a:chExt cx="932688" cy="359084"/>
          </a:xfrm>
        </p:grpSpPr>
        <p:sp>
          <p:nvSpPr>
            <p:cNvPr id="59" name="Freeform 58"/>
            <p:cNvSpPr/>
            <p:nvPr/>
          </p:nvSpPr>
          <p:spPr>
            <a:xfrm>
              <a:off x="7220559"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Freeform 59"/>
            <p:cNvSpPr/>
            <p:nvPr/>
          </p:nvSpPr>
          <p:spPr>
            <a:xfrm>
              <a:off x="7696230"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7327818"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7341809"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7386578"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7878104"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7892094"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7936863"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67" name="camioneta_8"/>
          <p:cNvGrpSpPr/>
          <p:nvPr/>
        </p:nvGrpSpPr>
        <p:grpSpPr>
          <a:xfrm>
            <a:off x="8281263" y="1161653"/>
            <a:ext cx="932688" cy="359084"/>
            <a:chOff x="8281263" y="1161653"/>
            <a:chExt cx="932688" cy="359084"/>
          </a:xfrm>
        </p:grpSpPr>
        <p:sp>
          <p:nvSpPr>
            <p:cNvPr id="68" name="Freeform 67"/>
            <p:cNvSpPr/>
            <p:nvPr/>
          </p:nvSpPr>
          <p:spPr>
            <a:xfrm>
              <a:off x="8281263"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Freeform 68"/>
            <p:cNvSpPr/>
            <p:nvPr/>
          </p:nvSpPr>
          <p:spPr>
            <a:xfrm>
              <a:off x="8756934"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8388522"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402513"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447282"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8938808"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8952798"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8997567"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76" name="camioneta_9"/>
          <p:cNvGrpSpPr/>
          <p:nvPr/>
        </p:nvGrpSpPr>
        <p:grpSpPr>
          <a:xfrm>
            <a:off x="9341967" y="1161653"/>
            <a:ext cx="932688" cy="359084"/>
            <a:chOff x="9341967" y="1161653"/>
            <a:chExt cx="932688" cy="359084"/>
          </a:xfrm>
        </p:grpSpPr>
        <p:sp>
          <p:nvSpPr>
            <p:cNvPr id="77" name="Freeform 76"/>
            <p:cNvSpPr/>
            <p:nvPr/>
          </p:nvSpPr>
          <p:spPr>
            <a:xfrm>
              <a:off x="9341967"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Freeform 77"/>
            <p:cNvSpPr/>
            <p:nvPr/>
          </p:nvSpPr>
          <p:spPr>
            <a:xfrm>
              <a:off x="9817638"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9449226"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9463217"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9507986"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9999512"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10013502"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10058271"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85" name="camioneta_10"/>
          <p:cNvGrpSpPr/>
          <p:nvPr/>
        </p:nvGrpSpPr>
        <p:grpSpPr>
          <a:xfrm>
            <a:off x="10402671" y="1161653"/>
            <a:ext cx="932688" cy="359084"/>
            <a:chOff x="10402671" y="1161653"/>
            <a:chExt cx="932688" cy="359084"/>
          </a:xfrm>
        </p:grpSpPr>
        <p:sp>
          <p:nvSpPr>
            <p:cNvPr id="86" name="Freeform 85"/>
            <p:cNvSpPr/>
            <p:nvPr/>
          </p:nvSpPr>
          <p:spPr>
            <a:xfrm>
              <a:off x="10402671"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Freeform 86"/>
            <p:cNvSpPr/>
            <p:nvPr/>
          </p:nvSpPr>
          <p:spPr>
            <a:xfrm>
              <a:off x="10878342"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10509930"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10523921"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10568690"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11060216"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11074206" y="1357518"/>
              <a:ext cx="149230" cy="149230"/>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11118975"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94" name="camioneta_perdida_2"/>
          <p:cNvGrpSpPr/>
          <p:nvPr/>
        </p:nvGrpSpPr>
        <p:grpSpPr>
          <a:xfrm>
            <a:off x="1917039" y="1161653"/>
            <a:ext cx="932688" cy="359084"/>
            <a:chOff x="1917039" y="1161653"/>
            <a:chExt cx="932688" cy="359084"/>
          </a:xfrm>
        </p:grpSpPr>
        <p:sp>
          <p:nvSpPr>
            <p:cNvPr id="95" name="Freeform 94"/>
            <p:cNvSpPr/>
            <p:nvPr/>
          </p:nvSpPr>
          <p:spPr>
            <a:xfrm>
              <a:off x="1917039"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Freeform 95"/>
            <p:cNvSpPr/>
            <p:nvPr/>
          </p:nvSpPr>
          <p:spPr>
            <a:xfrm>
              <a:off x="2392710"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2024298"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2038289"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2083058"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2574584"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2588574"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2633343"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03" name="camioneta_perdida_5"/>
          <p:cNvGrpSpPr/>
          <p:nvPr/>
        </p:nvGrpSpPr>
        <p:grpSpPr>
          <a:xfrm>
            <a:off x="5099151" y="1161653"/>
            <a:ext cx="932688" cy="359084"/>
            <a:chOff x="5099151" y="1161653"/>
            <a:chExt cx="932688" cy="359084"/>
          </a:xfrm>
        </p:grpSpPr>
        <p:sp>
          <p:nvSpPr>
            <p:cNvPr id="104" name="Freeform 103"/>
            <p:cNvSpPr/>
            <p:nvPr/>
          </p:nvSpPr>
          <p:spPr>
            <a:xfrm>
              <a:off x="5099151"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Freeform 104"/>
            <p:cNvSpPr/>
            <p:nvPr/>
          </p:nvSpPr>
          <p:spPr>
            <a:xfrm>
              <a:off x="5574822"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5206410"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5220401"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5265170"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5756696"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5770686"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5815455"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12" name="camioneta_perdida_7"/>
          <p:cNvGrpSpPr/>
          <p:nvPr/>
        </p:nvGrpSpPr>
        <p:grpSpPr>
          <a:xfrm>
            <a:off x="7220559" y="1161653"/>
            <a:ext cx="932688" cy="359084"/>
            <a:chOff x="7220559" y="1161653"/>
            <a:chExt cx="932688" cy="359084"/>
          </a:xfrm>
        </p:grpSpPr>
        <p:sp>
          <p:nvSpPr>
            <p:cNvPr id="113" name="Freeform 112"/>
            <p:cNvSpPr/>
            <p:nvPr/>
          </p:nvSpPr>
          <p:spPr>
            <a:xfrm>
              <a:off x="7220559"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Freeform 113"/>
            <p:cNvSpPr/>
            <p:nvPr/>
          </p:nvSpPr>
          <p:spPr>
            <a:xfrm>
              <a:off x="7696230"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7327818"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7341809"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7386578"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7878104"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7892094"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7936863"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121" name="camioneta_perdida_10"/>
          <p:cNvGrpSpPr/>
          <p:nvPr/>
        </p:nvGrpSpPr>
        <p:grpSpPr>
          <a:xfrm>
            <a:off x="10402671" y="1161653"/>
            <a:ext cx="932688" cy="359084"/>
            <a:chOff x="10402671" y="1161653"/>
            <a:chExt cx="932688" cy="359084"/>
          </a:xfrm>
        </p:grpSpPr>
        <p:sp>
          <p:nvSpPr>
            <p:cNvPr id="122" name="Freeform 121"/>
            <p:cNvSpPr/>
            <p:nvPr/>
          </p:nvSpPr>
          <p:spPr>
            <a:xfrm>
              <a:off x="10402671" y="1161653"/>
              <a:ext cx="932688" cy="261153"/>
            </a:xfrm>
            <a:custGeom>
              <a:avLst/>
              <a:gdLst/>
              <a:ahLst/>
              <a:cxnLst/>
              <a:rect l="l" t="t" r="r" b="b"/>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Freeform 122"/>
            <p:cNvSpPr/>
            <p:nvPr/>
          </p:nvSpPr>
          <p:spPr>
            <a:xfrm>
              <a:off x="10878342" y="1198961"/>
              <a:ext cx="233172" cy="83942"/>
            </a:xfrm>
            <a:custGeom>
              <a:avLst/>
              <a:gdLst/>
              <a:ahLst/>
              <a:cxnLst/>
              <a:rect l="l" t="t" r="r" b="b"/>
              <a:pathLst>
                <a:path w="233172" h="83942">
                  <a:moveTo>
                    <a:pt x="0" y="0"/>
                  </a:moveTo>
                  <a:lnTo>
                    <a:pt x="167884" y="0"/>
                  </a:lnTo>
                  <a:lnTo>
                    <a:pt x="233172" y="83942"/>
                  </a:lnTo>
                  <a:lnTo>
                    <a:pt x="0" y="8394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10509930"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10523921"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10568690"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1060216" y="1343527"/>
              <a:ext cx="177210" cy="17721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1074206" y="1357518"/>
              <a:ext cx="149230" cy="149230"/>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1118975" y="1402287"/>
              <a:ext cx="59692" cy="596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30" name="cuatro_de_diez"/>
          <p:cNvSpPr txBox="1"/>
          <p:nvPr/>
        </p:nvSpPr>
        <p:spPr>
          <a:xfrm>
            <a:off x="822960" y="2148840"/>
            <a:ext cx="10515600" cy="1463040"/>
          </a:xfrm>
          <a:prstGeom prst="rect">
            <a:avLst/>
          </a:prstGeom>
          <a:noFill/>
        </p:spPr>
        <p:txBody>
          <a:bodyPr wrap="square" lIns="0" tIns="0" rIns="0" bIns="0" anchor="t">
            <a:spAutoFit/>
          </a:bodyPr>
          <a:lstStyle/>
          <a:p>
            <a:pPr algn="ctr"/>
            <a:r>
              <a:rPr sz="11000" b="0">
                <a:solidFill>
                  <a:srgbClr val="1700F3"/>
                </a:solidFill>
              </a:rPr>
              <a:t>4</a:t>
            </a:r>
            <a:r>
              <a:rPr sz="6000" b="0">
                <a:solidFill>
                  <a:srgbClr val="00095B"/>
                </a:solidFill>
              </a:rPr>
              <a:t> de cada 10</a:t>
            </a:r>
          </a:p>
        </p:txBody>
      </p:sp>
      <p:sp>
        <p:nvSpPr>
          <p:cNvPr id="131" name="no_vuelven"/>
          <p:cNvSpPr txBox="1"/>
          <p:nvPr/>
        </p:nvSpPr>
        <p:spPr>
          <a:xfrm>
            <a:off x="822960" y="3611880"/>
            <a:ext cx="10515600" cy="548640"/>
          </a:xfrm>
          <a:prstGeom prst="rect">
            <a:avLst/>
          </a:prstGeom>
          <a:noFill/>
        </p:spPr>
        <p:txBody>
          <a:bodyPr wrap="square" lIns="0" tIns="0" rIns="0" bIns="0" anchor="t">
            <a:spAutoFit/>
          </a:bodyPr>
          <a:lstStyle/>
          <a:p>
            <a:pPr algn="ctr"/>
            <a:r>
              <a:rPr sz="2800" b="0">
                <a:solidFill>
                  <a:srgbClr val="00095B"/>
                </a:solidFill>
              </a:rPr>
              <a:t>no vuelven a hacer el service en la red oficial</a:t>
            </a:r>
          </a:p>
        </p:txBody>
      </p:sp>
      <p:sp>
        <p:nvSpPr>
          <p:cNvPr id="132" name="volumen"/>
          <p:cNvSpPr/>
          <p:nvPr/>
        </p:nvSpPr>
        <p:spPr>
          <a:xfrm>
            <a:off x="2898648" y="4617720"/>
            <a:ext cx="6400800"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400" b="1">
                <a:solidFill>
                  <a:srgbClr val="00095B"/>
                </a:solidFill>
              </a:rPr>
              <a:t>≈ 2.500 services por mes</a:t>
            </a:r>
          </a:p>
          <a:p>
            <a:pPr algn="ctr"/>
            <a:r>
              <a:rPr sz="1600" b="0">
                <a:solidFill>
                  <a:srgbClr val="7F7F7F"/>
                </a:solidFill>
              </a:rPr>
              <a:t>que la red no hace. Todos los meses.</a:t>
            </a:r>
          </a:p>
        </p:txBody>
      </p:sp>
      <p:sp>
        <p:nvSpPr>
          <p:cNvPr id="133" name="fuente"/>
          <p:cNvSpPr txBox="1"/>
          <p:nvPr/>
        </p:nvSpPr>
        <p:spPr>
          <a:xfrm>
            <a:off x="822960" y="5989320"/>
            <a:ext cx="10515600" cy="274320"/>
          </a:xfrm>
          <a:prstGeom prst="rect">
            <a:avLst/>
          </a:prstGeom>
          <a:noFill/>
        </p:spPr>
        <p:txBody>
          <a:bodyPr wrap="square" lIns="0" tIns="0" rIns="0" bIns="0" anchor="t">
            <a:spAutoFit/>
          </a:bodyPr>
          <a:lstStyle/>
          <a:p>
            <a:pPr algn="ctr"/>
            <a:r>
              <a:rPr sz="1000" b="0">
                <a:solidFill>
                  <a:srgbClr val="7F7F7F"/>
                </a:solidFill>
              </a:rPr>
              <a:t>El 41,6 % de 142.637 ventanas de service 2024-2026 terminó sin service en la red (Ranger, Argentina).</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4"/>
                                        </p:tgtEl>
                                        <p:attrNameLst>
                                          <p:attrName>style.visibility</p:attrName>
                                        </p:attrNameLst>
                                      </p:cBhvr>
                                      <p:to>
                                        <p:strVal val="visible"/>
                                      </p:to>
                                    </p:set>
                                    <p:animEffect transition="in" filter="fade">
                                      <p:cBhvr>
                                        <p:cTn id="7" dur="500"/>
                                        <p:tgtEl>
                                          <p:spTgt spid="94"/>
                                        </p:tgtEl>
                                      </p:cBhvr>
                                    </p:animEffect>
                                  </p:childTnLst>
                                </p:cTn>
                              </p:par>
                              <p:par>
                                <p:cTn id="8" presetID="10" presetClass="entr" presetSubtype="0" fill="hold" nodeType="withEffect">
                                  <p:stCondLst>
                                    <p:cond delay="0"/>
                                  </p:stCondLst>
                                  <p:childTnLst>
                                    <p:set>
                                      <p:cBhvr>
                                        <p:cTn id="9" dur="1" fill="hold">
                                          <p:stCondLst>
                                            <p:cond delay="0"/>
                                          </p:stCondLst>
                                        </p:cTn>
                                        <p:tgtEl>
                                          <p:spTgt spid="103"/>
                                        </p:tgtEl>
                                        <p:attrNameLst>
                                          <p:attrName>style.visibility</p:attrName>
                                        </p:attrNameLst>
                                      </p:cBhvr>
                                      <p:to>
                                        <p:strVal val="visible"/>
                                      </p:to>
                                    </p:set>
                                    <p:animEffect transition="in" filter="fade">
                                      <p:cBhvr>
                                        <p:cTn id="10" dur="500"/>
                                        <p:tgtEl>
                                          <p:spTgt spid="103"/>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21"/>
                                        </p:tgtEl>
                                        <p:attrNameLst>
                                          <p:attrName>style.visibility</p:attrName>
                                        </p:attrNameLst>
                                      </p:cBhvr>
                                      <p:to>
                                        <p:strVal val="visible"/>
                                      </p:to>
                                    </p:set>
                                    <p:animEffect transition="in" filter="fade">
                                      <p:cBhvr>
                                        <p:cTn id="16" dur="500"/>
                                        <p:tgtEl>
                                          <p:spTgt spid="12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0"/>
                                        </p:tgtEl>
                                        <p:attrNameLst>
                                          <p:attrName>style.visibility</p:attrName>
                                        </p:attrNameLst>
                                      </p:cBhvr>
                                      <p:to>
                                        <p:strVal val="visible"/>
                                      </p:to>
                                    </p:set>
                                    <p:animEffect transition="in" filter="fade">
                                      <p:cBhvr>
                                        <p:cTn id="19" dur="500"/>
                                        <p:tgtEl>
                                          <p:spTgt spid="13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1"/>
                                        </p:tgtEl>
                                        <p:attrNameLst>
                                          <p:attrName>style.visibility</p:attrName>
                                        </p:attrNameLst>
                                      </p:cBhvr>
                                      <p:to>
                                        <p:strVal val="visible"/>
                                      </p:to>
                                    </p:set>
                                    <p:animEffect transition="in" filter="fade">
                                      <p:cBhvr>
                                        <p:cTn id="22" dur="500"/>
                                        <p:tgtEl>
                                          <p:spTgt spid="1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2"/>
                                        </p:tgtEl>
                                        <p:attrNameLst>
                                          <p:attrName>style.visibility</p:attrName>
                                        </p:attrNameLst>
                                      </p:cBhvr>
                                      <p:to>
                                        <p:strVal val="visible"/>
                                      </p:to>
                                    </p:set>
                                    <p:animEffect transition="in" filter="fade">
                                      <p:cBhvr>
                                        <p:cTn id="27" dur="500"/>
                                        <p:tgtEl>
                                          <p:spTgt spid="13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3"/>
                                        </p:tgtEl>
                                        <p:attrNameLst>
                                          <p:attrName>style.visibility</p:attrName>
                                        </p:attrNameLst>
                                      </p:cBhvr>
                                      <p:to>
                                        <p:strVal val="visible"/>
                                      </p:to>
                                    </p:set>
                                    <p:animEffect transition="in" filter="fade">
                                      <p:cBhvr>
                                        <p:cTn id="30" dur="5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p:bldP spid="131" grpId="0"/>
      <p:bldP spid="132" grpId="0" animBg="1"/>
      <p:bldP spid="13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 service perdido es más que un service</a:t>
            </a:r>
          </a:p>
        </p:txBody>
      </p:sp>
      <p:sp>
        <p:nvSpPr>
          <p:cNvPr id="3" name="Text Placeholder 2"/>
          <p:cNvSpPr>
            <a:spLocks noGrp="1"/>
          </p:cNvSpPr>
          <p:nvPr>
            <p:ph type="body" sz="quarter" idx="13"/>
          </p:nvPr>
        </p:nvSpPr>
        <p:spPr/>
        <p:txBody>
          <a:bodyPr/>
          <a:lstStyle/>
          <a:p>
            <a:r>
              <a:t>01 · Descripción del desafío</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5</a:t>
            </a:fld>
            <a:endParaRPr lang="en-US" dirty="0"/>
          </a:p>
        </p:txBody>
      </p:sp>
      <p:sp>
        <p:nvSpPr>
          <p:cNvPr id="8" name="paso1_num"/>
          <p:cNvSpPr txBox="1"/>
          <p:nvPr/>
        </p:nvSpPr>
        <p:spPr>
          <a:xfrm>
            <a:off x="548640" y="2057400"/>
            <a:ext cx="3291840" cy="914400"/>
          </a:xfrm>
          <a:prstGeom prst="rect">
            <a:avLst/>
          </a:prstGeom>
          <a:noFill/>
        </p:spPr>
        <p:txBody>
          <a:bodyPr wrap="square" lIns="0" tIns="0" rIns="0" bIns="0" anchor="t">
            <a:spAutoFit/>
          </a:bodyPr>
          <a:lstStyle/>
          <a:p>
            <a:pPr algn="l"/>
            <a:r>
              <a:rPr sz="5400" b="0">
                <a:solidFill>
                  <a:srgbClr val="1700F3"/>
                </a:solidFill>
              </a:rPr>
              <a:t>01</a:t>
            </a:r>
          </a:p>
        </p:txBody>
      </p:sp>
      <p:cxnSp>
        <p:nvCxnSpPr>
          <p:cNvPr id="9" name="paso1_linea"/>
          <p:cNvCxnSpPr/>
          <p:nvPr/>
        </p:nvCxnSpPr>
        <p:spPr>
          <a:xfrm>
            <a:off x="548640" y="3063240"/>
            <a:ext cx="3200399" cy="0"/>
          </a:xfrm>
          <a:prstGeom prst="line">
            <a:avLst/>
          </a:prstGeom>
          <a:ln w="15875">
            <a:solidFill>
              <a:srgbClr val="B9BCBD"/>
            </a:solidFill>
          </a:ln>
        </p:spPr>
        <p:style>
          <a:lnRef idx="2">
            <a:schemeClr val="accent1"/>
          </a:lnRef>
          <a:fillRef idx="0">
            <a:schemeClr val="accent1"/>
          </a:fillRef>
          <a:effectRef idx="1">
            <a:schemeClr val="accent1"/>
          </a:effectRef>
          <a:fontRef idx="minor">
            <a:schemeClr val="tx1"/>
          </a:fontRef>
        </p:style>
      </p:cxnSp>
      <p:sp>
        <p:nvSpPr>
          <p:cNvPr id="10" name="paso1_cab"/>
          <p:cNvSpPr txBox="1"/>
          <p:nvPr/>
        </p:nvSpPr>
        <p:spPr>
          <a:xfrm>
            <a:off x="548640" y="3246120"/>
            <a:ext cx="3291840" cy="822960"/>
          </a:xfrm>
          <a:prstGeom prst="rect">
            <a:avLst/>
          </a:prstGeom>
          <a:noFill/>
        </p:spPr>
        <p:txBody>
          <a:bodyPr wrap="square" lIns="0" tIns="0" rIns="0" bIns="0" anchor="t">
            <a:spAutoFit/>
          </a:bodyPr>
          <a:lstStyle/>
          <a:p>
            <a:pPr algn="l"/>
            <a:r>
              <a:rPr sz="2200" b="1">
                <a:solidFill>
                  <a:srgbClr val="00095B"/>
                </a:solidFill>
              </a:rPr>
              <a:t>Se pierde el service</a:t>
            </a:r>
          </a:p>
        </p:txBody>
      </p:sp>
      <p:sp>
        <p:nvSpPr>
          <p:cNvPr id="11" name="paso1_cuerpo"/>
          <p:cNvSpPr txBox="1"/>
          <p:nvPr/>
        </p:nvSpPr>
        <p:spPr>
          <a:xfrm>
            <a:off x="548640" y="4114800"/>
            <a:ext cx="3108960" cy="1280160"/>
          </a:xfrm>
          <a:prstGeom prst="rect">
            <a:avLst/>
          </a:prstGeom>
          <a:noFill/>
        </p:spPr>
        <p:txBody>
          <a:bodyPr wrap="square" lIns="0" tIns="0" rIns="0" bIns="0" anchor="t">
            <a:spAutoFit/>
          </a:bodyPr>
          <a:lstStyle/>
          <a:p>
            <a:pPr algn="l"/>
            <a:r>
              <a:rPr sz="1600" b="0">
                <a:solidFill>
                  <a:srgbClr val="7F7F7F"/>
                </a:solidFill>
              </a:rPr>
              <a:t>El trabajo de taller, los repuestos, el margen de la visita.</a:t>
            </a:r>
          </a:p>
        </p:txBody>
      </p:sp>
      <p:sp>
        <p:nvSpPr>
          <p:cNvPr id="12" name="flecha1"/>
          <p:cNvSpPr/>
          <p:nvPr/>
        </p:nvSpPr>
        <p:spPr>
          <a:xfrm>
            <a:off x="3950208" y="2395728"/>
            <a:ext cx="274320" cy="384048"/>
          </a:xfrm>
          <a:prstGeom prst="chevron">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paso2_num"/>
          <p:cNvSpPr txBox="1"/>
          <p:nvPr/>
        </p:nvSpPr>
        <p:spPr>
          <a:xfrm>
            <a:off x="4343400" y="2057400"/>
            <a:ext cx="3291840" cy="914400"/>
          </a:xfrm>
          <a:prstGeom prst="rect">
            <a:avLst/>
          </a:prstGeom>
          <a:noFill/>
        </p:spPr>
        <p:txBody>
          <a:bodyPr wrap="square" lIns="0" tIns="0" rIns="0" bIns="0" anchor="t">
            <a:spAutoFit/>
          </a:bodyPr>
          <a:lstStyle/>
          <a:p>
            <a:pPr algn="l"/>
            <a:r>
              <a:rPr sz="5400" b="0">
                <a:solidFill>
                  <a:srgbClr val="1700F3"/>
                </a:solidFill>
              </a:rPr>
              <a:t>02</a:t>
            </a:r>
          </a:p>
        </p:txBody>
      </p:sp>
      <p:cxnSp>
        <p:nvCxnSpPr>
          <p:cNvPr id="14" name="paso2_linea"/>
          <p:cNvCxnSpPr/>
          <p:nvPr/>
        </p:nvCxnSpPr>
        <p:spPr>
          <a:xfrm>
            <a:off x="4343400" y="3063240"/>
            <a:ext cx="3200400" cy="0"/>
          </a:xfrm>
          <a:prstGeom prst="line">
            <a:avLst/>
          </a:prstGeom>
          <a:ln w="15875">
            <a:solidFill>
              <a:srgbClr val="B9BCBD"/>
            </a:solidFill>
          </a:ln>
        </p:spPr>
        <p:style>
          <a:lnRef idx="2">
            <a:schemeClr val="accent1"/>
          </a:lnRef>
          <a:fillRef idx="0">
            <a:schemeClr val="accent1"/>
          </a:fillRef>
          <a:effectRef idx="1">
            <a:schemeClr val="accent1"/>
          </a:effectRef>
          <a:fontRef idx="minor">
            <a:schemeClr val="tx1"/>
          </a:fontRef>
        </p:style>
      </p:cxnSp>
      <p:sp>
        <p:nvSpPr>
          <p:cNvPr id="15" name="paso2_cab"/>
          <p:cNvSpPr txBox="1"/>
          <p:nvPr/>
        </p:nvSpPr>
        <p:spPr>
          <a:xfrm>
            <a:off x="4343400" y="3246120"/>
            <a:ext cx="3291840" cy="822960"/>
          </a:xfrm>
          <a:prstGeom prst="rect">
            <a:avLst/>
          </a:prstGeom>
          <a:noFill/>
        </p:spPr>
        <p:txBody>
          <a:bodyPr wrap="square" lIns="0" tIns="0" rIns="0" bIns="0" anchor="t">
            <a:spAutoFit/>
          </a:bodyPr>
          <a:lstStyle/>
          <a:p>
            <a:pPr algn="l"/>
            <a:r>
              <a:rPr sz="2200" b="1">
                <a:solidFill>
                  <a:srgbClr val="00095B"/>
                </a:solidFill>
              </a:rPr>
              <a:t>Se corta la relación</a:t>
            </a:r>
          </a:p>
        </p:txBody>
      </p:sp>
      <p:sp>
        <p:nvSpPr>
          <p:cNvPr id="16" name="paso2_cuerpo"/>
          <p:cNvSpPr txBox="1"/>
          <p:nvPr/>
        </p:nvSpPr>
        <p:spPr>
          <a:xfrm>
            <a:off x="4343400" y="4114800"/>
            <a:ext cx="3108960" cy="1280160"/>
          </a:xfrm>
          <a:prstGeom prst="rect">
            <a:avLst/>
          </a:prstGeom>
          <a:noFill/>
        </p:spPr>
        <p:txBody>
          <a:bodyPr wrap="square" lIns="0" tIns="0" rIns="0" bIns="0" anchor="t">
            <a:spAutoFit/>
          </a:bodyPr>
          <a:lstStyle/>
          <a:p>
            <a:pPr algn="l"/>
            <a:r>
              <a:rPr sz="1600" b="0">
                <a:solidFill>
                  <a:srgbClr val="7F7F7F"/>
                </a:solidFill>
              </a:rPr>
              <a:t>El cliente deja de venir, deja de hablar con su concesionario: la marca deja de estar presente.</a:t>
            </a:r>
          </a:p>
        </p:txBody>
      </p:sp>
      <p:sp>
        <p:nvSpPr>
          <p:cNvPr id="17" name="flecha2"/>
          <p:cNvSpPr/>
          <p:nvPr/>
        </p:nvSpPr>
        <p:spPr>
          <a:xfrm>
            <a:off x="7744968" y="2395728"/>
            <a:ext cx="274320" cy="384048"/>
          </a:xfrm>
          <a:prstGeom prst="chevron">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paso3_num"/>
          <p:cNvSpPr txBox="1"/>
          <p:nvPr/>
        </p:nvSpPr>
        <p:spPr>
          <a:xfrm>
            <a:off x="8138160" y="2057400"/>
            <a:ext cx="3291840" cy="914400"/>
          </a:xfrm>
          <a:prstGeom prst="rect">
            <a:avLst/>
          </a:prstGeom>
          <a:noFill/>
        </p:spPr>
        <p:txBody>
          <a:bodyPr wrap="square" lIns="0" tIns="0" rIns="0" bIns="0" anchor="t">
            <a:spAutoFit/>
          </a:bodyPr>
          <a:lstStyle/>
          <a:p>
            <a:pPr algn="l"/>
            <a:r>
              <a:rPr sz="5400" b="0">
                <a:solidFill>
                  <a:srgbClr val="1700F3"/>
                </a:solidFill>
              </a:rPr>
              <a:t>03</a:t>
            </a:r>
          </a:p>
        </p:txBody>
      </p:sp>
      <p:cxnSp>
        <p:nvCxnSpPr>
          <p:cNvPr id="19" name="paso3_linea"/>
          <p:cNvCxnSpPr/>
          <p:nvPr/>
        </p:nvCxnSpPr>
        <p:spPr>
          <a:xfrm>
            <a:off x="8138160" y="3063240"/>
            <a:ext cx="3200400" cy="0"/>
          </a:xfrm>
          <a:prstGeom prst="line">
            <a:avLst/>
          </a:prstGeom>
          <a:ln w="15875">
            <a:solidFill>
              <a:srgbClr val="00095B"/>
            </a:solidFill>
          </a:ln>
        </p:spPr>
        <p:style>
          <a:lnRef idx="2">
            <a:schemeClr val="accent1"/>
          </a:lnRef>
          <a:fillRef idx="0">
            <a:schemeClr val="accent1"/>
          </a:fillRef>
          <a:effectRef idx="1">
            <a:schemeClr val="accent1"/>
          </a:effectRef>
          <a:fontRef idx="minor">
            <a:schemeClr val="tx1"/>
          </a:fontRef>
        </p:style>
      </p:cxnSp>
      <p:sp>
        <p:nvSpPr>
          <p:cNvPr id="20" name="paso3_cab"/>
          <p:cNvSpPr txBox="1"/>
          <p:nvPr/>
        </p:nvSpPr>
        <p:spPr>
          <a:xfrm>
            <a:off x="8138160" y="3246120"/>
            <a:ext cx="3291840" cy="822960"/>
          </a:xfrm>
          <a:prstGeom prst="rect">
            <a:avLst/>
          </a:prstGeom>
          <a:noFill/>
        </p:spPr>
        <p:txBody>
          <a:bodyPr wrap="square" lIns="0" tIns="0" rIns="0" bIns="0" anchor="t">
            <a:spAutoFit/>
          </a:bodyPr>
          <a:lstStyle/>
          <a:p>
            <a:pPr algn="l"/>
            <a:r>
              <a:rPr sz="2200" b="1">
                <a:solidFill>
                  <a:srgbClr val="00095B"/>
                </a:solidFill>
              </a:rPr>
              <a:t>Se pierde la próxima compra</a:t>
            </a:r>
          </a:p>
        </p:txBody>
      </p:sp>
      <p:sp>
        <p:nvSpPr>
          <p:cNvPr id="21" name="paso3_cuerpo"/>
          <p:cNvSpPr txBox="1"/>
          <p:nvPr/>
        </p:nvSpPr>
        <p:spPr>
          <a:xfrm>
            <a:off x="8138160" y="4114800"/>
            <a:ext cx="3108960" cy="1280160"/>
          </a:xfrm>
          <a:prstGeom prst="rect">
            <a:avLst/>
          </a:prstGeom>
          <a:noFill/>
        </p:spPr>
        <p:txBody>
          <a:bodyPr wrap="square" lIns="0" tIns="0" rIns="0" bIns="0" anchor="t">
            <a:spAutoFit/>
          </a:bodyPr>
          <a:lstStyle/>
          <a:p>
            <a:pPr algn="l"/>
            <a:r>
              <a:rPr sz="1600" b="0">
                <a:solidFill>
                  <a:srgbClr val="7F7F7F"/>
                </a:solidFill>
              </a:rPr>
              <a:t>Cuando cambie la camioneta, esa decisión se va a tomar sin nosotros.</a:t>
            </a:r>
          </a:p>
        </p:txBody>
      </p:sp>
      <p:sp>
        <p:nvSpPr>
          <p:cNvPr id="22" name="bumper"/>
          <p:cNvSpPr/>
          <p:nvPr/>
        </p:nvSpPr>
        <p:spPr>
          <a:xfrm>
            <a:off x="182880" y="5532120"/>
            <a:ext cx="11823192" cy="640080"/>
          </a:xfrm>
          <a:prstGeom prst="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0">
                <a:solidFill>
                  <a:srgbClr val="FFFFFF"/>
                </a:solidFill>
              </a:rPr>
              <a:t>Por eso el desafío de la recompra se juega en el taller.</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wipe(left)">
                                      <p:cBhvr>
                                        <p:cTn id="55" dur="7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1" grpId="0"/>
      <p:bldP spid="12" grpId="0" animBg="1"/>
      <p:bldP spid="13" grpId="0"/>
      <p:bldP spid="15" grpId="0"/>
      <p:bldP spid="16" grpId="0"/>
      <p:bldP spid="17" grpId="0" animBg="1"/>
      <p:bldP spid="18" grpId="0"/>
      <p:bldP spid="20" grpId="0"/>
      <p:bldP spid="21" grpId="0"/>
      <p:bldP spid="2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t>01 · Descripción del desafío</a:t>
            </a:r>
          </a:p>
        </p:txBody>
      </p:sp>
      <p:sp>
        <p:nvSpPr>
          <p:cNvPr id="3" name="Title 2"/>
          <p:cNvSpPr>
            <a:spLocks noGrp="1"/>
          </p:cNvSpPr>
          <p:nvPr>
            <p:ph type="title"/>
          </p:nvPr>
        </p:nvSpPr>
        <p:spPr/>
        <p:txBody>
          <a:bodyPr/>
          <a:lstStyle/>
          <a:p>
            <a:r>
              <a:t>Hoy, la red le habla igual a todos</a:t>
            </a:r>
          </a:p>
        </p:txBody>
      </p:sp>
      <p:sp>
        <p:nvSpPr>
          <p:cNvPr id="13" name="Slide Number Placeholder 5">
            <a:extLst>
              <a:ext uri="{FF2B5EF4-FFF2-40B4-BE49-F238E27FC236}">
                <a16:creationId xmlns:a16="http://schemas.microsoft.com/office/drawing/2014/main" id="{D70E297B-6B9F-4740-96D0-F5ADE9EE11C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6</a:t>
            </a:fld>
            <a:endParaRPr lang="en-US" dirty="0"/>
          </a:p>
        </p:txBody>
      </p:sp>
      <p:sp>
        <p:nvSpPr>
          <p:cNvPr id="14" name="hoy_label"/>
          <p:cNvSpPr txBox="1"/>
          <p:nvPr/>
        </p:nvSpPr>
        <p:spPr>
          <a:xfrm>
            <a:off x="374904" y="2103120"/>
            <a:ext cx="4846320" cy="365760"/>
          </a:xfrm>
          <a:prstGeom prst="rect">
            <a:avLst/>
          </a:prstGeom>
          <a:noFill/>
        </p:spPr>
        <p:txBody>
          <a:bodyPr wrap="square" lIns="0" tIns="0" rIns="0" bIns="0" anchor="t">
            <a:spAutoFit/>
          </a:bodyPr>
          <a:lstStyle/>
          <a:p>
            <a:pPr algn="l"/>
            <a:r>
              <a:rPr sz="1100" b="0" spc="200">
                <a:solidFill>
                  <a:srgbClr val="1700F3"/>
                </a:solidFill>
              </a:rPr>
              <a:t>CÓMO SE TRABAJA HOY</a:t>
            </a:r>
          </a:p>
        </p:txBody>
      </p:sp>
      <p:sp>
        <p:nvSpPr>
          <p:cNvPr id="15" name="hoy_texto"/>
          <p:cNvSpPr txBox="1"/>
          <p:nvPr/>
        </p:nvSpPr>
        <p:spPr>
          <a:xfrm>
            <a:off x="374904" y="2606040"/>
            <a:ext cx="4846320" cy="2743200"/>
          </a:xfrm>
          <a:prstGeom prst="rect">
            <a:avLst/>
          </a:prstGeom>
          <a:noFill/>
        </p:spPr>
        <p:txBody>
          <a:bodyPr wrap="square" lIns="0" tIns="0" rIns="0" bIns="0" anchor="t">
            <a:spAutoFit/>
          </a:bodyPr>
          <a:lstStyle/>
          <a:p>
            <a:pPr algn="l"/>
            <a:r>
              <a:rPr sz="2200" b="0">
                <a:solidFill>
                  <a:srgbClr val="00095B"/>
                </a:solidFill>
              </a:rPr>
              <a:t>El mismo recordatorio, en el mismo orden, para todos.</a:t>
            </a:r>
          </a:p>
          <a:p>
            <a:pPr algn="l">
              <a:spcBef>
                <a:spcPts val="1800"/>
              </a:spcBef>
            </a:pPr>
            <a:r>
              <a:rPr sz="2200" b="0">
                <a:solidFill>
                  <a:srgbClr val="00095B"/>
                </a:solidFill>
              </a:rPr>
              <a:t>El cliente que se va recién se detecta cuando la ventana ya cerró: cuando ya es tarde.</a:t>
            </a:r>
          </a:p>
        </p:txBody>
      </p:sp>
      <p:sp>
        <p:nvSpPr>
          <p:cNvPr id="16" name="res_label"/>
          <p:cNvSpPr txBox="1"/>
          <p:nvPr/>
        </p:nvSpPr>
        <p:spPr>
          <a:xfrm>
            <a:off x="6556248" y="2103120"/>
            <a:ext cx="4846320" cy="365760"/>
          </a:xfrm>
          <a:prstGeom prst="rect">
            <a:avLst/>
          </a:prstGeom>
          <a:noFill/>
        </p:spPr>
        <p:txBody>
          <a:bodyPr wrap="square" lIns="0" tIns="0" rIns="0" bIns="0" anchor="t">
            <a:spAutoFit/>
          </a:bodyPr>
          <a:lstStyle/>
          <a:p>
            <a:pPr algn="l"/>
            <a:r>
              <a:rPr sz="1100" b="0" spc="200">
                <a:solidFill>
                  <a:srgbClr val="1700F3"/>
                </a:solidFill>
              </a:rPr>
              <a:t>EL RESULTADO</a:t>
            </a:r>
          </a:p>
        </p:txBody>
      </p:sp>
      <p:sp>
        <p:nvSpPr>
          <p:cNvPr id="17" name="llamado_1"/>
          <p:cNvSpPr/>
          <p:nvPr/>
        </p:nvSpPr>
        <p:spPr>
          <a:xfrm>
            <a:off x="6556248" y="2697480"/>
            <a:ext cx="384048" cy="384048"/>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llamado_2"/>
          <p:cNvSpPr/>
          <p:nvPr/>
        </p:nvSpPr>
        <p:spPr>
          <a:xfrm>
            <a:off x="7031736" y="2697480"/>
            <a:ext cx="384048" cy="384048"/>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llamado_3"/>
          <p:cNvSpPr/>
          <p:nvPr/>
        </p:nvSpPr>
        <p:spPr>
          <a:xfrm>
            <a:off x="7507224" y="2697480"/>
            <a:ext cx="384048" cy="384048"/>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llamado_4"/>
          <p:cNvSpPr/>
          <p:nvPr/>
        </p:nvSpPr>
        <p:spPr>
          <a:xfrm>
            <a:off x="7982712" y="2697480"/>
            <a:ext cx="384048" cy="384048"/>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llamado_5"/>
          <p:cNvSpPr/>
          <p:nvPr/>
        </p:nvSpPr>
        <p:spPr>
          <a:xfrm>
            <a:off x="8458200" y="2697480"/>
            <a:ext cx="384048" cy="384048"/>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llamado_6"/>
          <p:cNvSpPr/>
          <p:nvPr/>
        </p:nvSpPr>
        <p:spPr>
          <a:xfrm>
            <a:off x="8933688" y="2697480"/>
            <a:ext cx="384048" cy="384048"/>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llamado_7"/>
          <p:cNvSpPr/>
          <p:nvPr/>
        </p:nvSpPr>
        <p:spPr>
          <a:xfrm>
            <a:off x="9409176" y="2697480"/>
            <a:ext cx="384048" cy="384048"/>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llamado_8"/>
          <p:cNvSpPr/>
          <p:nvPr/>
        </p:nvSpPr>
        <p:spPr>
          <a:xfrm>
            <a:off x="9884664" y="2697480"/>
            <a:ext cx="384048" cy="384048"/>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llamado_9"/>
          <p:cNvSpPr/>
          <p:nvPr/>
        </p:nvSpPr>
        <p:spPr>
          <a:xfrm>
            <a:off x="10360152" y="2697480"/>
            <a:ext cx="384048" cy="384048"/>
          </a:xfrm>
          <a:prstGeom prst="ellipse">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llamado_10"/>
          <p:cNvSpPr/>
          <p:nvPr/>
        </p:nvSpPr>
        <p:spPr>
          <a:xfrm>
            <a:off x="10835640" y="2697480"/>
            <a:ext cx="384048" cy="384048"/>
          </a:xfrm>
          <a:prstGeom prst="ellipse">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s_texto"/>
          <p:cNvSpPr txBox="1"/>
          <p:nvPr/>
        </p:nvSpPr>
        <p:spPr>
          <a:xfrm>
            <a:off x="6556248" y="3337560"/>
            <a:ext cx="4846320" cy="1645920"/>
          </a:xfrm>
          <a:prstGeom prst="rect">
            <a:avLst/>
          </a:prstGeom>
          <a:noFill/>
        </p:spPr>
        <p:txBody>
          <a:bodyPr wrap="square" lIns="0" tIns="0" rIns="0" bIns="0" anchor="t">
            <a:spAutoFit/>
          </a:bodyPr>
          <a:lstStyle/>
          <a:p>
            <a:pPr algn="l"/>
            <a:r>
              <a:rPr sz="2200" b="0">
                <a:solidFill>
                  <a:srgbClr val="00095B"/>
                </a:solidFill>
              </a:rPr>
              <a:t>De cada 10 llamados, </a:t>
            </a:r>
            <a:r>
              <a:rPr sz="2200" b="1">
                <a:solidFill>
                  <a:srgbClr val="00095B"/>
                </a:solidFill>
              </a:rPr>
              <a:t>casi 6</a:t>
            </a:r>
            <a:r>
              <a:rPr sz="2200" b="0">
                <a:solidFill>
                  <a:srgbClr val="00095B"/>
                </a:solidFill>
              </a:rPr>
              <a:t> van a clientes que iban a volver igual.</a:t>
            </a:r>
          </a:p>
        </p:txBody>
      </p:sp>
      <p:sp>
        <p:nvSpPr>
          <p:cNvPr id="28" name="leyenda"/>
          <p:cNvSpPr txBox="1"/>
          <p:nvPr/>
        </p:nvSpPr>
        <p:spPr>
          <a:xfrm>
            <a:off x="6556248" y="4434840"/>
            <a:ext cx="4846320" cy="365760"/>
          </a:xfrm>
          <a:prstGeom prst="rect">
            <a:avLst/>
          </a:prstGeom>
          <a:noFill/>
        </p:spPr>
        <p:txBody>
          <a:bodyPr wrap="square" lIns="0" tIns="0" rIns="0" bIns="0" anchor="t">
            <a:spAutoFit/>
          </a:bodyPr>
          <a:lstStyle/>
          <a:p>
            <a:pPr algn="l"/>
            <a:r>
              <a:rPr sz="1200" b="0">
                <a:solidFill>
                  <a:srgbClr val="00095B"/>
                </a:solidFill>
              </a:rPr>
              <a:t>●</a:t>
            </a:r>
            <a:r>
              <a:rPr sz="1200" b="0">
                <a:solidFill>
                  <a:srgbClr val="7F7F7F"/>
                </a:solidFill>
              </a:rPr>
              <a:t>  se iba     </a:t>
            </a:r>
            <a:r>
              <a:rPr sz="1200" b="0">
                <a:solidFill>
                  <a:srgbClr val="B9BCBD"/>
                </a:solidFill>
              </a:rPr>
              <a:t>●</a:t>
            </a:r>
            <a:r>
              <a:rPr sz="1200" b="0">
                <a:solidFill>
                  <a:srgbClr val="7F7F7F"/>
                </a:solidFill>
              </a:rPr>
              <a:t>  volvía igual</a:t>
            </a:r>
          </a:p>
        </p:txBody>
      </p:sp>
      <p:sp>
        <p:nvSpPr>
          <p:cNvPr id="29" name="pregunta"/>
          <p:cNvSpPr txBox="1"/>
          <p:nvPr/>
        </p:nvSpPr>
        <p:spPr>
          <a:xfrm>
            <a:off x="374904" y="5349240"/>
            <a:ext cx="11430000" cy="822960"/>
          </a:xfrm>
          <a:prstGeom prst="rect">
            <a:avLst/>
          </a:prstGeom>
          <a:noFill/>
        </p:spPr>
        <p:txBody>
          <a:bodyPr wrap="square" lIns="0" tIns="0" rIns="0" bIns="0" anchor="t">
            <a:spAutoFit/>
          </a:bodyPr>
          <a:lstStyle/>
          <a:p>
            <a:pPr algn="ctr"/>
            <a:r>
              <a:rPr sz="3600" b="0">
                <a:solidFill>
                  <a:srgbClr val="1700F3"/>
                </a:solidFill>
              </a:rPr>
              <a:t>¿A quién llamo primero?</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500"/>
                                        <p:tgtEl>
                                          <p:spTgt spid="2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9"/>
                                        </p:tgtEl>
                                        <p:attrNameLst>
                                          <p:attrName>style.visibility</p:attrName>
                                        </p:attrNameLst>
                                      </p:cBhvr>
                                      <p:to>
                                        <p:strVal val="visible"/>
                                      </p:to>
                                    </p:set>
                                    <p:animEffect transition="in" filter="fade">
                                      <p:cBhvr>
                                        <p:cTn id="5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4FBDE-3FE3-E7F4-3DB3-07B44719F66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7846CD5-1CB7-DA0A-9EC6-FC1DF189BB70}"/>
              </a:ext>
            </a:extLst>
          </p:cNvPr>
          <p:cNvSpPr>
            <a:spLocks noGrp="1"/>
          </p:cNvSpPr>
          <p:nvPr>
            <p:ph type="title"/>
          </p:nvPr>
        </p:nvSpPr>
        <p:spPr/>
        <p:txBody>
          <a:bodyPr/>
          <a:lstStyle/>
          <a:p>
            <a:r>
              <a:rPr lang="en-US" dirty="0" err="1"/>
              <a:t>Descripción</a:t>
            </a:r>
            <a:r>
              <a:rPr lang="en-US" dirty="0"/>
              <a:t> de la </a:t>
            </a:r>
            <a:r>
              <a:rPr lang="en-US" dirty="0" err="1"/>
              <a:t>solución</a:t>
            </a:r>
            <a:endParaRPr lang="en-US" dirty="0"/>
          </a:p>
        </p:txBody>
      </p:sp>
      <p:sp>
        <p:nvSpPr>
          <p:cNvPr id="4" name="Text Placeholder 3">
            <a:extLst>
              <a:ext uri="{FF2B5EF4-FFF2-40B4-BE49-F238E27FC236}">
                <a16:creationId xmlns:a16="http://schemas.microsoft.com/office/drawing/2014/main" id="{B03A6DAC-1FA1-65D0-EAA4-5C77271B6D8E}"/>
              </a:ext>
            </a:extLst>
          </p:cNvPr>
          <p:cNvSpPr>
            <a:spLocks noGrp="1"/>
          </p:cNvSpPr>
          <p:nvPr>
            <p:ph type="body" sz="quarter" idx="13"/>
          </p:nvPr>
        </p:nvSpPr>
        <p:spPr/>
        <p:txBody>
          <a:bodyPr/>
          <a:lstStyle/>
          <a:p>
            <a:r>
              <a:rPr lang="en-US" dirty="0" err="1"/>
              <a:t>Primero entendimos cómo vuelve, y cómo se va, un cliente</a:t>
            </a:r>
            <a:endParaRPr lang="en-US" dirty="0"/>
          </a:p>
        </p:txBody>
      </p:sp>
      <p:sp>
        <p:nvSpPr>
          <p:cNvPr id="3" name="Text Placeholder 2">
            <a:extLst>
              <a:ext uri="{FF2B5EF4-FFF2-40B4-BE49-F238E27FC236}">
                <a16:creationId xmlns:a16="http://schemas.microsoft.com/office/drawing/2014/main" id="{3B2DA0E3-53F9-D91E-971F-8E18A1293426}"/>
              </a:ext>
            </a:extLst>
          </p:cNvPr>
          <p:cNvSpPr>
            <a:spLocks noGrp="1"/>
          </p:cNvSpPr>
          <p:nvPr>
            <p:ph type="body" sz="quarter" idx="21"/>
          </p:nvPr>
        </p:nvSpPr>
        <p:spPr/>
        <p:txBody>
          <a:bodyPr/>
          <a:lstStyle/>
          <a:p>
            <a:r>
              <a:rPr lang="en-US" dirty="0"/>
              <a:t>02</a:t>
            </a:r>
          </a:p>
        </p:txBody>
      </p:sp>
      <p:sp>
        <p:nvSpPr>
          <p:cNvPr id="2" name="Slide Number Placeholder 1">
            <a:extLst>
              <a:ext uri="{FF2B5EF4-FFF2-40B4-BE49-F238E27FC236}">
                <a16:creationId xmlns:a16="http://schemas.microsoft.com/office/drawing/2014/main" id="{43EED675-8A17-65B2-A621-2EEDA0677FA7}"/>
              </a:ext>
            </a:extLst>
          </p:cNvPr>
          <p:cNvSpPr>
            <a:spLocks noGrp="1"/>
          </p:cNvSpPr>
          <p:nvPr>
            <p:ph type="sldNum" sz="quarter" idx="4"/>
          </p:nvPr>
        </p:nvSpPr>
        <p:spPr/>
        <p:txBody>
          <a:bodyPr/>
          <a:lstStyle/>
          <a:p>
            <a:fld id="{7196636F-A64E-6C4D-AE26-50A84E19B9C9}" type="slidenum">
              <a:rPr lang="en-US" smtClean="0"/>
              <a:pPr/>
              <a:t>7</a:t>
            </a:fld>
            <a:endParaRPr lang="en-US" dirty="0"/>
          </a:p>
        </p:txBody>
      </p:sp>
    </p:spTree>
    <p:extLst>
      <p:ext uri="{BB962C8B-B14F-4D97-AF65-F5344CB8AC3E}">
        <p14:creationId xmlns:p14="http://schemas.microsoft.com/office/powerpoint/2010/main" val="2388068668"/>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Lo que nos enseñaron los datos</a:t>
            </a:r>
          </a:p>
        </p:txBody>
      </p:sp>
      <p:sp>
        <p:nvSpPr>
          <p:cNvPr id="6" name="Text Placeholder 5"/>
          <p:cNvSpPr>
            <a:spLocks noGrp="1"/>
          </p:cNvSpPr>
          <p:nvPr>
            <p:ph type="body" sz="quarter" idx="13"/>
          </p:nvPr>
        </p:nvSpPr>
        <p:spPr/>
        <p:txBody>
          <a:bodyPr/>
          <a:lstStyle/>
          <a:p>
            <a:r>
              <a:t>02 · Descripción de la solución</a:t>
            </a:r>
          </a:p>
        </p:txBody>
      </p:sp>
      <p:sp>
        <p:nvSpPr>
          <p:cNvPr id="12" name="Slide Number Placeholder 5">
            <a:extLst>
              <a:ext uri="{FF2B5EF4-FFF2-40B4-BE49-F238E27FC236}">
                <a16:creationId xmlns:a16="http://schemas.microsoft.com/office/drawing/2014/main" id="{1D3D31A6-F62C-4598-B07D-A40570B104B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8</a:t>
            </a:fld>
            <a:endParaRPr lang="en-US" dirty="0"/>
          </a:p>
        </p:txBody>
      </p:sp>
      <p:sp>
        <p:nvSpPr>
          <p:cNvPr id="13" name="dato1_num"/>
          <p:cNvSpPr txBox="1"/>
          <p:nvPr/>
        </p:nvSpPr>
        <p:spPr>
          <a:xfrm>
            <a:off x="374904" y="1691640"/>
            <a:ext cx="3017520" cy="914400"/>
          </a:xfrm>
          <a:prstGeom prst="rect">
            <a:avLst/>
          </a:prstGeom>
          <a:noFill/>
        </p:spPr>
        <p:txBody>
          <a:bodyPr wrap="square" lIns="0" tIns="0" rIns="0" bIns="0" anchor="t">
            <a:spAutoFit/>
          </a:bodyPr>
          <a:lstStyle/>
          <a:p>
            <a:pPr algn="l"/>
            <a:r>
              <a:rPr sz="4000" b="0">
                <a:solidFill>
                  <a:srgbClr val="1700F3"/>
                </a:solidFill>
              </a:rPr>
              <a:t>6 a 8 meses</a:t>
            </a:r>
          </a:p>
        </p:txBody>
      </p:sp>
      <p:sp>
        <p:nvSpPr>
          <p:cNvPr id="14" name="dato1_cab"/>
          <p:cNvSpPr txBox="1"/>
          <p:nvPr/>
        </p:nvSpPr>
        <p:spPr>
          <a:xfrm>
            <a:off x="374904" y="2606040"/>
            <a:ext cx="2971800" cy="822960"/>
          </a:xfrm>
          <a:prstGeom prst="rect">
            <a:avLst/>
          </a:prstGeom>
          <a:noFill/>
        </p:spPr>
        <p:txBody>
          <a:bodyPr wrap="square" lIns="0" tIns="0" rIns="0" bIns="0" anchor="t">
            <a:spAutoFit/>
          </a:bodyPr>
          <a:lstStyle/>
          <a:p>
            <a:pPr algn="l"/>
            <a:r>
              <a:rPr sz="1700" b="1">
                <a:solidFill>
                  <a:srgbClr val="00095B"/>
                </a:solidFill>
              </a:rPr>
              <a:t>El service va por kilómetros, no por calendario</a:t>
            </a:r>
          </a:p>
        </p:txBody>
      </p:sp>
      <p:sp>
        <p:nvSpPr>
          <p:cNvPr id="15" name="dato1_cuerpo"/>
          <p:cNvSpPr txBox="1"/>
          <p:nvPr/>
        </p:nvSpPr>
        <p:spPr>
          <a:xfrm>
            <a:off x="374904" y="3611880"/>
            <a:ext cx="2834640" cy="2194560"/>
          </a:xfrm>
          <a:prstGeom prst="rect">
            <a:avLst/>
          </a:prstGeom>
          <a:noFill/>
        </p:spPr>
        <p:txBody>
          <a:bodyPr wrap="square" lIns="0" tIns="0" rIns="0" bIns="0" anchor="t">
            <a:spAutoFit/>
          </a:bodyPr>
          <a:lstStyle/>
          <a:p>
            <a:pPr algn="l"/>
            <a:r>
              <a:rPr sz="1500" b="0">
                <a:solidFill>
                  <a:srgbClr val="7F7F7F"/>
                </a:solidFill>
              </a:rPr>
              <a:t>Una Ranger hace unos 22.000 km por año. Si se espera “al año”, se llega tarde: el 86 % ya lo había hecho.</a:t>
            </a:r>
          </a:p>
        </p:txBody>
      </p:sp>
      <p:sp>
        <p:nvSpPr>
          <p:cNvPr id="16" name="dato2_num"/>
          <p:cNvSpPr txBox="1"/>
          <p:nvPr/>
        </p:nvSpPr>
        <p:spPr>
          <a:xfrm>
            <a:off x="4581144" y="1691640"/>
            <a:ext cx="3017520" cy="914400"/>
          </a:xfrm>
          <a:prstGeom prst="rect">
            <a:avLst/>
          </a:prstGeom>
          <a:noFill/>
        </p:spPr>
        <p:txBody>
          <a:bodyPr wrap="square" lIns="0" tIns="0" rIns="0" bIns="0" anchor="t">
            <a:spAutoFit/>
          </a:bodyPr>
          <a:lstStyle/>
          <a:p>
            <a:pPr algn="l"/>
            <a:r>
              <a:rPr sz="4000" b="0">
                <a:solidFill>
                  <a:srgbClr val="1700F3"/>
                </a:solidFill>
              </a:rPr>
              <a:t>1 de cada 3</a:t>
            </a:r>
          </a:p>
        </p:txBody>
      </p:sp>
      <p:sp>
        <p:nvSpPr>
          <p:cNvPr id="17" name="dato2_cab"/>
          <p:cNvSpPr txBox="1"/>
          <p:nvPr/>
        </p:nvSpPr>
        <p:spPr>
          <a:xfrm>
            <a:off x="4581144" y="2606040"/>
            <a:ext cx="2971800" cy="822960"/>
          </a:xfrm>
          <a:prstGeom prst="rect">
            <a:avLst/>
          </a:prstGeom>
          <a:noFill/>
        </p:spPr>
        <p:txBody>
          <a:bodyPr wrap="square" lIns="0" tIns="0" rIns="0" bIns="0" anchor="t">
            <a:spAutoFit/>
          </a:bodyPr>
          <a:lstStyle/>
          <a:p>
            <a:pPr algn="l"/>
            <a:r>
              <a:rPr sz="1700" b="1">
                <a:solidFill>
                  <a:srgbClr val="00095B"/>
                </a:solidFill>
              </a:rPr>
              <a:t>El primer service es el momento crítico</a:t>
            </a:r>
          </a:p>
        </p:txBody>
      </p:sp>
      <p:sp>
        <p:nvSpPr>
          <p:cNvPr id="18" name="dato2_cuerpo"/>
          <p:cNvSpPr txBox="1"/>
          <p:nvPr/>
        </p:nvSpPr>
        <p:spPr>
          <a:xfrm>
            <a:off x="4581144" y="3611880"/>
            <a:ext cx="2834640" cy="2194560"/>
          </a:xfrm>
          <a:prstGeom prst="rect">
            <a:avLst/>
          </a:prstGeom>
          <a:noFill/>
        </p:spPr>
        <p:txBody>
          <a:bodyPr wrap="square" lIns="0" tIns="0" rIns="0" bIns="0" anchor="t">
            <a:spAutoFit/>
          </a:bodyPr>
          <a:lstStyle/>
          <a:p>
            <a:pPr algn="l"/>
            <a:r>
              <a:rPr sz="1500" b="0">
                <a:solidFill>
                  <a:srgbClr val="7F7F7F"/>
                </a:solidFill>
              </a:rPr>
              <a:t>Más de un tercio no hace el primero en la red. En el segundo, la pérdida baja a 1 de cada 4: el que entra, se queda.</a:t>
            </a:r>
          </a:p>
        </p:txBody>
      </p:sp>
      <p:sp>
        <p:nvSpPr>
          <p:cNvPr id="19" name="dato3_num"/>
          <p:cNvSpPr txBox="1"/>
          <p:nvPr/>
        </p:nvSpPr>
        <p:spPr>
          <a:xfrm>
            <a:off x="8732520" y="1691640"/>
            <a:ext cx="3017520" cy="914400"/>
          </a:xfrm>
          <a:prstGeom prst="rect">
            <a:avLst/>
          </a:prstGeom>
          <a:noFill/>
        </p:spPr>
        <p:txBody>
          <a:bodyPr wrap="square" lIns="0" tIns="0" rIns="0" bIns="0" anchor="t">
            <a:spAutoFit/>
          </a:bodyPr>
          <a:lstStyle/>
          <a:p>
            <a:pPr algn="l"/>
            <a:r>
              <a:rPr sz="4000" b="0">
                <a:solidFill>
                  <a:srgbClr val="1700F3"/>
                </a:solidFill>
              </a:rPr>
              <a:t>Se ve venir</a:t>
            </a:r>
          </a:p>
        </p:txBody>
      </p:sp>
      <p:sp>
        <p:nvSpPr>
          <p:cNvPr id="20" name="dato3_cab"/>
          <p:cNvSpPr txBox="1"/>
          <p:nvPr/>
        </p:nvSpPr>
        <p:spPr>
          <a:xfrm>
            <a:off x="8732520" y="2606040"/>
            <a:ext cx="2971800" cy="822960"/>
          </a:xfrm>
          <a:prstGeom prst="rect">
            <a:avLst/>
          </a:prstGeom>
          <a:noFill/>
        </p:spPr>
        <p:txBody>
          <a:bodyPr wrap="square" lIns="0" tIns="0" rIns="0" bIns="0" anchor="t">
            <a:spAutoFit/>
          </a:bodyPr>
          <a:lstStyle/>
          <a:p>
            <a:pPr algn="l"/>
            <a:r>
              <a:rPr sz="1700" b="1">
                <a:solidFill>
                  <a:srgbClr val="00095B"/>
                </a:solidFill>
              </a:rPr>
              <a:t>El que se va deja señales</a:t>
            </a:r>
          </a:p>
        </p:txBody>
      </p:sp>
      <p:sp>
        <p:nvSpPr>
          <p:cNvPr id="21" name="dato3_cuerpo"/>
          <p:cNvSpPr txBox="1"/>
          <p:nvPr/>
        </p:nvSpPr>
        <p:spPr>
          <a:xfrm>
            <a:off x="8732520" y="3611880"/>
            <a:ext cx="2834640" cy="2194560"/>
          </a:xfrm>
          <a:prstGeom prst="rect">
            <a:avLst/>
          </a:prstGeom>
          <a:noFill/>
        </p:spPr>
        <p:txBody>
          <a:bodyPr wrap="square" lIns="0" tIns="0" rIns="0" bIns="0" anchor="t">
            <a:spAutoFit/>
          </a:bodyPr>
          <a:lstStyle/>
          <a:p>
            <a:pPr algn="l"/>
            <a:r>
              <a:rPr sz="1500" b="0">
                <a:solidFill>
                  <a:srgbClr val="7F7F7F"/>
                </a:solidFill>
              </a:rPr>
              <a:t>Llega tarde respecto del plan, viene poco, es una flota, depende del concesionario. La encuesta de satisfacción no anticipa nada.</a:t>
            </a:r>
          </a:p>
        </p:txBody>
      </p:sp>
      <p:sp>
        <p:nvSpPr>
          <p:cNvPr id="22" name="fuente"/>
          <p:cNvSpPr txBox="1"/>
          <p:nvPr/>
        </p:nvSpPr>
        <p:spPr>
          <a:xfrm>
            <a:off x="374904" y="5897880"/>
            <a:ext cx="11247120" cy="274320"/>
          </a:xfrm>
          <a:prstGeom prst="rect">
            <a:avLst/>
          </a:prstGeom>
          <a:noFill/>
        </p:spPr>
        <p:txBody>
          <a:bodyPr wrap="square" lIns="0" tIns="0" rIns="0" bIns="0" anchor="t">
            <a:spAutoFit/>
          </a:bodyPr>
          <a:lstStyle/>
          <a:p>
            <a:pPr algn="l"/>
            <a:r>
              <a:rPr sz="1000" b="0">
                <a:solidFill>
                  <a:srgbClr val="7F7F7F"/>
                </a:solidFill>
              </a:rPr>
              <a:t>631.623 líneas de agenda de turnos y 59.384 ventas de Ranger, 2024-2026.</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500"/>
                                        <p:tgtEl>
                                          <p:spTgt spid="1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500"/>
                                        <p:tgtEl>
                                          <p:spTgt spid="1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8" grpId="0"/>
      <p:bldP spid="19" grpId="0"/>
      <p:bldP spid="20" grpId="0"/>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Dónde entra: ordena la cola y explica cada caso</a:t>
            </a:r>
          </a:p>
        </p:txBody>
      </p:sp>
      <p:sp>
        <p:nvSpPr>
          <p:cNvPr id="3" name="Text Placeholder 2"/>
          <p:cNvSpPr>
            <a:spLocks noGrp="1"/>
          </p:cNvSpPr>
          <p:nvPr>
            <p:ph type="body" sz="quarter" idx="13"/>
          </p:nvPr>
        </p:nvSpPr>
        <p:spPr/>
        <p:txBody>
          <a:bodyPr/>
          <a:lstStyle/>
          <a:p>
            <a:r>
              <a:t>02 · Descripción de la solución</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9</a:t>
            </a:fld>
            <a:endParaRPr lang="en-US" dirty="0"/>
          </a:p>
        </p:txBody>
      </p:sp>
      <p:sp>
        <p:nvSpPr>
          <p:cNvPr id="8" name="paso1_caja"/>
          <p:cNvSpPr/>
          <p:nvPr/>
        </p:nvSpPr>
        <p:spPr>
          <a:xfrm>
            <a:off x="545439" y="2011680"/>
            <a:ext cx="2487168" cy="2834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aso1_icono" descr="image19.png"/>
          <p:cNvPicPr>
            <a:picLocks noChangeAspect="1"/>
          </p:cNvPicPr>
          <p:nvPr/>
        </p:nvPicPr>
        <p:blipFill>
          <a:blip r:embed="rId3"/>
          <a:stretch>
            <a:fillRect/>
          </a:stretch>
        </p:blipFill>
        <p:spPr>
          <a:xfrm>
            <a:off x="1286103" y="2286000"/>
            <a:ext cx="1005840" cy="1005840"/>
          </a:xfrm>
          <a:prstGeom prst="rect">
            <a:avLst/>
          </a:prstGeom>
        </p:spPr>
      </p:pic>
      <p:sp>
        <p:nvSpPr>
          <p:cNvPr id="10" name="paso1_cab"/>
          <p:cNvSpPr txBox="1"/>
          <p:nvPr/>
        </p:nvSpPr>
        <p:spPr>
          <a:xfrm>
            <a:off x="728319" y="3429000"/>
            <a:ext cx="2121408" cy="914400"/>
          </a:xfrm>
          <a:prstGeom prst="rect">
            <a:avLst/>
          </a:prstGeom>
          <a:noFill/>
        </p:spPr>
        <p:txBody>
          <a:bodyPr wrap="square" lIns="0" tIns="0" rIns="0" bIns="0" anchor="t">
            <a:spAutoFit/>
          </a:bodyPr>
          <a:lstStyle/>
          <a:p>
            <a:pPr algn="ctr"/>
            <a:r>
              <a:rPr sz="1600" b="1">
                <a:solidFill>
                  <a:srgbClr val="00095B"/>
                </a:solidFill>
              </a:rPr>
              <a:t>La Ranger entra en su ventana de service</a:t>
            </a:r>
          </a:p>
        </p:txBody>
      </p:sp>
      <p:sp>
        <p:nvSpPr>
          <p:cNvPr id="11" name="paso1_sub"/>
          <p:cNvSpPr txBox="1"/>
          <p:nvPr/>
        </p:nvSpPr>
        <p:spPr>
          <a:xfrm>
            <a:off x="728319" y="4343400"/>
            <a:ext cx="2121408" cy="320040"/>
          </a:xfrm>
          <a:prstGeom prst="rect">
            <a:avLst/>
          </a:prstGeom>
          <a:noFill/>
        </p:spPr>
        <p:txBody>
          <a:bodyPr wrap="square" lIns="0" tIns="0" rIns="0" bIns="0" anchor="t">
            <a:spAutoFit/>
          </a:bodyPr>
          <a:lstStyle/>
          <a:p>
            <a:pPr algn="ctr"/>
            <a:r>
              <a:rPr sz="1000" b="0" spc="200">
                <a:solidFill>
                  <a:srgbClr val="1700F3"/>
                </a:solidFill>
              </a:rPr>
              <a:t>COMO HOY</a:t>
            </a:r>
          </a:p>
        </p:txBody>
      </p:sp>
      <p:sp>
        <p:nvSpPr>
          <p:cNvPr id="12" name="flecha1"/>
          <p:cNvSpPr/>
          <p:nvPr/>
        </p:nvSpPr>
        <p:spPr>
          <a:xfrm>
            <a:off x="3124047" y="3246120"/>
            <a:ext cx="201168" cy="310896"/>
          </a:xfrm>
          <a:prstGeom prst="chevron">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paso2_caja"/>
          <p:cNvSpPr/>
          <p:nvPr/>
        </p:nvSpPr>
        <p:spPr>
          <a:xfrm>
            <a:off x="3416655" y="2011680"/>
            <a:ext cx="2487168" cy="2834640"/>
          </a:xfrm>
          <a:prstGeom prst="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aso2_icono" descr="image17_blanco.png"/>
          <p:cNvPicPr>
            <a:picLocks noChangeAspect="1"/>
          </p:cNvPicPr>
          <p:nvPr/>
        </p:nvPicPr>
        <p:blipFill>
          <a:blip r:embed="rId4"/>
          <a:stretch>
            <a:fillRect/>
          </a:stretch>
        </p:blipFill>
        <p:spPr>
          <a:xfrm>
            <a:off x="4157319" y="2286000"/>
            <a:ext cx="1005840" cy="1005840"/>
          </a:xfrm>
          <a:prstGeom prst="rect">
            <a:avLst/>
          </a:prstGeom>
        </p:spPr>
      </p:pic>
      <p:sp>
        <p:nvSpPr>
          <p:cNvPr id="15" name="paso2_cab"/>
          <p:cNvSpPr txBox="1"/>
          <p:nvPr/>
        </p:nvSpPr>
        <p:spPr>
          <a:xfrm>
            <a:off x="3599535" y="3429000"/>
            <a:ext cx="2121408" cy="914400"/>
          </a:xfrm>
          <a:prstGeom prst="rect">
            <a:avLst/>
          </a:prstGeom>
          <a:noFill/>
        </p:spPr>
        <p:txBody>
          <a:bodyPr wrap="square" lIns="0" tIns="0" rIns="0" bIns="0" anchor="t">
            <a:spAutoFit/>
          </a:bodyPr>
          <a:lstStyle/>
          <a:p>
            <a:pPr algn="ctr"/>
            <a:r>
              <a:rPr sz="1600" b="1">
                <a:solidFill>
                  <a:srgbClr val="FFFFFF"/>
                </a:solidFill>
              </a:rPr>
              <a:t>La lista la ordena por riesgo y dice por qué</a:t>
            </a:r>
          </a:p>
        </p:txBody>
      </p:sp>
      <p:sp>
        <p:nvSpPr>
          <p:cNvPr id="16" name="paso2_sub"/>
          <p:cNvSpPr txBox="1"/>
          <p:nvPr/>
        </p:nvSpPr>
        <p:spPr>
          <a:xfrm>
            <a:off x="3599535" y="4343400"/>
            <a:ext cx="2121408" cy="320040"/>
          </a:xfrm>
          <a:prstGeom prst="rect">
            <a:avLst/>
          </a:prstGeom>
          <a:noFill/>
        </p:spPr>
        <p:txBody>
          <a:bodyPr wrap="square" lIns="0" tIns="0" rIns="0" bIns="0" anchor="t">
            <a:spAutoFit/>
          </a:bodyPr>
          <a:lstStyle/>
          <a:p>
            <a:pPr algn="ctr"/>
            <a:r>
              <a:rPr sz="1000" b="0" spc="200">
                <a:solidFill>
                  <a:srgbClr val="FFFFFF"/>
                </a:solidFill>
              </a:rPr>
              <a:t>LO NUEVO</a:t>
            </a:r>
          </a:p>
        </p:txBody>
      </p:sp>
      <p:sp>
        <p:nvSpPr>
          <p:cNvPr id="17" name="flecha2"/>
          <p:cNvSpPr/>
          <p:nvPr/>
        </p:nvSpPr>
        <p:spPr>
          <a:xfrm>
            <a:off x="5995263" y="3246120"/>
            <a:ext cx="201168" cy="310896"/>
          </a:xfrm>
          <a:prstGeom prst="chevron">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paso3_caja"/>
          <p:cNvSpPr/>
          <p:nvPr/>
        </p:nvSpPr>
        <p:spPr>
          <a:xfrm>
            <a:off x="6287871" y="2011680"/>
            <a:ext cx="2487168" cy="2834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aso3_icono" descr="image14.png"/>
          <p:cNvPicPr>
            <a:picLocks noChangeAspect="1"/>
          </p:cNvPicPr>
          <p:nvPr/>
        </p:nvPicPr>
        <p:blipFill>
          <a:blip r:embed="rId5"/>
          <a:stretch>
            <a:fillRect/>
          </a:stretch>
        </p:blipFill>
        <p:spPr>
          <a:xfrm>
            <a:off x="7028535" y="2286000"/>
            <a:ext cx="1005840" cy="1005840"/>
          </a:xfrm>
          <a:prstGeom prst="rect">
            <a:avLst/>
          </a:prstGeom>
        </p:spPr>
      </p:pic>
      <p:sp>
        <p:nvSpPr>
          <p:cNvPr id="20" name="paso3_cab"/>
          <p:cNvSpPr txBox="1"/>
          <p:nvPr/>
        </p:nvSpPr>
        <p:spPr>
          <a:xfrm>
            <a:off x="6470751" y="3429000"/>
            <a:ext cx="2121408" cy="914400"/>
          </a:xfrm>
          <a:prstGeom prst="rect">
            <a:avLst/>
          </a:prstGeom>
          <a:noFill/>
        </p:spPr>
        <p:txBody>
          <a:bodyPr wrap="square" lIns="0" tIns="0" rIns="0" bIns="0" anchor="t">
            <a:spAutoFit/>
          </a:bodyPr>
          <a:lstStyle/>
          <a:p>
            <a:pPr algn="ctr"/>
            <a:r>
              <a:rPr sz="1600" b="1">
                <a:solidFill>
                  <a:srgbClr val="00095B"/>
                </a:solidFill>
              </a:rPr>
              <a:t>El concesionario llama, o FordPass le recuerda</a:t>
            </a:r>
          </a:p>
        </p:txBody>
      </p:sp>
      <p:sp>
        <p:nvSpPr>
          <p:cNvPr id="21" name="paso3_sub"/>
          <p:cNvSpPr txBox="1"/>
          <p:nvPr/>
        </p:nvSpPr>
        <p:spPr>
          <a:xfrm>
            <a:off x="6470751" y="4343400"/>
            <a:ext cx="2121408" cy="320040"/>
          </a:xfrm>
          <a:prstGeom prst="rect">
            <a:avLst/>
          </a:prstGeom>
          <a:noFill/>
        </p:spPr>
        <p:txBody>
          <a:bodyPr wrap="square" lIns="0" tIns="0" rIns="0" bIns="0" anchor="t">
            <a:spAutoFit/>
          </a:bodyPr>
          <a:lstStyle/>
          <a:p>
            <a:pPr algn="ctr"/>
            <a:r>
              <a:rPr sz="1000" b="0" spc="200">
                <a:solidFill>
                  <a:srgbClr val="1700F3"/>
                </a:solidFill>
              </a:rPr>
              <a:t>SEGÚN EL RIESGO</a:t>
            </a:r>
          </a:p>
        </p:txBody>
      </p:sp>
      <p:sp>
        <p:nvSpPr>
          <p:cNvPr id="22" name="flecha3"/>
          <p:cNvSpPr/>
          <p:nvPr/>
        </p:nvSpPr>
        <p:spPr>
          <a:xfrm>
            <a:off x="8866479" y="3246120"/>
            <a:ext cx="201168" cy="310896"/>
          </a:xfrm>
          <a:prstGeom prst="chevron">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paso4_caja"/>
          <p:cNvSpPr/>
          <p:nvPr/>
        </p:nvSpPr>
        <p:spPr>
          <a:xfrm>
            <a:off x="9159087" y="2011680"/>
            <a:ext cx="2487168" cy="28346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aso4_icono" descr="image18.png"/>
          <p:cNvPicPr>
            <a:picLocks noChangeAspect="1"/>
          </p:cNvPicPr>
          <p:nvPr/>
        </p:nvPicPr>
        <p:blipFill>
          <a:blip r:embed="rId6"/>
          <a:stretch>
            <a:fillRect/>
          </a:stretch>
        </p:blipFill>
        <p:spPr>
          <a:xfrm>
            <a:off x="9899751" y="2286000"/>
            <a:ext cx="1005840" cy="1005840"/>
          </a:xfrm>
          <a:prstGeom prst="rect">
            <a:avLst/>
          </a:prstGeom>
        </p:spPr>
      </p:pic>
      <p:sp>
        <p:nvSpPr>
          <p:cNvPr id="25" name="paso4_cab"/>
          <p:cNvSpPr txBox="1"/>
          <p:nvPr/>
        </p:nvSpPr>
        <p:spPr>
          <a:xfrm>
            <a:off x="9341967" y="3429000"/>
            <a:ext cx="2121408" cy="914400"/>
          </a:xfrm>
          <a:prstGeom prst="rect">
            <a:avLst/>
          </a:prstGeom>
          <a:noFill/>
        </p:spPr>
        <p:txBody>
          <a:bodyPr wrap="square" lIns="0" tIns="0" rIns="0" bIns="0" anchor="t">
            <a:spAutoFit/>
          </a:bodyPr>
          <a:lstStyle/>
          <a:p>
            <a:pPr algn="ctr"/>
            <a:r>
              <a:rPr sz="1600" b="1">
                <a:solidFill>
                  <a:srgbClr val="00095B"/>
                </a:solidFill>
              </a:rPr>
              <a:t>Turno y service en la red</a:t>
            </a:r>
          </a:p>
        </p:txBody>
      </p:sp>
      <p:sp>
        <p:nvSpPr>
          <p:cNvPr id="26" name="paso4_sub"/>
          <p:cNvSpPr txBox="1"/>
          <p:nvPr/>
        </p:nvSpPr>
        <p:spPr>
          <a:xfrm>
            <a:off x="9341967" y="4343400"/>
            <a:ext cx="2121408" cy="320040"/>
          </a:xfrm>
          <a:prstGeom prst="rect">
            <a:avLst/>
          </a:prstGeom>
          <a:noFill/>
        </p:spPr>
        <p:txBody>
          <a:bodyPr wrap="square" lIns="0" tIns="0" rIns="0" bIns="0" anchor="t">
            <a:spAutoFit/>
          </a:bodyPr>
          <a:lstStyle/>
          <a:p>
            <a:pPr algn="ctr"/>
            <a:r>
              <a:rPr sz="1000" b="0" spc="200">
                <a:solidFill>
                  <a:srgbClr val="1700F3"/>
                </a:solidFill>
              </a:rPr>
              <a:t>EL CLIENTE VUELVE</a:t>
            </a:r>
          </a:p>
        </p:txBody>
      </p:sp>
      <p:sp>
        <p:nvSpPr>
          <p:cNvPr id="27" name="remate"/>
          <p:cNvSpPr txBox="1"/>
          <p:nvPr/>
        </p:nvSpPr>
        <p:spPr>
          <a:xfrm>
            <a:off x="374904" y="5257800"/>
            <a:ext cx="11430000" cy="640080"/>
          </a:xfrm>
          <a:prstGeom prst="rect">
            <a:avLst/>
          </a:prstGeom>
          <a:noFill/>
        </p:spPr>
        <p:txBody>
          <a:bodyPr wrap="square" lIns="0" tIns="0" rIns="0" bIns="0" anchor="t">
            <a:spAutoFit/>
          </a:bodyPr>
          <a:lstStyle/>
          <a:p>
            <a:pPr algn="ctr"/>
            <a:r>
              <a:rPr sz="2600" b="0">
                <a:solidFill>
                  <a:srgbClr val="00095B"/>
                </a:solidFill>
              </a:rPr>
              <a:t>No cambiamos el proceso: </a:t>
            </a:r>
            <a:r>
              <a:rPr sz="2600" b="1">
                <a:solidFill>
                  <a:srgbClr val="1700F3"/>
                </a:solidFill>
              </a:rPr>
              <a:t>le cambiamos el orden.</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7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70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22" presetClass="entr" presetSubtype="8"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left)">
                                      <p:cBhvr>
                                        <p:cTn id="41" dur="700"/>
                                        <p:tgtEl>
                                          <p:spTgt spid="18"/>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500"/>
                                        <p:tgtEl>
                                          <p:spTgt spid="2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wipe(left)">
                                      <p:cBhvr>
                                        <p:cTn id="58" dur="700"/>
                                        <p:tgtEl>
                                          <p:spTgt spid="23"/>
                                        </p:tgtEl>
                                      </p:cBhvr>
                                    </p:animEffect>
                                  </p:childTnLst>
                                </p:cTn>
                              </p:par>
                              <p:par>
                                <p:cTn id="59" presetID="10" presetClass="entr" presetSubtype="0" fill="hold"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50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p:bldP spid="11" grpId="0"/>
      <p:bldP spid="12" grpId="0" animBg="1"/>
      <p:bldP spid="13" grpId="0" animBg="1"/>
      <p:bldP spid="15" grpId="0"/>
      <p:bldP spid="16" grpId="0"/>
      <p:bldP spid="17" grpId="0" animBg="1"/>
      <p:bldP spid="18" grpId="0" animBg="1"/>
      <p:bldP spid="20" grpId="0"/>
      <p:bldP spid="21" grpId="0"/>
      <p:bldP spid="22" grpId="0" animBg="1"/>
      <p:bldP spid="23" grpId="0" animBg="1"/>
      <p:bldP spid="25" grpId="0"/>
      <p:bldP spid="26" grpId="0"/>
      <p:bldP spid="2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 la lista, cada llamado rinde el doble</a:t>
            </a:r>
          </a:p>
        </p:txBody>
      </p:sp>
      <p:sp>
        <p:nvSpPr>
          <p:cNvPr id="3" name="Text Placeholder 2"/>
          <p:cNvSpPr>
            <a:spLocks noGrp="1"/>
          </p:cNvSpPr>
          <p:nvPr>
            <p:ph type="body" sz="quarter" idx="13"/>
          </p:nvPr>
        </p:nvSpPr>
        <p:spPr/>
        <p:txBody>
          <a:bodyPr/>
          <a:lstStyle/>
          <a:p>
            <a:r>
              <a:t>02 · Descripción de la solución</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10</a:t>
            </a:fld>
            <a:endParaRPr lang="en-US" dirty="0"/>
          </a:p>
        </p:txBody>
      </p:sp>
      <p:sp>
        <p:nvSpPr>
          <p:cNvPr id="8" name="pregunta_grafico"/>
          <p:cNvSpPr txBox="1"/>
          <p:nvPr/>
        </p:nvSpPr>
        <p:spPr>
          <a:xfrm>
            <a:off x="374904" y="1417320"/>
            <a:ext cx="6217920" cy="365760"/>
          </a:xfrm>
          <a:prstGeom prst="rect">
            <a:avLst/>
          </a:prstGeom>
          <a:noFill/>
        </p:spPr>
        <p:txBody>
          <a:bodyPr wrap="square" lIns="0" tIns="0" rIns="0" bIns="0" anchor="t">
            <a:spAutoFit/>
          </a:bodyPr>
          <a:lstStyle/>
          <a:p>
            <a:pPr algn="l"/>
            <a:r>
              <a:rPr sz="1500" b="0">
                <a:solidFill>
                  <a:srgbClr val="7F7F7F"/>
                </a:solidFill>
              </a:rPr>
              <a:t>De cada 10 llamados, cuántos llegan a alguien que se iba</a:t>
            </a:r>
          </a:p>
        </p:txBody>
      </p:sp>
      <p:cxnSp>
        <p:nvCxnSpPr>
          <p:cNvPr id="9" name="eje"/>
          <p:cNvCxnSpPr/>
          <p:nvPr/>
        </p:nvCxnSpPr>
        <p:spPr>
          <a:xfrm>
            <a:off x="548640" y="5532120"/>
            <a:ext cx="5486400" cy="0"/>
          </a:xfrm>
          <a:prstGeom prst="line">
            <a:avLst/>
          </a:prstGeom>
          <a:ln w="12700">
            <a:solidFill>
              <a:srgbClr val="B9BCBD"/>
            </a:solidFill>
          </a:ln>
        </p:spPr>
        <p:style>
          <a:lnRef idx="2">
            <a:schemeClr val="accent1"/>
          </a:lnRef>
          <a:fillRef idx="0">
            <a:schemeClr val="accent1"/>
          </a:fillRef>
          <a:effectRef idx="1">
            <a:schemeClr val="accent1"/>
          </a:effectRef>
          <a:fontRef idx="minor">
            <a:schemeClr val="tx1"/>
          </a:fontRef>
        </p:style>
      </p:cxnSp>
      <p:sp>
        <p:nvSpPr>
          <p:cNvPr id="10" name="barra1"/>
          <p:cNvSpPr/>
          <p:nvPr/>
        </p:nvSpPr>
        <p:spPr>
          <a:xfrm>
            <a:off x="822960" y="4129796"/>
            <a:ext cx="1920240" cy="1402323"/>
          </a:xfrm>
          <a:prstGeom prst="rect">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barra1_valor"/>
          <p:cNvSpPr txBox="1"/>
          <p:nvPr/>
        </p:nvSpPr>
        <p:spPr>
          <a:xfrm>
            <a:off x="548640" y="3352556"/>
            <a:ext cx="2468880" cy="731520"/>
          </a:xfrm>
          <a:prstGeom prst="rect">
            <a:avLst/>
          </a:prstGeom>
          <a:noFill/>
        </p:spPr>
        <p:txBody>
          <a:bodyPr wrap="square" lIns="0" tIns="0" rIns="0" bIns="0" anchor="t">
            <a:spAutoFit/>
          </a:bodyPr>
          <a:lstStyle/>
          <a:p>
            <a:pPr algn="ctr"/>
            <a:r>
              <a:rPr sz="3600" b="0">
                <a:solidFill>
                  <a:srgbClr val="00095B"/>
                </a:solidFill>
              </a:rPr>
              <a:t>4 de 10</a:t>
            </a:r>
          </a:p>
        </p:txBody>
      </p:sp>
      <p:sp>
        <p:nvSpPr>
          <p:cNvPr id="12" name="barra1_pie"/>
          <p:cNvSpPr txBox="1"/>
          <p:nvPr/>
        </p:nvSpPr>
        <p:spPr>
          <a:xfrm>
            <a:off x="548640" y="5623559"/>
            <a:ext cx="2468880" cy="640080"/>
          </a:xfrm>
          <a:prstGeom prst="rect">
            <a:avLst/>
          </a:prstGeom>
          <a:noFill/>
        </p:spPr>
        <p:txBody>
          <a:bodyPr wrap="square" lIns="0" tIns="0" rIns="0" bIns="0" anchor="t">
            <a:spAutoFit/>
          </a:bodyPr>
          <a:lstStyle/>
          <a:p>
            <a:pPr algn="ctr"/>
            <a:r>
              <a:rPr sz="1300" b="0">
                <a:solidFill>
                  <a:srgbClr val="00095B"/>
                </a:solidFill>
              </a:rPr>
              <a:t>Hoy</a:t>
            </a:r>
          </a:p>
          <a:p>
            <a:pPr algn="ctr"/>
            <a:r>
              <a:rPr sz="1300" b="0">
                <a:solidFill>
                  <a:srgbClr val="00095B"/>
                </a:solidFill>
              </a:rPr>
              <a:t>(a todos igual)</a:t>
            </a:r>
          </a:p>
        </p:txBody>
      </p:sp>
      <p:sp>
        <p:nvSpPr>
          <p:cNvPr id="13" name="barra2"/>
          <p:cNvSpPr/>
          <p:nvPr/>
        </p:nvSpPr>
        <p:spPr>
          <a:xfrm>
            <a:off x="3566160" y="2980944"/>
            <a:ext cx="1920240" cy="2551176"/>
          </a:xfrm>
          <a:prstGeom prst="rect">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barra2_valor"/>
          <p:cNvSpPr txBox="1"/>
          <p:nvPr/>
        </p:nvSpPr>
        <p:spPr>
          <a:xfrm>
            <a:off x="3291840" y="2203703"/>
            <a:ext cx="2468880" cy="731520"/>
          </a:xfrm>
          <a:prstGeom prst="rect">
            <a:avLst/>
          </a:prstGeom>
          <a:noFill/>
        </p:spPr>
        <p:txBody>
          <a:bodyPr wrap="square" lIns="0" tIns="0" rIns="0" bIns="0" anchor="t">
            <a:spAutoFit/>
          </a:bodyPr>
          <a:lstStyle/>
          <a:p>
            <a:pPr algn="ctr"/>
            <a:r>
              <a:rPr sz="3600" b="0">
                <a:solidFill>
                  <a:srgbClr val="1700F3"/>
                </a:solidFill>
              </a:rPr>
              <a:t>8 de 10</a:t>
            </a:r>
          </a:p>
        </p:txBody>
      </p:sp>
      <p:sp>
        <p:nvSpPr>
          <p:cNvPr id="15" name="barra2_pie"/>
          <p:cNvSpPr txBox="1"/>
          <p:nvPr/>
        </p:nvSpPr>
        <p:spPr>
          <a:xfrm>
            <a:off x="3291840" y="5623559"/>
            <a:ext cx="2468880" cy="640080"/>
          </a:xfrm>
          <a:prstGeom prst="rect">
            <a:avLst/>
          </a:prstGeom>
          <a:noFill/>
        </p:spPr>
        <p:txBody>
          <a:bodyPr wrap="square" lIns="0" tIns="0" rIns="0" bIns="0" anchor="t">
            <a:spAutoFit/>
          </a:bodyPr>
          <a:lstStyle/>
          <a:p>
            <a:pPr algn="ctr"/>
            <a:r>
              <a:rPr sz="1300" b="0">
                <a:solidFill>
                  <a:srgbClr val="00095B"/>
                </a:solidFill>
              </a:rPr>
              <a:t>Con la lista</a:t>
            </a:r>
          </a:p>
          <a:p>
            <a:pPr algn="ctr"/>
            <a:r>
              <a:rPr sz="1300" b="0">
                <a:solidFill>
                  <a:srgbClr val="00095B"/>
                </a:solidFill>
              </a:rPr>
              <a:t>(el primer 20 %)</a:t>
            </a:r>
          </a:p>
        </p:txBody>
      </p:sp>
      <p:sp>
        <p:nvSpPr>
          <p:cNvPr id="16" name="divisor"/>
          <p:cNvSpPr/>
          <p:nvPr/>
        </p:nvSpPr>
        <p:spPr>
          <a:xfrm>
            <a:off x="6949440" y="1417320"/>
            <a:ext cx="27432" cy="4206240"/>
          </a:xfrm>
          <a:prstGeom prst="rect">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dato_top"/>
          <p:cNvSpPr txBox="1"/>
          <p:nvPr/>
        </p:nvSpPr>
        <p:spPr>
          <a:xfrm>
            <a:off x="7315200" y="1600200"/>
            <a:ext cx="4480560" cy="914400"/>
          </a:xfrm>
          <a:prstGeom prst="rect">
            <a:avLst/>
          </a:prstGeom>
          <a:noFill/>
        </p:spPr>
        <p:txBody>
          <a:bodyPr wrap="square" lIns="0" tIns="0" rIns="0" bIns="0" anchor="t">
            <a:spAutoFit/>
          </a:bodyPr>
          <a:lstStyle/>
          <a:p>
            <a:pPr algn="l"/>
            <a:r>
              <a:rPr sz="4000" b="0">
                <a:solidFill>
                  <a:srgbClr val="1700F3"/>
                </a:solidFill>
              </a:rPr>
              <a:t>casi 9 de 10</a:t>
            </a:r>
          </a:p>
        </p:txBody>
      </p:sp>
      <p:sp>
        <p:nvSpPr>
          <p:cNvPr id="18" name="dato_top_txt"/>
          <p:cNvSpPr txBox="1"/>
          <p:nvPr/>
        </p:nvSpPr>
        <p:spPr>
          <a:xfrm>
            <a:off x="7315200" y="2468880"/>
            <a:ext cx="4297680" cy="914400"/>
          </a:xfrm>
          <a:prstGeom prst="rect">
            <a:avLst/>
          </a:prstGeom>
          <a:noFill/>
        </p:spPr>
        <p:txBody>
          <a:bodyPr wrap="square" lIns="0" tIns="0" rIns="0" bIns="0" anchor="t">
            <a:spAutoFit/>
          </a:bodyPr>
          <a:lstStyle/>
          <a:p>
            <a:pPr algn="l"/>
            <a:r>
              <a:rPr sz="1600" b="0">
                <a:solidFill>
                  <a:srgbClr val="00095B"/>
                </a:solidFill>
              </a:rPr>
              <a:t>de los primeros de la lista se estaban yendo de verdad.</a:t>
            </a:r>
          </a:p>
        </p:txBody>
      </p:sp>
      <p:sp>
        <p:nvSpPr>
          <p:cNvPr id="19" name="dato_cap"/>
          <p:cNvSpPr txBox="1"/>
          <p:nvPr/>
        </p:nvSpPr>
        <p:spPr>
          <a:xfrm>
            <a:off x="7315200" y="3520440"/>
            <a:ext cx="4480560" cy="914400"/>
          </a:xfrm>
          <a:prstGeom prst="rect">
            <a:avLst/>
          </a:prstGeom>
          <a:noFill/>
        </p:spPr>
        <p:txBody>
          <a:bodyPr wrap="square" lIns="0" tIns="0" rIns="0" bIns="0" anchor="t">
            <a:spAutoFit/>
          </a:bodyPr>
          <a:lstStyle/>
          <a:p>
            <a:pPr algn="l"/>
            <a:r>
              <a:rPr sz="4000" b="0">
                <a:solidFill>
                  <a:srgbClr val="1700F3"/>
                </a:solidFill>
              </a:rPr>
              <a:t>2 de cada 3</a:t>
            </a:r>
          </a:p>
        </p:txBody>
      </p:sp>
      <p:sp>
        <p:nvSpPr>
          <p:cNvPr id="20" name="dato_cap_txt"/>
          <p:cNvSpPr txBox="1"/>
          <p:nvPr/>
        </p:nvSpPr>
        <p:spPr>
          <a:xfrm>
            <a:off x="7315200" y="4389120"/>
            <a:ext cx="4297680" cy="914400"/>
          </a:xfrm>
          <a:prstGeom prst="rect">
            <a:avLst/>
          </a:prstGeom>
          <a:noFill/>
        </p:spPr>
        <p:txBody>
          <a:bodyPr wrap="square" lIns="0" tIns="0" rIns="0" bIns="0" anchor="t">
            <a:spAutoFit/>
          </a:bodyPr>
          <a:lstStyle/>
          <a:p>
            <a:pPr algn="l"/>
            <a:r>
              <a:rPr sz="1600" b="0">
                <a:solidFill>
                  <a:srgbClr val="00095B"/>
                </a:solidFill>
              </a:rPr>
              <a:t>clientes que se van, alcanzados con 3.000 llamados por mes en toda la red.</a:t>
            </a:r>
          </a:p>
        </p:txBody>
      </p:sp>
      <p:sp>
        <p:nvSpPr>
          <p:cNvPr id="21" name="fuente"/>
          <p:cNvSpPr txBox="1"/>
          <p:nvPr/>
        </p:nvSpPr>
        <p:spPr>
          <a:xfrm>
            <a:off x="374904" y="6144768"/>
            <a:ext cx="11338560" cy="274320"/>
          </a:xfrm>
          <a:prstGeom prst="rect">
            <a:avLst/>
          </a:prstGeom>
          <a:noFill/>
        </p:spPr>
        <p:txBody>
          <a:bodyPr wrap="square" lIns="0" tIns="0" rIns="0" bIns="0" anchor="t">
            <a:spAutoFit/>
          </a:bodyPr>
          <a:lstStyle/>
          <a:p>
            <a:pPr algn="l"/>
            <a:r>
              <a:rPr sz="900" b="0">
                <a:solidFill>
                  <a:srgbClr val="7F7F7F"/>
                </a:solidFill>
              </a:rPr>
              <a:t>Probado en ventanas de enero a marzo de 2026, meses que el modelo nunca vio (19.709 casos). Hoy 42,6 %; primer 20 % 77,5 %; primer 10 % 88 %; 3.000 llamados/mes: 65 % de los que se van.</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7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7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2" grpId="0"/>
      <p:bldP spid="13" grpId="0" animBg="1"/>
      <p:bldP spid="14" grpId="0"/>
      <p:bldP spid="15" grpId="0"/>
      <p:bldP spid="17" grpId="0"/>
      <p:bldP spid="18" grpId="0"/>
      <p:bldP spid="19"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 le dice al asesor por qué</a:t>
            </a:r>
          </a:p>
        </p:txBody>
      </p:sp>
      <p:sp>
        <p:nvSpPr>
          <p:cNvPr id="3" name="Text Placeholder 2"/>
          <p:cNvSpPr>
            <a:spLocks noGrp="1"/>
          </p:cNvSpPr>
          <p:nvPr>
            <p:ph type="body" sz="quarter" idx="13"/>
          </p:nvPr>
        </p:nvSpPr>
        <p:spPr/>
        <p:txBody>
          <a:bodyPr/>
          <a:lstStyle/>
          <a:p>
            <a:r>
              <a:t>02 · Descripción de la solución</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11</a:t>
            </a:fld>
            <a:endParaRPr lang="en-US" dirty="0"/>
          </a:p>
        </p:txBody>
      </p:sp>
      <p:sp>
        <p:nvSpPr>
          <p:cNvPr id="8" name="ficha_fondo"/>
          <p:cNvSpPr/>
          <p:nvPr/>
        </p:nvSpPr>
        <p:spPr>
          <a:xfrm>
            <a:off x="374904" y="1463040"/>
            <a:ext cx="6858000" cy="46177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ficha_label"/>
          <p:cNvSpPr txBox="1"/>
          <p:nvPr/>
        </p:nvSpPr>
        <p:spPr>
          <a:xfrm>
            <a:off x="685800" y="1691640"/>
            <a:ext cx="4572000" cy="320040"/>
          </a:xfrm>
          <a:prstGeom prst="rect">
            <a:avLst/>
          </a:prstGeom>
          <a:noFill/>
        </p:spPr>
        <p:txBody>
          <a:bodyPr wrap="square" lIns="0" tIns="0" rIns="0" bIns="0" anchor="t">
            <a:spAutoFit/>
          </a:bodyPr>
          <a:lstStyle/>
          <a:p>
            <a:pPr algn="l"/>
            <a:r>
              <a:rPr sz="1000" b="0" spc="200">
                <a:solidFill>
                  <a:srgbClr val="1700F3"/>
                </a:solidFill>
              </a:rPr>
              <a:t>CASO REAL DE LA LISTA DE HOY</a:t>
            </a:r>
          </a:p>
        </p:txBody>
      </p:sp>
      <p:sp>
        <p:nvSpPr>
          <p:cNvPr id="10" name="ficha_auto"/>
          <p:cNvSpPr txBox="1"/>
          <p:nvPr/>
        </p:nvSpPr>
        <p:spPr>
          <a:xfrm>
            <a:off x="685800" y="2011680"/>
            <a:ext cx="6309360" cy="457200"/>
          </a:xfrm>
          <a:prstGeom prst="rect">
            <a:avLst/>
          </a:prstGeom>
          <a:noFill/>
        </p:spPr>
        <p:txBody>
          <a:bodyPr wrap="square" lIns="0" tIns="0" rIns="0" bIns="0" anchor="t">
            <a:spAutoFit/>
          </a:bodyPr>
          <a:lstStyle/>
          <a:p>
            <a:pPr algn="l"/>
            <a:r>
              <a:rPr sz="1800" b="1">
                <a:solidFill>
                  <a:srgbClr val="00095B"/>
                </a:solidFill>
              </a:rPr>
              <a:t>Ranger 2019 · 7 años · ~27.000 km por año</a:t>
            </a:r>
          </a:p>
        </p:txBody>
      </p:sp>
      <p:sp>
        <p:nvSpPr>
          <p:cNvPr id="11" name="ficha_prob"/>
          <p:cNvSpPr txBox="1"/>
          <p:nvPr/>
        </p:nvSpPr>
        <p:spPr>
          <a:xfrm>
            <a:off x="685800" y="2468880"/>
            <a:ext cx="2926080" cy="914400"/>
          </a:xfrm>
          <a:prstGeom prst="rect">
            <a:avLst/>
          </a:prstGeom>
          <a:noFill/>
        </p:spPr>
        <p:txBody>
          <a:bodyPr wrap="square" lIns="0" tIns="0" rIns="0" bIns="0" anchor="t">
            <a:spAutoFit/>
          </a:bodyPr>
          <a:lstStyle/>
          <a:p>
            <a:pPr algn="l"/>
            <a:r>
              <a:rPr sz="5400" b="0">
                <a:solidFill>
                  <a:srgbClr val="1700F3"/>
                </a:solidFill>
              </a:rPr>
              <a:t>76 %</a:t>
            </a:r>
          </a:p>
        </p:txBody>
      </p:sp>
      <p:sp>
        <p:nvSpPr>
          <p:cNvPr id="12" name="ficha_prob_txt"/>
          <p:cNvSpPr txBox="1"/>
          <p:nvPr/>
        </p:nvSpPr>
        <p:spPr>
          <a:xfrm>
            <a:off x="2697480" y="2697480"/>
            <a:ext cx="2560320" cy="640080"/>
          </a:xfrm>
          <a:prstGeom prst="rect">
            <a:avLst/>
          </a:prstGeom>
          <a:noFill/>
        </p:spPr>
        <p:txBody>
          <a:bodyPr wrap="square" lIns="0" tIns="0" rIns="0" bIns="0" anchor="t">
            <a:spAutoFit/>
          </a:bodyPr>
          <a:lstStyle/>
          <a:p>
            <a:pPr algn="l"/>
            <a:r>
              <a:rPr sz="1300" b="0">
                <a:solidFill>
                  <a:srgbClr val="00095B"/>
                </a:solidFill>
              </a:rPr>
              <a:t>de probabilidad de no volver a la red</a:t>
            </a:r>
          </a:p>
        </p:txBody>
      </p:sp>
      <p:sp>
        <p:nvSpPr>
          <p:cNvPr id="13" name="ficha_chip"/>
          <p:cNvSpPr/>
          <p:nvPr/>
        </p:nvSpPr>
        <p:spPr>
          <a:xfrm>
            <a:off x="5806440" y="2697480"/>
            <a:ext cx="1143000" cy="384048"/>
          </a:xfrm>
          <a:prstGeom prst="round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000" b="1" spc="100">
                <a:solidFill>
                  <a:srgbClr val="FFFFFF"/>
                </a:solidFill>
              </a:rPr>
              <a:t>RIESGO ALTO</a:t>
            </a:r>
          </a:p>
        </p:txBody>
      </p:sp>
      <p:cxnSp>
        <p:nvCxnSpPr>
          <p:cNvPr id="14" name="ficha_linea"/>
          <p:cNvCxnSpPr/>
          <p:nvPr/>
        </p:nvCxnSpPr>
        <p:spPr>
          <a:xfrm>
            <a:off x="685800" y="3520440"/>
            <a:ext cx="6217920" cy="0"/>
          </a:xfrm>
          <a:prstGeom prst="line">
            <a:avLst/>
          </a:prstGeom>
          <a:ln w="12700">
            <a:solidFill>
              <a:srgbClr val="B9BCBD"/>
            </a:solidFill>
          </a:ln>
        </p:spPr>
        <p:style>
          <a:lnRef idx="2">
            <a:schemeClr val="accent1"/>
          </a:lnRef>
          <a:fillRef idx="0">
            <a:schemeClr val="accent1"/>
          </a:fillRef>
          <a:effectRef idx="1">
            <a:schemeClr val="accent1"/>
          </a:effectRef>
          <a:fontRef idx="minor">
            <a:schemeClr val="tx1"/>
          </a:fontRef>
        </p:style>
      </p:cxnSp>
      <p:sp>
        <p:nvSpPr>
          <p:cNvPr id="15" name="motivo1_n"/>
          <p:cNvSpPr/>
          <p:nvPr/>
        </p:nvSpPr>
        <p:spPr>
          <a:xfrm>
            <a:off x="685800" y="3675887"/>
            <a:ext cx="347472" cy="347472"/>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a:solidFill>
                  <a:srgbClr val="FFFFFF"/>
                </a:solidFill>
              </a:rPr>
              <a:t>1</a:t>
            </a:r>
          </a:p>
        </p:txBody>
      </p:sp>
      <p:sp>
        <p:nvSpPr>
          <p:cNvPr id="16" name="motivo1"/>
          <p:cNvSpPr txBox="1"/>
          <p:nvPr/>
        </p:nvSpPr>
        <p:spPr>
          <a:xfrm>
            <a:off x="1188720" y="3657600"/>
            <a:ext cx="5760720" cy="548640"/>
          </a:xfrm>
          <a:prstGeom prst="rect">
            <a:avLst/>
          </a:prstGeom>
          <a:noFill/>
        </p:spPr>
        <p:txBody>
          <a:bodyPr wrap="square" lIns="0" tIns="0" rIns="0" bIns="0" anchor="t">
            <a:spAutoFit/>
          </a:bodyPr>
          <a:lstStyle/>
          <a:p>
            <a:pPr algn="l"/>
            <a:r>
              <a:rPr sz="1500" b="0">
                <a:solidFill>
                  <a:srgbClr val="00095B"/>
                </a:solidFill>
              </a:rPr>
              <a:t>Tiene 7 años: la etapa en la que más clientes dejan la red.</a:t>
            </a:r>
          </a:p>
        </p:txBody>
      </p:sp>
      <p:sp>
        <p:nvSpPr>
          <p:cNvPr id="17" name="motivo2_n"/>
          <p:cNvSpPr/>
          <p:nvPr/>
        </p:nvSpPr>
        <p:spPr>
          <a:xfrm>
            <a:off x="685800" y="4242816"/>
            <a:ext cx="347472" cy="347472"/>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a:solidFill>
                  <a:srgbClr val="FFFFFF"/>
                </a:solidFill>
              </a:rPr>
              <a:t>2</a:t>
            </a:r>
          </a:p>
        </p:txBody>
      </p:sp>
      <p:sp>
        <p:nvSpPr>
          <p:cNvPr id="18" name="motivo2"/>
          <p:cNvSpPr txBox="1"/>
          <p:nvPr/>
        </p:nvSpPr>
        <p:spPr>
          <a:xfrm>
            <a:off x="1188720" y="4224528"/>
            <a:ext cx="5760720" cy="548640"/>
          </a:xfrm>
          <a:prstGeom prst="rect">
            <a:avLst/>
          </a:prstGeom>
          <a:noFill/>
        </p:spPr>
        <p:txBody>
          <a:bodyPr wrap="square" lIns="0" tIns="0" rIns="0" bIns="0" anchor="t">
            <a:spAutoFit/>
          </a:bodyPr>
          <a:lstStyle/>
          <a:p>
            <a:pPr algn="l"/>
            <a:r>
              <a:rPr sz="1500" b="0">
                <a:solidFill>
                  <a:srgbClr val="00095B"/>
                </a:solidFill>
              </a:rPr>
              <a:t>Viene menos de una vez por año; por el uso que le da, le tocaría cada 4 o 5 meses.</a:t>
            </a:r>
          </a:p>
        </p:txBody>
      </p:sp>
      <p:sp>
        <p:nvSpPr>
          <p:cNvPr id="19" name="motivo3_n"/>
          <p:cNvSpPr/>
          <p:nvPr/>
        </p:nvSpPr>
        <p:spPr>
          <a:xfrm>
            <a:off x="685800" y="4809744"/>
            <a:ext cx="347472" cy="347472"/>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200" b="1">
                <a:solidFill>
                  <a:srgbClr val="FFFFFF"/>
                </a:solidFill>
              </a:rPr>
              <a:t>3</a:t>
            </a:r>
          </a:p>
        </p:txBody>
      </p:sp>
      <p:sp>
        <p:nvSpPr>
          <p:cNvPr id="20" name="motivo3"/>
          <p:cNvSpPr txBox="1"/>
          <p:nvPr/>
        </p:nvSpPr>
        <p:spPr>
          <a:xfrm>
            <a:off x="1188720" y="4791456"/>
            <a:ext cx="5760720" cy="548640"/>
          </a:xfrm>
          <a:prstGeom prst="rect">
            <a:avLst/>
          </a:prstGeom>
          <a:noFill/>
        </p:spPr>
        <p:txBody>
          <a:bodyPr wrap="square" lIns="0" tIns="0" rIns="0" bIns="0" anchor="t">
            <a:spAutoFit/>
          </a:bodyPr>
          <a:lstStyle/>
          <a:p>
            <a:pPr algn="l"/>
            <a:r>
              <a:rPr sz="1500" b="0">
                <a:solidFill>
                  <a:srgbClr val="00095B"/>
                </a:solidFill>
              </a:rPr>
              <a:t>Entre sus dos últimos services pasaron 13 meses.</a:t>
            </a:r>
          </a:p>
        </p:txBody>
      </p:sp>
      <p:sp>
        <p:nvSpPr>
          <p:cNvPr id="21" name="accion"/>
          <p:cNvSpPr/>
          <p:nvPr/>
        </p:nvSpPr>
        <p:spPr>
          <a:xfrm>
            <a:off x="374904" y="5440680"/>
            <a:ext cx="6858000" cy="640080"/>
          </a:xfrm>
          <a:prstGeom prst="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27432" rIns="310896" bIns="27432" rtlCol="0" anchor="ctr"/>
          <a:lstStyle/>
          <a:p>
            <a:pPr algn="l"/>
            <a:r>
              <a:rPr sz="1400" b="1">
                <a:solidFill>
                  <a:srgbClr val="FFFFFF"/>
                </a:solidFill>
              </a:rPr>
              <a:t>Acción sugerida: </a:t>
            </a:r>
            <a:r>
              <a:rPr sz="1400" b="0">
                <a:solidFill>
                  <a:srgbClr val="FFFFFF"/>
                </a:solidFill>
              </a:rPr>
              <a:t>llamado del asesor esta semana, con el beneficio de continuidad.</a:t>
            </a:r>
          </a:p>
        </p:txBody>
      </p:sp>
      <p:sp>
        <p:nvSpPr>
          <p:cNvPr id="22" name="frase"/>
          <p:cNvSpPr txBox="1"/>
          <p:nvPr/>
        </p:nvSpPr>
        <p:spPr>
          <a:xfrm>
            <a:off x="7772400" y="2011680"/>
            <a:ext cx="4023360" cy="2377440"/>
          </a:xfrm>
          <a:prstGeom prst="rect">
            <a:avLst/>
          </a:prstGeom>
          <a:noFill/>
        </p:spPr>
        <p:txBody>
          <a:bodyPr wrap="square" lIns="0" tIns="0" rIns="0" bIns="0" anchor="t">
            <a:spAutoFit/>
          </a:bodyPr>
          <a:lstStyle/>
          <a:p>
            <a:pPr algn="l"/>
            <a:r>
              <a:rPr sz="3000" b="0">
                <a:solidFill>
                  <a:srgbClr val="00095B"/>
                </a:solidFill>
              </a:rPr>
              <a:t>El asesor no recibe un número:</a:t>
            </a:r>
          </a:p>
          <a:p>
            <a:pPr algn="l"/>
            <a:r>
              <a:rPr sz="3000" b="0">
                <a:solidFill>
                  <a:srgbClr val="1700F3"/>
                </a:solidFill>
              </a:rPr>
              <a:t>recibe una conversación.</a:t>
            </a:r>
          </a:p>
        </p:txBody>
      </p:sp>
      <p:sp>
        <p:nvSpPr>
          <p:cNvPr id="23" name="frase_sub"/>
          <p:cNvSpPr txBox="1"/>
          <p:nvPr/>
        </p:nvSpPr>
        <p:spPr>
          <a:xfrm>
            <a:off x="7772400" y="4480560"/>
            <a:ext cx="3840480" cy="1097280"/>
          </a:xfrm>
          <a:prstGeom prst="rect">
            <a:avLst/>
          </a:prstGeom>
          <a:noFill/>
        </p:spPr>
        <p:txBody>
          <a:bodyPr wrap="square" lIns="0" tIns="0" rIns="0" bIns="0" anchor="t">
            <a:spAutoFit/>
          </a:bodyPr>
          <a:lstStyle/>
          <a:p>
            <a:pPr algn="l"/>
            <a:r>
              <a:rPr sz="1400" b="0">
                <a:solidFill>
                  <a:srgbClr val="7F7F7F"/>
                </a:solidFill>
              </a:rPr>
              <a:t>Cada vehículo de la lista viene con sus tres motivos principales, escritos para el asesor.</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500"/>
                                        <p:tgtEl>
                                          <p:spTgt spid="20"/>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wipe(left)">
                                      <p:cBhvr>
                                        <p:cTn id="31" dur="70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5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P spid="17" grpId="0" animBg="1"/>
      <p:bldP spid="18" grpId="0"/>
      <p:bldP spid="19" grpId="0" animBg="1"/>
      <p:bldP spid="20" grpId="0"/>
      <p:bldP spid="21" grpId="0" animBg="1"/>
      <p:bldP spid="22" grpId="0"/>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Tres grupos, tres acciones</a:t>
            </a:r>
          </a:p>
        </p:txBody>
      </p:sp>
      <p:sp>
        <p:nvSpPr>
          <p:cNvPr id="3" name="Text Placeholder 2"/>
          <p:cNvSpPr>
            <a:spLocks noGrp="1"/>
          </p:cNvSpPr>
          <p:nvPr>
            <p:ph type="body" sz="quarter" idx="13"/>
          </p:nvPr>
        </p:nvSpPr>
        <p:spPr/>
        <p:txBody>
          <a:bodyPr/>
          <a:lstStyle/>
          <a:p>
            <a:r>
              <a:t>02 · Descripción de la solución</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12</a:t>
            </a:fld>
            <a:endParaRPr lang="en-US" dirty="0"/>
          </a:p>
        </p:txBody>
      </p:sp>
      <p:sp>
        <p:nvSpPr>
          <p:cNvPr id="8" name="bajada"/>
          <p:cNvSpPr txBox="1"/>
          <p:nvPr/>
        </p:nvSpPr>
        <p:spPr>
          <a:xfrm>
            <a:off x="374904" y="1325880"/>
            <a:ext cx="10972800" cy="365760"/>
          </a:xfrm>
          <a:prstGeom prst="rect">
            <a:avLst/>
          </a:prstGeom>
          <a:noFill/>
        </p:spPr>
        <p:txBody>
          <a:bodyPr wrap="square" lIns="0" tIns="0" rIns="0" bIns="0" anchor="t">
            <a:spAutoFit/>
          </a:bodyPr>
          <a:lstStyle/>
          <a:p>
            <a:pPr algn="l"/>
            <a:r>
              <a:rPr sz="1600" b="0">
                <a:solidFill>
                  <a:srgbClr val="7F7F7F"/>
                </a:solidFill>
              </a:rPr>
              <a:t>La capacidad de llamar es finita: el llamado humano va a quien más lo necesita.</a:t>
            </a:r>
          </a:p>
        </p:txBody>
      </p:sp>
      <p:sp>
        <p:nvSpPr>
          <p:cNvPr id="9" name="g1_head"/>
          <p:cNvSpPr/>
          <p:nvPr/>
        </p:nvSpPr>
        <p:spPr>
          <a:xfrm>
            <a:off x="374904" y="1874519"/>
            <a:ext cx="3611880" cy="960120"/>
          </a:xfrm>
          <a:prstGeom prst="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200" b="1" spc="200">
                <a:solidFill>
                  <a:srgbClr val="FFFFFF"/>
                </a:solidFill>
              </a:rPr>
              <a:t>ALTO</a:t>
            </a:r>
          </a:p>
          <a:p>
            <a:pPr algn="ctr"/>
            <a:r>
              <a:rPr sz="1300" b="0">
                <a:solidFill>
                  <a:srgbClr val="FFFFFF"/>
                </a:solidFill>
              </a:rPr>
              <a:t>20 % de la lista</a:t>
            </a:r>
          </a:p>
        </p:txBody>
      </p:sp>
      <p:sp>
        <p:nvSpPr>
          <p:cNvPr id="10" name="g1_cuerpo"/>
          <p:cNvSpPr/>
          <p:nvPr/>
        </p:nvSpPr>
        <p:spPr>
          <a:xfrm>
            <a:off x="374904" y="2834640"/>
            <a:ext cx="3611880" cy="2606040"/>
          </a:xfrm>
          <a:prstGeom prst="rect">
            <a:avLst/>
          </a:prstGeom>
          <a:no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g1_dato"/>
          <p:cNvSpPr txBox="1"/>
          <p:nvPr/>
        </p:nvSpPr>
        <p:spPr>
          <a:xfrm>
            <a:off x="603503" y="3017520"/>
            <a:ext cx="3154680" cy="548640"/>
          </a:xfrm>
          <a:prstGeom prst="rect">
            <a:avLst/>
          </a:prstGeom>
          <a:noFill/>
        </p:spPr>
        <p:txBody>
          <a:bodyPr wrap="square" lIns="0" tIns="0" rIns="0" bIns="0" anchor="t">
            <a:spAutoFit/>
          </a:bodyPr>
          <a:lstStyle/>
          <a:p>
            <a:pPr algn="l"/>
            <a:r>
              <a:rPr sz="2000" b="0">
                <a:solidFill>
                  <a:srgbClr val="1700F3"/>
                </a:solidFill>
              </a:rPr>
              <a:t>8 de cada 10 se van</a:t>
            </a:r>
          </a:p>
        </p:txBody>
      </p:sp>
      <p:sp>
        <p:nvSpPr>
          <p:cNvPr id="12" name="g1_accion"/>
          <p:cNvSpPr txBox="1"/>
          <p:nvPr/>
        </p:nvSpPr>
        <p:spPr>
          <a:xfrm>
            <a:off x="603503" y="3657600"/>
            <a:ext cx="3154680" cy="1280160"/>
          </a:xfrm>
          <a:prstGeom prst="rect">
            <a:avLst/>
          </a:prstGeom>
          <a:noFill/>
        </p:spPr>
        <p:txBody>
          <a:bodyPr wrap="square" lIns="0" tIns="0" rIns="0" bIns="0" anchor="t">
            <a:spAutoFit/>
          </a:bodyPr>
          <a:lstStyle/>
          <a:p>
            <a:pPr algn="l"/>
            <a:r>
              <a:rPr sz="1400" b="0">
                <a:solidFill>
                  <a:srgbClr val="00095B"/>
                </a:solidFill>
              </a:rPr>
              <a:t>Llamado del asesor en las primeras 48 h, con el beneficio de continuidad que Ford ya ofrece.</a:t>
            </a:r>
          </a:p>
        </p:txBody>
      </p:sp>
      <p:sp>
        <p:nvSpPr>
          <p:cNvPr id="13" name="g1_canal"/>
          <p:cNvSpPr txBox="1"/>
          <p:nvPr/>
        </p:nvSpPr>
        <p:spPr>
          <a:xfrm>
            <a:off x="603503" y="4983480"/>
            <a:ext cx="3154680" cy="320040"/>
          </a:xfrm>
          <a:prstGeom prst="rect">
            <a:avLst/>
          </a:prstGeom>
          <a:noFill/>
        </p:spPr>
        <p:txBody>
          <a:bodyPr wrap="square" lIns="0" tIns="0" rIns="0" bIns="0" anchor="t">
            <a:spAutoFit/>
          </a:bodyPr>
          <a:lstStyle/>
          <a:p>
            <a:pPr algn="l"/>
            <a:r>
              <a:rPr sz="1000" b="0" spc="150">
                <a:solidFill>
                  <a:srgbClr val="7F7F7F"/>
                </a:solidFill>
              </a:rPr>
              <a:t>SERVICE LEADS · CONCESIONARIO</a:t>
            </a:r>
          </a:p>
        </p:txBody>
      </p:sp>
      <p:sp>
        <p:nvSpPr>
          <p:cNvPr id="14" name="g2_head"/>
          <p:cNvSpPr/>
          <p:nvPr/>
        </p:nvSpPr>
        <p:spPr>
          <a:xfrm>
            <a:off x="4288536" y="1874519"/>
            <a:ext cx="3611880" cy="960120"/>
          </a:xfrm>
          <a:prstGeom prst="rect">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200" b="1" spc="200">
                <a:solidFill>
                  <a:srgbClr val="FFFFFF"/>
                </a:solidFill>
              </a:rPr>
              <a:t>MEDIO</a:t>
            </a:r>
          </a:p>
          <a:p>
            <a:pPr algn="ctr"/>
            <a:r>
              <a:rPr sz="1300" b="0">
                <a:solidFill>
                  <a:srgbClr val="FFFFFF"/>
                </a:solidFill>
              </a:rPr>
              <a:t>30 % de la lista</a:t>
            </a:r>
          </a:p>
        </p:txBody>
      </p:sp>
      <p:sp>
        <p:nvSpPr>
          <p:cNvPr id="15" name="g2_cuerpo"/>
          <p:cNvSpPr/>
          <p:nvPr/>
        </p:nvSpPr>
        <p:spPr>
          <a:xfrm>
            <a:off x="4288536" y="2834640"/>
            <a:ext cx="3611880" cy="2606040"/>
          </a:xfrm>
          <a:prstGeom prst="rect">
            <a:avLst/>
          </a:prstGeom>
          <a:no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g2_dato"/>
          <p:cNvSpPr txBox="1"/>
          <p:nvPr/>
        </p:nvSpPr>
        <p:spPr>
          <a:xfrm>
            <a:off x="4517136" y="3017520"/>
            <a:ext cx="3154680" cy="548640"/>
          </a:xfrm>
          <a:prstGeom prst="rect">
            <a:avLst/>
          </a:prstGeom>
          <a:noFill/>
        </p:spPr>
        <p:txBody>
          <a:bodyPr wrap="square" lIns="0" tIns="0" rIns="0" bIns="0" anchor="t">
            <a:spAutoFit/>
          </a:bodyPr>
          <a:lstStyle/>
          <a:p>
            <a:pPr algn="l"/>
            <a:r>
              <a:rPr sz="2000" b="0">
                <a:solidFill>
                  <a:srgbClr val="1700F3"/>
                </a:solidFill>
              </a:rPr>
              <a:t>casi 5 de cada 10 se van</a:t>
            </a:r>
          </a:p>
        </p:txBody>
      </p:sp>
      <p:sp>
        <p:nvSpPr>
          <p:cNvPr id="17" name="g2_accion"/>
          <p:cNvSpPr txBox="1"/>
          <p:nvPr/>
        </p:nvSpPr>
        <p:spPr>
          <a:xfrm>
            <a:off x="4517136" y="3657600"/>
            <a:ext cx="3154680" cy="1280160"/>
          </a:xfrm>
          <a:prstGeom prst="rect">
            <a:avLst/>
          </a:prstGeom>
          <a:noFill/>
        </p:spPr>
        <p:txBody>
          <a:bodyPr wrap="square" lIns="0" tIns="0" rIns="0" bIns="0" anchor="t">
            <a:spAutoFit/>
          </a:bodyPr>
          <a:lstStyle/>
          <a:p>
            <a:pPr algn="l"/>
            <a:r>
              <a:rPr sz="1400" b="0">
                <a:solidFill>
                  <a:srgbClr val="00095B"/>
                </a:solidFill>
              </a:rPr>
              <a:t>Recordatorio personalizado con turno sugerido; segundo mensaje a los 10 días si no agenda.</a:t>
            </a:r>
          </a:p>
        </p:txBody>
      </p:sp>
      <p:sp>
        <p:nvSpPr>
          <p:cNvPr id="18" name="g2_canal"/>
          <p:cNvSpPr txBox="1"/>
          <p:nvPr/>
        </p:nvSpPr>
        <p:spPr>
          <a:xfrm>
            <a:off x="4517136" y="4983480"/>
            <a:ext cx="3154680" cy="320040"/>
          </a:xfrm>
          <a:prstGeom prst="rect">
            <a:avLst/>
          </a:prstGeom>
          <a:noFill/>
        </p:spPr>
        <p:txBody>
          <a:bodyPr wrap="square" lIns="0" tIns="0" rIns="0" bIns="0" anchor="t">
            <a:spAutoFit/>
          </a:bodyPr>
          <a:lstStyle/>
          <a:p>
            <a:pPr algn="l"/>
            <a:r>
              <a:rPr sz="1000" b="0" spc="150">
                <a:solidFill>
                  <a:srgbClr val="7F7F7F"/>
                </a:solidFill>
              </a:rPr>
              <a:t>FORDPASS · WHATSAPP</a:t>
            </a:r>
          </a:p>
        </p:txBody>
      </p:sp>
      <p:sp>
        <p:nvSpPr>
          <p:cNvPr id="19" name="g3_head"/>
          <p:cNvSpPr/>
          <p:nvPr/>
        </p:nvSpPr>
        <p:spPr>
          <a:xfrm>
            <a:off x="8202168" y="1874519"/>
            <a:ext cx="3611880" cy="960120"/>
          </a:xfrm>
          <a:prstGeom prst="rect">
            <a:avLst/>
          </a:prstGeom>
          <a:solidFill>
            <a:srgbClr val="F3F3F3"/>
          </a:solid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200" b="1" spc="200">
                <a:solidFill>
                  <a:srgbClr val="00095B"/>
                </a:solidFill>
              </a:rPr>
              <a:t>BAJO</a:t>
            </a:r>
          </a:p>
          <a:p>
            <a:pPr algn="ctr"/>
            <a:r>
              <a:rPr sz="1300" b="0">
                <a:solidFill>
                  <a:srgbClr val="00095B"/>
                </a:solidFill>
              </a:rPr>
              <a:t>50 % de la lista</a:t>
            </a:r>
          </a:p>
        </p:txBody>
      </p:sp>
      <p:sp>
        <p:nvSpPr>
          <p:cNvPr id="20" name="g3_cuerpo"/>
          <p:cNvSpPr/>
          <p:nvPr/>
        </p:nvSpPr>
        <p:spPr>
          <a:xfrm>
            <a:off x="8202168" y="2834640"/>
            <a:ext cx="3611880" cy="2606040"/>
          </a:xfrm>
          <a:prstGeom prst="rect">
            <a:avLst/>
          </a:prstGeom>
          <a:no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g3_dato"/>
          <p:cNvSpPr txBox="1"/>
          <p:nvPr/>
        </p:nvSpPr>
        <p:spPr>
          <a:xfrm>
            <a:off x="8430768" y="3017520"/>
            <a:ext cx="3154680" cy="548640"/>
          </a:xfrm>
          <a:prstGeom prst="rect">
            <a:avLst/>
          </a:prstGeom>
          <a:noFill/>
        </p:spPr>
        <p:txBody>
          <a:bodyPr wrap="square" lIns="0" tIns="0" rIns="0" bIns="0" anchor="t">
            <a:spAutoFit/>
          </a:bodyPr>
          <a:lstStyle/>
          <a:p>
            <a:pPr algn="l"/>
            <a:r>
              <a:rPr sz="2000" b="0">
                <a:solidFill>
                  <a:srgbClr val="00095B"/>
                </a:solidFill>
              </a:rPr>
              <a:t>3 de cada 4 vuelven solos</a:t>
            </a:r>
          </a:p>
        </p:txBody>
      </p:sp>
      <p:sp>
        <p:nvSpPr>
          <p:cNvPr id="22" name="g3_accion"/>
          <p:cNvSpPr txBox="1"/>
          <p:nvPr/>
        </p:nvSpPr>
        <p:spPr>
          <a:xfrm>
            <a:off x="8430768" y="3657600"/>
            <a:ext cx="3154680" cy="1280160"/>
          </a:xfrm>
          <a:prstGeom prst="rect">
            <a:avLst/>
          </a:prstGeom>
          <a:noFill/>
        </p:spPr>
        <p:txBody>
          <a:bodyPr wrap="square" lIns="0" tIns="0" rIns="0" bIns="0" anchor="t">
            <a:spAutoFit/>
          </a:bodyPr>
          <a:lstStyle/>
          <a:p>
            <a:pPr algn="l"/>
            <a:r>
              <a:rPr sz="1400" b="0">
                <a:solidFill>
                  <a:srgbClr val="00095B"/>
                </a:solidFill>
              </a:rPr>
              <a:t>El recordatorio automático de siempre. No se gastan llamados.</a:t>
            </a:r>
          </a:p>
        </p:txBody>
      </p:sp>
      <p:sp>
        <p:nvSpPr>
          <p:cNvPr id="23" name="g3_canal"/>
          <p:cNvSpPr txBox="1"/>
          <p:nvPr/>
        </p:nvSpPr>
        <p:spPr>
          <a:xfrm>
            <a:off x="8430768" y="4983480"/>
            <a:ext cx="3154680" cy="320040"/>
          </a:xfrm>
          <a:prstGeom prst="rect">
            <a:avLst/>
          </a:prstGeom>
          <a:noFill/>
        </p:spPr>
        <p:txBody>
          <a:bodyPr wrap="square" lIns="0" tIns="0" rIns="0" bIns="0" anchor="t">
            <a:spAutoFit/>
          </a:bodyPr>
          <a:lstStyle/>
          <a:p>
            <a:pPr algn="l"/>
            <a:r>
              <a:rPr sz="1000" b="0" spc="150">
                <a:solidFill>
                  <a:srgbClr val="7F7F7F"/>
                </a:solidFill>
              </a:rPr>
              <a:t>SERVICE REMINDER</a:t>
            </a:r>
          </a:p>
        </p:txBody>
      </p:sp>
      <p:sp>
        <p:nvSpPr>
          <p:cNvPr id="24" name="reglas"/>
          <p:cNvSpPr txBox="1"/>
          <p:nvPr/>
        </p:nvSpPr>
        <p:spPr>
          <a:xfrm>
            <a:off x="374904" y="5669280"/>
            <a:ext cx="11430000" cy="411480"/>
          </a:xfrm>
          <a:prstGeom prst="rect">
            <a:avLst/>
          </a:prstGeom>
          <a:noFill/>
        </p:spPr>
        <p:txBody>
          <a:bodyPr wrap="square" lIns="0" tIns="0" rIns="0" bIns="0" anchor="t">
            <a:spAutoFit/>
          </a:bodyPr>
          <a:lstStyle/>
          <a:p>
            <a:pPr algn="ctr"/>
            <a:r>
              <a:rPr sz="1400" b="0">
                <a:solidFill>
                  <a:srgbClr val="00095B"/>
                </a:solidFill>
              </a:rPr>
              <a:t>Si ya tiene turno, no se lo llama   ·   Varias camionetas, un solo contacto   ·   Primero, al que le quedan pocos días</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p:bldP spid="12" grpId="0"/>
      <p:bldP spid="13" grpId="0"/>
      <p:bldP spid="14" grpId="0" animBg="1"/>
      <p:bldP spid="15" grpId="0" animBg="1"/>
      <p:bldP spid="16" grpId="0"/>
      <p:bldP spid="17" grpId="0"/>
      <p:bldP spid="18" grpId="0"/>
      <p:bldP spid="19" grpId="0" animBg="1"/>
      <p:bldP spid="20" grpId="0" animBg="1"/>
      <p:bldP spid="21" grpId="0"/>
      <p:bldP spid="22" grpId="0"/>
      <p:bldP spid="23" grpId="0"/>
      <p:bldP spid="2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Así lo ve el concesionario</a:t>
            </a:r>
          </a:p>
        </p:txBody>
      </p:sp>
      <p:sp>
        <p:nvSpPr>
          <p:cNvPr id="3" name="Text Placeholder 2"/>
          <p:cNvSpPr>
            <a:spLocks noGrp="1"/>
          </p:cNvSpPr>
          <p:nvPr>
            <p:ph type="body" sz="quarter" idx="13"/>
          </p:nvPr>
        </p:nvSpPr>
        <p:spPr/>
        <p:txBody>
          <a:bodyPr/>
          <a:lstStyle/>
          <a:p>
            <a:r>
              <a:t>02 · Descripción de la solución</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13</a:t>
            </a:fld>
            <a:endParaRPr lang="en-US" dirty="0"/>
          </a:p>
        </p:txBody>
      </p:sp>
      <p:sp>
        <p:nvSpPr>
          <p:cNvPr id="8" name="kpis_marco"/>
          <p:cNvSpPr/>
          <p:nvPr/>
        </p:nvSpPr>
        <p:spPr>
          <a:xfrm>
            <a:off x="374904" y="1362456"/>
            <a:ext cx="11448288" cy="869248"/>
          </a:xfrm>
          <a:prstGeom prst="rect">
            <a:avLst/>
          </a:prstGeom>
          <a:solidFill>
            <a:srgbClr val="FFFFFF"/>
          </a:solid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kpis" descr="dash_kpis.png"/>
          <p:cNvPicPr>
            <a:picLocks noChangeAspect="1"/>
          </p:cNvPicPr>
          <p:nvPr/>
        </p:nvPicPr>
        <p:blipFill>
          <a:blip r:embed="rId3"/>
          <a:stretch>
            <a:fillRect/>
          </a:stretch>
        </p:blipFill>
        <p:spPr>
          <a:xfrm>
            <a:off x="429768" y="1417320"/>
            <a:ext cx="11338560" cy="759521"/>
          </a:xfrm>
          <a:prstGeom prst="rect">
            <a:avLst/>
          </a:prstGeom>
        </p:spPr>
      </p:pic>
      <p:sp>
        <p:nvSpPr>
          <p:cNvPr id="10" name="tabla_marco"/>
          <p:cNvSpPr/>
          <p:nvPr/>
        </p:nvSpPr>
        <p:spPr>
          <a:xfrm>
            <a:off x="374904" y="2396296"/>
            <a:ext cx="5687568" cy="2136343"/>
          </a:xfrm>
          <a:prstGeom prst="rect">
            <a:avLst/>
          </a:prstGeom>
          <a:solidFill>
            <a:srgbClr val="FFFFFF"/>
          </a:solid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tabla" descr="dash_tabla.png"/>
          <p:cNvPicPr>
            <a:picLocks noChangeAspect="1"/>
          </p:cNvPicPr>
          <p:nvPr/>
        </p:nvPicPr>
        <p:blipFill>
          <a:blip r:embed="rId4"/>
          <a:stretch>
            <a:fillRect/>
          </a:stretch>
        </p:blipFill>
        <p:spPr>
          <a:xfrm>
            <a:off x="429768" y="2451160"/>
            <a:ext cx="5577840" cy="2026615"/>
          </a:xfrm>
          <a:prstGeom prst="rect">
            <a:avLst/>
          </a:prstGeom>
        </p:spPr>
      </p:pic>
      <p:sp>
        <p:nvSpPr>
          <p:cNvPr id="12" name="ficha_marco"/>
          <p:cNvSpPr/>
          <p:nvPr/>
        </p:nvSpPr>
        <p:spPr>
          <a:xfrm>
            <a:off x="6208776" y="2396296"/>
            <a:ext cx="5614416" cy="2465547"/>
          </a:xfrm>
          <a:prstGeom prst="rect">
            <a:avLst/>
          </a:prstGeom>
          <a:solidFill>
            <a:srgbClr val="FFFFFF"/>
          </a:solidFill>
          <a:ln w="12700">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ficha" descr="dash_ficha_recorte.png"/>
          <p:cNvPicPr>
            <a:picLocks noChangeAspect="1"/>
          </p:cNvPicPr>
          <p:nvPr/>
        </p:nvPicPr>
        <p:blipFill>
          <a:blip r:embed="rId5"/>
          <a:stretch>
            <a:fillRect/>
          </a:stretch>
        </p:blipFill>
        <p:spPr>
          <a:xfrm>
            <a:off x="6263640" y="2451160"/>
            <a:ext cx="5504688" cy="2355820"/>
          </a:xfrm>
          <a:prstGeom prst="rect">
            <a:avLst/>
          </a:prstGeom>
        </p:spPr>
      </p:pic>
      <p:sp>
        <p:nvSpPr>
          <p:cNvPr id="14" name="marcador1"/>
          <p:cNvSpPr/>
          <p:nvPr/>
        </p:nvSpPr>
        <p:spPr>
          <a:xfrm>
            <a:off x="5788152" y="2268280"/>
            <a:ext cx="384048" cy="384048"/>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1</a:t>
            </a:r>
          </a:p>
        </p:txBody>
      </p:sp>
      <p:sp>
        <p:nvSpPr>
          <p:cNvPr id="15" name="marcador2"/>
          <p:cNvSpPr/>
          <p:nvPr/>
        </p:nvSpPr>
        <p:spPr>
          <a:xfrm>
            <a:off x="5760720" y="1751360"/>
            <a:ext cx="384048" cy="384048"/>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2</a:t>
            </a:r>
          </a:p>
        </p:txBody>
      </p:sp>
      <p:sp>
        <p:nvSpPr>
          <p:cNvPr id="16" name="marcador3"/>
          <p:cNvSpPr/>
          <p:nvPr/>
        </p:nvSpPr>
        <p:spPr>
          <a:xfrm>
            <a:off x="11539728" y="2268280"/>
            <a:ext cx="384048" cy="384048"/>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300" b="1">
                <a:solidFill>
                  <a:srgbClr val="FFFFFF"/>
                </a:solidFill>
              </a:rPr>
              <a:t>3</a:t>
            </a:r>
          </a:p>
        </p:txBody>
      </p:sp>
      <p:sp>
        <p:nvSpPr>
          <p:cNvPr id="17" name="leyenda1_n"/>
          <p:cNvSpPr/>
          <p:nvPr/>
        </p:nvSpPr>
        <p:spPr>
          <a:xfrm>
            <a:off x="429768" y="5127020"/>
            <a:ext cx="329184" cy="329184"/>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00" b="1">
                <a:solidFill>
                  <a:srgbClr val="FFFFFF"/>
                </a:solidFill>
              </a:rPr>
              <a:t>1</a:t>
            </a:r>
          </a:p>
        </p:txBody>
      </p:sp>
      <p:sp>
        <p:nvSpPr>
          <p:cNvPr id="18" name="leyenda1"/>
          <p:cNvSpPr txBox="1"/>
          <p:nvPr/>
        </p:nvSpPr>
        <p:spPr>
          <a:xfrm>
            <a:off x="868680" y="5108732"/>
            <a:ext cx="3246120" cy="731520"/>
          </a:xfrm>
          <a:prstGeom prst="rect">
            <a:avLst/>
          </a:prstGeom>
          <a:noFill/>
        </p:spPr>
        <p:txBody>
          <a:bodyPr wrap="square" lIns="0" tIns="0" rIns="0" bIns="0" anchor="t">
            <a:spAutoFit/>
          </a:bodyPr>
          <a:lstStyle/>
          <a:p>
            <a:pPr algn="l"/>
            <a:r>
              <a:rPr sz="1400" b="0">
                <a:solidFill>
                  <a:srgbClr val="00095B"/>
                </a:solidFill>
              </a:rPr>
              <a:t>Su lista, ya ordenada: arriba, los que más riesgo tienen.</a:t>
            </a:r>
          </a:p>
        </p:txBody>
      </p:sp>
      <p:sp>
        <p:nvSpPr>
          <p:cNvPr id="19" name="leyenda2_n"/>
          <p:cNvSpPr/>
          <p:nvPr/>
        </p:nvSpPr>
        <p:spPr>
          <a:xfrm>
            <a:off x="4270248" y="5127020"/>
            <a:ext cx="329184" cy="329184"/>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00" b="1">
                <a:solidFill>
                  <a:srgbClr val="FFFFFF"/>
                </a:solidFill>
              </a:rPr>
              <a:t>2</a:t>
            </a:r>
          </a:p>
        </p:txBody>
      </p:sp>
      <p:sp>
        <p:nvSpPr>
          <p:cNvPr id="20" name="leyenda2"/>
          <p:cNvSpPr txBox="1"/>
          <p:nvPr/>
        </p:nvSpPr>
        <p:spPr>
          <a:xfrm>
            <a:off x="4709160" y="5108732"/>
            <a:ext cx="3246120" cy="731520"/>
          </a:xfrm>
          <a:prstGeom prst="rect">
            <a:avLst/>
          </a:prstGeom>
          <a:noFill/>
        </p:spPr>
        <p:txBody>
          <a:bodyPr wrap="square" lIns="0" tIns="0" rIns="0" bIns="0" anchor="t">
            <a:spAutoFit/>
          </a:bodyPr>
          <a:lstStyle/>
          <a:p>
            <a:pPr algn="l"/>
            <a:r>
              <a:rPr sz="1400" b="0">
                <a:solidFill>
                  <a:srgbClr val="00095B"/>
                </a:solidFill>
              </a:rPr>
              <a:t>Cuántos están en riesgo alto y cuántos se perderían sin hacer nada.</a:t>
            </a:r>
          </a:p>
        </p:txBody>
      </p:sp>
      <p:sp>
        <p:nvSpPr>
          <p:cNvPr id="21" name="leyenda3_n"/>
          <p:cNvSpPr/>
          <p:nvPr/>
        </p:nvSpPr>
        <p:spPr>
          <a:xfrm>
            <a:off x="8110728" y="5127020"/>
            <a:ext cx="329184" cy="329184"/>
          </a:xfrm>
          <a:prstGeom prst="ellipse">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1100" b="1">
                <a:solidFill>
                  <a:srgbClr val="FFFFFF"/>
                </a:solidFill>
              </a:rPr>
              <a:t>3</a:t>
            </a:r>
          </a:p>
        </p:txBody>
      </p:sp>
      <p:sp>
        <p:nvSpPr>
          <p:cNvPr id="22" name="leyenda3"/>
          <p:cNvSpPr txBox="1"/>
          <p:nvPr/>
        </p:nvSpPr>
        <p:spPr>
          <a:xfrm>
            <a:off x="8549640" y="5108732"/>
            <a:ext cx="3246120" cy="731520"/>
          </a:xfrm>
          <a:prstGeom prst="rect">
            <a:avLst/>
          </a:prstGeom>
          <a:noFill/>
        </p:spPr>
        <p:txBody>
          <a:bodyPr wrap="square" lIns="0" tIns="0" rIns="0" bIns="0" anchor="t">
            <a:spAutoFit/>
          </a:bodyPr>
          <a:lstStyle/>
          <a:p>
            <a:pPr algn="l"/>
            <a:r>
              <a:rPr sz="1400" b="0">
                <a:solidFill>
                  <a:srgbClr val="00095B"/>
                </a:solidFill>
              </a:rPr>
              <a:t>Al abrir un caso: probabilidad, acción sugerida y los tres motivos.</a:t>
            </a:r>
          </a:p>
        </p:txBody>
      </p:sp>
      <p:sp>
        <p:nvSpPr>
          <p:cNvPr id="23" name="fuente"/>
          <p:cNvSpPr txBox="1"/>
          <p:nvPr/>
        </p:nvSpPr>
        <p:spPr>
          <a:xfrm>
            <a:off x="429768" y="6263640"/>
            <a:ext cx="11247120" cy="274320"/>
          </a:xfrm>
          <a:prstGeom prst="rect">
            <a:avLst/>
          </a:prstGeom>
          <a:noFill/>
        </p:spPr>
        <p:txBody>
          <a:bodyPr wrap="square" lIns="0" tIns="0" rIns="0" bIns="0" anchor="t">
            <a:spAutoFit/>
          </a:bodyPr>
          <a:lstStyle/>
          <a:p>
            <a:pPr algn="l"/>
            <a:r>
              <a:rPr sz="900" b="0">
                <a:solidFill>
                  <a:srgbClr val="7F7F7F"/>
                </a:solidFill>
              </a:rPr>
              <a:t>Dashboard del proyecto. Concesionario real (identificador seudonimizado), scoring al 26/08/2026.</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500"/>
                                        <p:tgtEl>
                                          <p:spTgt spid="1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0" presetID="10" presetClass="entr" presetSubtype="0" fill="hold"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P spid="14" grpId="0" animBg="1"/>
      <p:bldP spid="15" grpId="0" animBg="1"/>
      <p:bldP spid="16" grpId="0" animBg="1"/>
      <p:bldP spid="17" grpId="0" animBg="1"/>
      <p:bldP spid="18" grpId="0"/>
      <p:bldP spid="19" grpId="0" animBg="1"/>
      <p:bldP spid="20" grpId="0"/>
      <p:bldP spid="21" grpId="0" animBg="1"/>
      <p:bldP spid="2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8ABCE-6F32-2E22-665D-9B7BBF869D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9211FDA-72FF-5E31-C55C-B554FFFC3CC5}"/>
              </a:ext>
            </a:extLst>
          </p:cNvPr>
          <p:cNvSpPr>
            <a:spLocks noGrp="1"/>
          </p:cNvSpPr>
          <p:nvPr>
            <p:ph type="title"/>
          </p:nvPr>
        </p:nvSpPr>
        <p:spPr/>
        <p:txBody>
          <a:bodyPr/>
          <a:lstStyle/>
          <a:p>
            <a:r>
              <a:rPr lang="en-US" dirty="0" err="1"/>
              <a:t>Factibilidad</a:t>
            </a:r>
            <a:r>
              <a:rPr lang="en-US" dirty="0"/>
              <a:t> </a:t>
            </a:r>
            <a:r>
              <a:rPr lang="en-US" dirty="0" err="1"/>
              <a:t>económica</a:t>
            </a:r>
            <a:endParaRPr lang="en-US" dirty="0"/>
          </a:p>
        </p:txBody>
      </p:sp>
      <p:sp>
        <p:nvSpPr>
          <p:cNvPr id="4" name="Text Placeholder 3">
            <a:extLst>
              <a:ext uri="{FF2B5EF4-FFF2-40B4-BE49-F238E27FC236}">
                <a16:creationId xmlns:a16="http://schemas.microsoft.com/office/drawing/2014/main" id="{770D84E3-5AAE-6159-02D3-5EE7DE81A757}"/>
              </a:ext>
            </a:extLst>
          </p:cNvPr>
          <p:cNvSpPr>
            <a:spLocks noGrp="1"/>
          </p:cNvSpPr>
          <p:nvPr>
            <p:ph type="body" sz="quarter" idx="13"/>
          </p:nvPr>
        </p:nvSpPr>
        <p:spPr/>
        <p:txBody>
          <a:bodyPr/>
          <a:lstStyle/>
          <a:p>
            <a:r>
              <a:rPr lang="en-US" dirty="0" err="1"/>
              <a:t>Mismo esfuerzo, más services</a:t>
            </a:r>
            <a:endParaRPr lang="en-US" dirty="0"/>
          </a:p>
        </p:txBody>
      </p:sp>
      <p:sp>
        <p:nvSpPr>
          <p:cNvPr id="3" name="Text Placeholder 2">
            <a:extLst>
              <a:ext uri="{FF2B5EF4-FFF2-40B4-BE49-F238E27FC236}">
                <a16:creationId xmlns:a16="http://schemas.microsoft.com/office/drawing/2014/main" id="{DA844B33-ED2E-6443-4BAA-BF2CA00CB24E}"/>
              </a:ext>
            </a:extLst>
          </p:cNvPr>
          <p:cNvSpPr>
            <a:spLocks noGrp="1"/>
          </p:cNvSpPr>
          <p:nvPr>
            <p:ph type="body" sz="quarter" idx="21"/>
          </p:nvPr>
        </p:nvSpPr>
        <p:spPr/>
        <p:txBody>
          <a:bodyPr/>
          <a:lstStyle/>
          <a:p>
            <a:r>
              <a:rPr lang="en-US" dirty="0"/>
              <a:t>03</a:t>
            </a:r>
          </a:p>
        </p:txBody>
      </p:sp>
      <p:sp>
        <p:nvSpPr>
          <p:cNvPr id="2" name="Slide Number Placeholder 1">
            <a:extLst>
              <a:ext uri="{FF2B5EF4-FFF2-40B4-BE49-F238E27FC236}">
                <a16:creationId xmlns:a16="http://schemas.microsoft.com/office/drawing/2014/main" id="{71DB428A-97C5-C49A-3D26-2B24EB7EB6EC}"/>
              </a:ext>
            </a:extLst>
          </p:cNvPr>
          <p:cNvSpPr>
            <a:spLocks noGrp="1"/>
          </p:cNvSpPr>
          <p:nvPr>
            <p:ph type="sldNum" sz="quarter" idx="4"/>
          </p:nvPr>
        </p:nvSpPr>
        <p:spPr/>
        <p:txBody>
          <a:bodyPr/>
          <a:lstStyle/>
          <a:p>
            <a:fld id="{7196636F-A64E-6C4D-AE26-50A84E19B9C9}" type="slidenum">
              <a:rPr lang="en-US" smtClean="0"/>
              <a:pPr/>
              <a:t>14</a:t>
            </a:fld>
            <a:endParaRPr lang="en-US" dirty="0"/>
          </a:p>
        </p:txBody>
      </p:sp>
    </p:spTree>
    <p:extLst>
      <p:ext uri="{BB962C8B-B14F-4D97-AF65-F5344CB8AC3E}">
        <p14:creationId xmlns:p14="http://schemas.microsoft.com/office/powerpoint/2010/main" val="2557482753"/>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Mismo esfuerzo, más services recuperados</a:t>
            </a:r>
          </a:p>
        </p:txBody>
      </p:sp>
      <p:sp>
        <p:nvSpPr>
          <p:cNvPr id="3" name="Text Placeholder 2"/>
          <p:cNvSpPr>
            <a:spLocks noGrp="1"/>
          </p:cNvSpPr>
          <p:nvPr>
            <p:ph type="body" sz="quarter" idx="13"/>
          </p:nvPr>
        </p:nvSpPr>
        <p:spPr/>
        <p:txBody>
          <a:bodyPr/>
          <a:lstStyle/>
          <a:p>
            <a:r>
              <a:t>03 · Factibilidad económica</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15</a:t>
            </a:fld>
            <a:endParaRPr lang="en-US" dirty="0"/>
          </a:p>
        </p:txBody>
      </p:sp>
      <p:sp>
        <p:nvSpPr>
          <p:cNvPr id="8" name="num1"/>
          <p:cNvSpPr txBox="1"/>
          <p:nvPr/>
        </p:nvSpPr>
        <p:spPr>
          <a:xfrm>
            <a:off x="374904" y="1737360"/>
            <a:ext cx="3794760" cy="1005840"/>
          </a:xfrm>
          <a:prstGeom prst="rect">
            <a:avLst/>
          </a:prstGeom>
          <a:noFill/>
        </p:spPr>
        <p:txBody>
          <a:bodyPr wrap="square" lIns="0" tIns="0" rIns="0" bIns="0" anchor="t">
            <a:spAutoFit/>
          </a:bodyPr>
          <a:lstStyle/>
          <a:p>
            <a:pPr algn="l"/>
            <a:r>
              <a:rPr sz="4400" b="0">
                <a:solidFill>
                  <a:srgbClr val="1700F3"/>
                </a:solidFill>
              </a:rPr>
              <a:t>+80 %</a:t>
            </a:r>
          </a:p>
        </p:txBody>
      </p:sp>
      <p:cxnSp>
        <p:nvCxnSpPr>
          <p:cNvPr id="9" name="num1_linea"/>
          <p:cNvCxnSpPr/>
          <p:nvPr/>
        </p:nvCxnSpPr>
        <p:spPr>
          <a:xfrm>
            <a:off x="374904" y="2788920"/>
            <a:ext cx="3383280" cy="0"/>
          </a:xfrm>
          <a:prstGeom prst="line">
            <a:avLst/>
          </a:prstGeom>
          <a:ln w="12700">
            <a:solidFill>
              <a:srgbClr val="B9BCBD"/>
            </a:solidFill>
          </a:ln>
        </p:spPr>
        <p:style>
          <a:lnRef idx="2">
            <a:schemeClr val="accent1"/>
          </a:lnRef>
          <a:fillRef idx="0">
            <a:schemeClr val="accent1"/>
          </a:fillRef>
          <a:effectRef idx="1">
            <a:schemeClr val="accent1"/>
          </a:effectRef>
          <a:fontRef idx="minor">
            <a:schemeClr val="tx1"/>
          </a:fontRef>
        </p:style>
      </p:cxnSp>
      <p:sp>
        <p:nvSpPr>
          <p:cNvPr id="10" name="num1_txt"/>
          <p:cNvSpPr txBox="1"/>
          <p:nvPr/>
        </p:nvSpPr>
        <p:spPr>
          <a:xfrm>
            <a:off x="374904" y="2926080"/>
            <a:ext cx="3383280" cy="1005840"/>
          </a:xfrm>
          <a:prstGeom prst="rect">
            <a:avLst/>
          </a:prstGeom>
          <a:noFill/>
        </p:spPr>
        <p:txBody>
          <a:bodyPr wrap="square" lIns="0" tIns="0" rIns="0" bIns="0" anchor="t">
            <a:spAutoFit/>
          </a:bodyPr>
          <a:lstStyle/>
          <a:p>
            <a:pPr algn="l"/>
            <a:r>
              <a:rPr sz="1600" b="0">
                <a:solidFill>
                  <a:srgbClr val="00095B"/>
                </a:solidFill>
              </a:rPr>
              <a:t>services recuperados con la misma cantidad de llamados</a:t>
            </a:r>
          </a:p>
        </p:txBody>
      </p:sp>
      <p:sp>
        <p:nvSpPr>
          <p:cNvPr id="11" name="num2"/>
          <p:cNvSpPr txBox="1"/>
          <p:nvPr/>
        </p:nvSpPr>
        <p:spPr>
          <a:xfrm>
            <a:off x="4261104" y="1737360"/>
            <a:ext cx="3794760" cy="1005840"/>
          </a:xfrm>
          <a:prstGeom prst="rect">
            <a:avLst/>
          </a:prstGeom>
          <a:noFill/>
        </p:spPr>
        <p:txBody>
          <a:bodyPr wrap="square" lIns="0" tIns="0" rIns="0" bIns="0" anchor="t">
            <a:spAutoFit/>
          </a:bodyPr>
          <a:lstStyle/>
          <a:p>
            <a:pPr algn="l"/>
            <a:r>
              <a:rPr sz="4400" b="0">
                <a:solidFill>
                  <a:srgbClr val="1700F3"/>
                </a:solidFill>
              </a:rPr>
              <a:t>USD 200 mil</a:t>
            </a:r>
          </a:p>
        </p:txBody>
      </p:sp>
      <p:cxnSp>
        <p:nvCxnSpPr>
          <p:cNvPr id="12" name="num2_linea"/>
          <p:cNvCxnSpPr/>
          <p:nvPr/>
        </p:nvCxnSpPr>
        <p:spPr>
          <a:xfrm>
            <a:off x="4261104" y="2788920"/>
            <a:ext cx="3383279" cy="0"/>
          </a:xfrm>
          <a:prstGeom prst="line">
            <a:avLst/>
          </a:prstGeom>
          <a:ln w="12700">
            <a:solidFill>
              <a:srgbClr val="B9BCBD"/>
            </a:solidFill>
          </a:ln>
        </p:spPr>
        <p:style>
          <a:lnRef idx="2">
            <a:schemeClr val="accent1"/>
          </a:lnRef>
          <a:fillRef idx="0">
            <a:schemeClr val="accent1"/>
          </a:fillRef>
          <a:effectRef idx="1">
            <a:schemeClr val="accent1"/>
          </a:effectRef>
          <a:fontRef idx="minor">
            <a:schemeClr val="tx1"/>
          </a:fontRef>
        </p:style>
      </p:cxnSp>
      <p:sp>
        <p:nvSpPr>
          <p:cNvPr id="13" name="num2_txt"/>
          <p:cNvSpPr txBox="1"/>
          <p:nvPr/>
        </p:nvSpPr>
        <p:spPr>
          <a:xfrm>
            <a:off x="4261104" y="2926080"/>
            <a:ext cx="3383280" cy="1005840"/>
          </a:xfrm>
          <a:prstGeom prst="rect">
            <a:avLst/>
          </a:prstGeom>
          <a:noFill/>
        </p:spPr>
        <p:txBody>
          <a:bodyPr wrap="square" lIns="0" tIns="0" rIns="0" bIns="0" anchor="t">
            <a:spAutoFit/>
          </a:bodyPr>
          <a:lstStyle/>
          <a:p>
            <a:pPr algn="l"/>
            <a:r>
              <a:rPr sz="1600" b="0">
                <a:solidFill>
                  <a:srgbClr val="00095B"/>
                </a:solidFill>
              </a:rPr>
              <a:t>por año, aproximadamente, de margen adicional, sin contar la próxima compra</a:t>
            </a:r>
          </a:p>
        </p:txBody>
      </p:sp>
      <p:sp>
        <p:nvSpPr>
          <p:cNvPr id="14" name="num3"/>
          <p:cNvSpPr txBox="1"/>
          <p:nvPr/>
        </p:nvSpPr>
        <p:spPr>
          <a:xfrm>
            <a:off x="8147304" y="1737360"/>
            <a:ext cx="3794760" cy="1005840"/>
          </a:xfrm>
          <a:prstGeom prst="rect">
            <a:avLst/>
          </a:prstGeom>
          <a:noFill/>
        </p:spPr>
        <p:txBody>
          <a:bodyPr wrap="square" lIns="0" tIns="0" rIns="0" bIns="0" anchor="t">
            <a:spAutoFit/>
          </a:bodyPr>
          <a:lstStyle/>
          <a:p>
            <a:pPr algn="l"/>
            <a:r>
              <a:rPr sz="4400" b="0">
                <a:solidFill>
                  <a:srgbClr val="1700F3"/>
                </a:solidFill>
              </a:rPr>
              <a:t>80 a 1</a:t>
            </a:r>
          </a:p>
        </p:txBody>
      </p:sp>
      <p:cxnSp>
        <p:nvCxnSpPr>
          <p:cNvPr id="15" name="num3_linea"/>
          <p:cNvCxnSpPr/>
          <p:nvPr/>
        </p:nvCxnSpPr>
        <p:spPr>
          <a:xfrm>
            <a:off x="8147304" y="2788920"/>
            <a:ext cx="3383280" cy="0"/>
          </a:xfrm>
          <a:prstGeom prst="line">
            <a:avLst/>
          </a:prstGeom>
          <a:ln w="12700">
            <a:solidFill>
              <a:srgbClr val="B9BCBD"/>
            </a:solidFill>
          </a:ln>
        </p:spPr>
        <p:style>
          <a:lnRef idx="2">
            <a:schemeClr val="accent1"/>
          </a:lnRef>
          <a:fillRef idx="0">
            <a:schemeClr val="accent1"/>
          </a:fillRef>
          <a:effectRef idx="1">
            <a:schemeClr val="accent1"/>
          </a:effectRef>
          <a:fontRef idx="minor">
            <a:schemeClr val="tx1"/>
          </a:fontRef>
        </p:style>
      </p:cxnSp>
      <p:sp>
        <p:nvSpPr>
          <p:cNvPr id="16" name="num3_txt"/>
          <p:cNvSpPr txBox="1"/>
          <p:nvPr/>
        </p:nvSpPr>
        <p:spPr>
          <a:xfrm>
            <a:off x="8147304" y="2926080"/>
            <a:ext cx="3383280" cy="1005840"/>
          </a:xfrm>
          <a:prstGeom prst="rect">
            <a:avLst/>
          </a:prstGeom>
          <a:noFill/>
        </p:spPr>
        <p:txBody>
          <a:bodyPr wrap="square" lIns="0" tIns="0" rIns="0" bIns="0" anchor="t">
            <a:spAutoFit/>
          </a:bodyPr>
          <a:lstStyle/>
          <a:p>
            <a:pPr algn="l"/>
            <a:r>
              <a:rPr sz="1600" b="0">
                <a:solidFill>
                  <a:srgbClr val="00095B"/>
                </a:solidFill>
              </a:rPr>
              <a:t>lo que cuesta no llamar a quien se va, contra llamar de más</a:t>
            </a:r>
          </a:p>
        </p:txBody>
      </p:sp>
      <p:sp>
        <p:nvSpPr>
          <p:cNvPr id="17" name="inversion"/>
          <p:cNvSpPr/>
          <p:nvPr/>
        </p:nvSpPr>
        <p:spPr>
          <a:xfrm>
            <a:off x="374904" y="4206240"/>
            <a:ext cx="11430000"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sz="2000" b="1">
                <a:solidFill>
                  <a:srgbClr val="00095B"/>
                </a:solidFill>
              </a:rPr>
              <a:t>Inversión: USD 30 a 45 mil el primer año</a:t>
            </a:r>
            <a:r>
              <a:rPr sz="1800" b="0">
                <a:solidFill>
                  <a:srgbClr val="00095B"/>
                </a:solidFill>
              </a:rPr>
              <a:t>   ·   se recupera en el primer trimestre de operación</a:t>
            </a:r>
          </a:p>
        </p:txBody>
      </p:sp>
      <p:sp>
        <p:nvSpPr>
          <p:cNvPr id="18" name="supuestos"/>
          <p:cNvSpPr txBox="1"/>
          <p:nvPr/>
        </p:nvSpPr>
        <p:spPr>
          <a:xfrm>
            <a:off x="374904" y="5440680"/>
            <a:ext cx="11430000" cy="731520"/>
          </a:xfrm>
          <a:prstGeom prst="rect">
            <a:avLst/>
          </a:prstGeom>
          <a:noFill/>
        </p:spPr>
        <p:txBody>
          <a:bodyPr wrap="square" lIns="0" tIns="0" rIns="0" bIns="0" anchor="t">
            <a:spAutoFit/>
          </a:bodyPr>
          <a:lstStyle/>
          <a:p>
            <a:pPr algn="l"/>
            <a:r>
              <a:rPr sz="1100" b="0">
                <a:solidFill>
                  <a:srgbClr val="7F7F7F"/>
                </a:solidFill>
              </a:rPr>
              <a:t>Supuestos declarados y editables por Posventa: un llamado recupera al 15 % de los que se iban, un service retenido vale USD 250 y un llamado cuesta USD 3. Sigue siendo rentable si el llamado recupera sólo al 5 % y el service vale USD 100. Cifras para el 20 % de mayor riesgo.</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10" presetClass="entr" presetSubtype="0"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1" grpId="0"/>
      <p:bldP spid="13" grpId="0"/>
      <p:bldP spid="14" grpId="0"/>
      <p:bldP spid="16" grpId="0"/>
      <p:bldP spid="17" grpId="0" animBg="1"/>
      <p:bldP spid="1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Cómo sabemos si funciona: un piloto de 90 días</a:t>
            </a:r>
          </a:p>
        </p:txBody>
      </p:sp>
      <p:sp>
        <p:nvSpPr>
          <p:cNvPr id="3" name="Text Placeholder 2"/>
          <p:cNvSpPr>
            <a:spLocks noGrp="1"/>
          </p:cNvSpPr>
          <p:nvPr>
            <p:ph type="body" sz="quarter" idx="13"/>
          </p:nvPr>
        </p:nvSpPr>
        <p:spPr/>
        <p:txBody>
          <a:bodyPr/>
          <a:lstStyle/>
          <a:p>
            <a:r>
              <a:t>03 · Factibilidad económica</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16</a:t>
            </a:fld>
            <a:endParaRPr lang="en-US" dirty="0"/>
          </a:p>
        </p:txBody>
      </p:sp>
      <p:sp>
        <p:nvSpPr>
          <p:cNvPr id="8" name="lista_label"/>
          <p:cNvSpPr txBox="1"/>
          <p:nvPr/>
        </p:nvSpPr>
        <p:spPr>
          <a:xfrm>
            <a:off x="374904" y="1463040"/>
            <a:ext cx="5486400" cy="320040"/>
          </a:xfrm>
          <a:prstGeom prst="rect">
            <a:avLst/>
          </a:prstGeom>
          <a:noFill/>
        </p:spPr>
        <p:txBody>
          <a:bodyPr wrap="square" lIns="0" tIns="0" rIns="0" bIns="0" anchor="t">
            <a:spAutoFit/>
          </a:bodyPr>
          <a:lstStyle/>
          <a:p>
            <a:pPr algn="l"/>
            <a:r>
              <a:rPr sz="1000" b="0" spc="150">
                <a:solidFill>
                  <a:srgbClr val="1700F3"/>
                </a:solidFill>
              </a:rPr>
              <a:t>LA LISTA DE UN MES, EN 10 GRUPOS</a:t>
            </a:r>
          </a:p>
        </p:txBody>
      </p:sp>
      <p:sp>
        <p:nvSpPr>
          <p:cNvPr id="9" name="decil1"/>
          <p:cNvSpPr/>
          <p:nvPr/>
        </p:nvSpPr>
        <p:spPr>
          <a:xfrm>
            <a:off x="1143000" y="1874519"/>
            <a:ext cx="4754880" cy="301752"/>
          </a:xfrm>
          <a:prstGeom prst="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decil1_n"/>
          <p:cNvSpPr txBox="1"/>
          <p:nvPr/>
        </p:nvSpPr>
        <p:spPr>
          <a:xfrm>
            <a:off x="374904" y="1901951"/>
            <a:ext cx="685800" cy="301752"/>
          </a:xfrm>
          <a:prstGeom prst="rect">
            <a:avLst/>
          </a:prstGeom>
          <a:noFill/>
        </p:spPr>
        <p:txBody>
          <a:bodyPr wrap="square" lIns="0" tIns="0" rIns="0" bIns="0" anchor="t">
            <a:spAutoFit/>
          </a:bodyPr>
          <a:lstStyle/>
          <a:p>
            <a:pPr algn="r"/>
            <a:r>
              <a:rPr sz="1100" b="0">
                <a:solidFill>
                  <a:srgbClr val="7F7F7F"/>
                </a:solidFill>
              </a:rPr>
              <a:t>1</a:t>
            </a:r>
          </a:p>
        </p:txBody>
      </p:sp>
      <p:sp>
        <p:nvSpPr>
          <p:cNvPr id="11" name="control1"/>
          <p:cNvSpPr/>
          <p:nvPr/>
        </p:nvSpPr>
        <p:spPr>
          <a:xfrm>
            <a:off x="3520440" y="1874519"/>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decil2"/>
          <p:cNvSpPr/>
          <p:nvPr/>
        </p:nvSpPr>
        <p:spPr>
          <a:xfrm>
            <a:off x="1143000" y="2267712"/>
            <a:ext cx="4754880" cy="301752"/>
          </a:xfrm>
          <a:prstGeom prst="rect">
            <a:avLst/>
          </a:prstGeom>
          <a:solidFill>
            <a:srgbClr val="141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decil2_n"/>
          <p:cNvSpPr txBox="1"/>
          <p:nvPr/>
        </p:nvSpPr>
        <p:spPr>
          <a:xfrm>
            <a:off x="374904" y="2295144"/>
            <a:ext cx="685800" cy="301752"/>
          </a:xfrm>
          <a:prstGeom prst="rect">
            <a:avLst/>
          </a:prstGeom>
          <a:noFill/>
        </p:spPr>
        <p:txBody>
          <a:bodyPr wrap="square" lIns="0" tIns="0" rIns="0" bIns="0" anchor="t">
            <a:spAutoFit/>
          </a:bodyPr>
          <a:lstStyle/>
          <a:p>
            <a:pPr algn="r"/>
            <a:r>
              <a:rPr sz="1100" b="0">
                <a:solidFill>
                  <a:srgbClr val="7F7F7F"/>
                </a:solidFill>
              </a:rPr>
              <a:t>2</a:t>
            </a:r>
          </a:p>
        </p:txBody>
      </p:sp>
      <p:sp>
        <p:nvSpPr>
          <p:cNvPr id="14" name="control2"/>
          <p:cNvSpPr/>
          <p:nvPr/>
        </p:nvSpPr>
        <p:spPr>
          <a:xfrm>
            <a:off x="3520440" y="2267712"/>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decil3"/>
          <p:cNvSpPr/>
          <p:nvPr/>
        </p:nvSpPr>
        <p:spPr>
          <a:xfrm>
            <a:off x="1143000" y="2660904"/>
            <a:ext cx="4754880" cy="301752"/>
          </a:xfrm>
          <a:prstGeom prst="rect">
            <a:avLst/>
          </a:prstGeom>
          <a:solidFill>
            <a:srgbClr val="2930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decil3_n"/>
          <p:cNvSpPr txBox="1"/>
          <p:nvPr/>
        </p:nvSpPr>
        <p:spPr>
          <a:xfrm>
            <a:off x="374904" y="2688336"/>
            <a:ext cx="685800" cy="301752"/>
          </a:xfrm>
          <a:prstGeom prst="rect">
            <a:avLst/>
          </a:prstGeom>
          <a:noFill/>
        </p:spPr>
        <p:txBody>
          <a:bodyPr wrap="square" lIns="0" tIns="0" rIns="0" bIns="0" anchor="t">
            <a:spAutoFit/>
          </a:bodyPr>
          <a:lstStyle/>
          <a:p>
            <a:pPr algn="r"/>
            <a:r>
              <a:rPr sz="1100" b="0">
                <a:solidFill>
                  <a:srgbClr val="7F7F7F"/>
                </a:solidFill>
              </a:rPr>
              <a:t>3</a:t>
            </a:r>
          </a:p>
        </p:txBody>
      </p:sp>
      <p:sp>
        <p:nvSpPr>
          <p:cNvPr id="17" name="control3"/>
          <p:cNvSpPr/>
          <p:nvPr/>
        </p:nvSpPr>
        <p:spPr>
          <a:xfrm>
            <a:off x="3520440" y="2660904"/>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decil4"/>
          <p:cNvSpPr/>
          <p:nvPr/>
        </p:nvSpPr>
        <p:spPr>
          <a:xfrm>
            <a:off x="1143000" y="3054096"/>
            <a:ext cx="4754880" cy="301752"/>
          </a:xfrm>
          <a:prstGeom prst="rect">
            <a:avLst/>
          </a:prstGeom>
          <a:solidFill>
            <a:srgbClr val="3D4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decil4_n"/>
          <p:cNvSpPr txBox="1"/>
          <p:nvPr/>
        </p:nvSpPr>
        <p:spPr>
          <a:xfrm>
            <a:off x="374904" y="3081527"/>
            <a:ext cx="685800" cy="301752"/>
          </a:xfrm>
          <a:prstGeom prst="rect">
            <a:avLst/>
          </a:prstGeom>
          <a:noFill/>
        </p:spPr>
        <p:txBody>
          <a:bodyPr wrap="square" lIns="0" tIns="0" rIns="0" bIns="0" anchor="t">
            <a:spAutoFit/>
          </a:bodyPr>
          <a:lstStyle/>
          <a:p>
            <a:pPr algn="r"/>
            <a:r>
              <a:rPr sz="1100" b="0">
                <a:solidFill>
                  <a:srgbClr val="7F7F7F"/>
                </a:solidFill>
              </a:rPr>
              <a:t>4</a:t>
            </a:r>
          </a:p>
        </p:txBody>
      </p:sp>
      <p:sp>
        <p:nvSpPr>
          <p:cNvPr id="20" name="control4"/>
          <p:cNvSpPr/>
          <p:nvPr/>
        </p:nvSpPr>
        <p:spPr>
          <a:xfrm>
            <a:off x="3520440" y="3054096"/>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decil5"/>
          <p:cNvSpPr/>
          <p:nvPr/>
        </p:nvSpPr>
        <p:spPr>
          <a:xfrm>
            <a:off x="1143000" y="3447288"/>
            <a:ext cx="4754880" cy="301752"/>
          </a:xfrm>
          <a:prstGeom prst="rect">
            <a:avLst/>
          </a:prstGeom>
          <a:solidFill>
            <a:srgbClr val="525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decil5_n"/>
          <p:cNvSpPr txBox="1"/>
          <p:nvPr/>
        </p:nvSpPr>
        <p:spPr>
          <a:xfrm>
            <a:off x="374904" y="3474720"/>
            <a:ext cx="685800" cy="301752"/>
          </a:xfrm>
          <a:prstGeom prst="rect">
            <a:avLst/>
          </a:prstGeom>
          <a:noFill/>
        </p:spPr>
        <p:txBody>
          <a:bodyPr wrap="square" lIns="0" tIns="0" rIns="0" bIns="0" anchor="t">
            <a:spAutoFit/>
          </a:bodyPr>
          <a:lstStyle/>
          <a:p>
            <a:pPr algn="r"/>
            <a:r>
              <a:rPr sz="1100" b="0">
                <a:solidFill>
                  <a:srgbClr val="7F7F7F"/>
                </a:solidFill>
              </a:rPr>
              <a:t>5</a:t>
            </a:r>
          </a:p>
        </p:txBody>
      </p:sp>
      <p:sp>
        <p:nvSpPr>
          <p:cNvPr id="23" name="control5"/>
          <p:cNvSpPr/>
          <p:nvPr/>
        </p:nvSpPr>
        <p:spPr>
          <a:xfrm>
            <a:off x="3520440" y="3447288"/>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decil6"/>
          <p:cNvSpPr/>
          <p:nvPr/>
        </p:nvSpPr>
        <p:spPr>
          <a:xfrm>
            <a:off x="1143000" y="3840480"/>
            <a:ext cx="4754880" cy="301752"/>
          </a:xfrm>
          <a:prstGeom prst="rect">
            <a:avLst/>
          </a:prstGeom>
          <a:solidFill>
            <a:srgbClr val="666C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decil6_n"/>
          <p:cNvSpPr txBox="1"/>
          <p:nvPr/>
        </p:nvSpPr>
        <p:spPr>
          <a:xfrm>
            <a:off x="374904" y="3867912"/>
            <a:ext cx="685800" cy="301752"/>
          </a:xfrm>
          <a:prstGeom prst="rect">
            <a:avLst/>
          </a:prstGeom>
          <a:noFill/>
        </p:spPr>
        <p:txBody>
          <a:bodyPr wrap="square" lIns="0" tIns="0" rIns="0" bIns="0" anchor="t">
            <a:spAutoFit/>
          </a:bodyPr>
          <a:lstStyle/>
          <a:p>
            <a:pPr algn="r"/>
            <a:r>
              <a:rPr sz="1100" b="0">
                <a:solidFill>
                  <a:srgbClr val="7F7F7F"/>
                </a:solidFill>
              </a:rPr>
              <a:t>6</a:t>
            </a:r>
          </a:p>
        </p:txBody>
      </p:sp>
      <p:sp>
        <p:nvSpPr>
          <p:cNvPr id="26" name="control6"/>
          <p:cNvSpPr/>
          <p:nvPr/>
        </p:nvSpPr>
        <p:spPr>
          <a:xfrm>
            <a:off x="3520440" y="3840480"/>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decil7"/>
          <p:cNvSpPr/>
          <p:nvPr/>
        </p:nvSpPr>
        <p:spPr>
          <a:xfrm>
            <a:off x="1143000" y="4233672"/>
            <a:ext cx="4754880" cy="301752"/>
          </a:xfrm>
          <a:prstGeom prst="rect">
            <a:avLst/>
          </a:prstGeom>
          <a:solidFill>
            <a:srgbClr val="7B8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decil7_n"/>
          <p:cNvSpPr txBox="1"/>
          <p:nvPr/>
        </p:nvSpPr>
        <p:spPr>
          <a:xfrm>
            <a:off x="374904" y="4261104"/>
            <a:ext cx="685800" cy="301752"/>
          </a:xfrm>
          <a:prstGeom prst="rect">
            <a:avLst/>
          </a:prstGeom>
          <a:noFill/>
        </p:spPr>
        <p:txBody>
          <a:bodyPr wrap="square" lIns="0" tIns="0" rIns="0" bIns="0" anchor="t">
            <a:spAutoFit/>
          </a:bodyPr>
          <a:lstStyle/>
          <a:p>
            <a:pPr algn="r"/>
            <a:r>
              <a:rPr sz="1100" b="0">
                <a:solidFill>
                  <a:srgbClr val="7F7F7F"/>
                </a:solidFill>
              </a:rPr>
              <a:t>7</a:t>
            </a:r>
          </a:p>
        </p:txBody>
      </p:sp>
      <p:sp>
        <p:nvSpPr>
          <p:cNvPr id="29" name="control7"/>
          <p:cNvSpPr/>
          <p:nvPr/>
        </p:nvSpPr>
        <p:spPr>
          <a:xfrm>
            <a:off x="3520440" y="4233672"/>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decil8"/>
          <p:cNvSpPr/>
          <p:nvPr/>
        </p:nvSpPr>
        <p:spPr>
          <a:xfrm>
            <a:off x="1143000" y="4626864"/>
            <a:ext cx="4754880" cy="301752"/>
          </a:xfrm>
          <a:prstGeom prst="rect">
            <a:avLst/>
          </a:prstGeom>
          <a:solidFill>
            <a:srgbClr val="8F9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decil8_n"/>
          <p:cNvSpPr txBox="1"/>
          <p:nvPr/>
        </p:nvSpPr>
        <p:spPr>
          <a:xfrm>
            <a:off x="374904" y="4654296"/>
            <a:ext cx="685800" cy="301752"/>
          </a:xfrm>
          <a:prstGeom prst="rect">
            <a:avLst/>
          </a:prstGeom>
          <a:noFill/>
        </p:spPr>
        <p:txBody>
          <a:bodyPr wrap="square" lIns="0" tIns="0" rIns="0" bIns="0" anchor="t">
            <a:spAutoFit/>
          </a:bodyPr>
          <a:lstStyle/>
          <a:p>
            <a:pPr algn="r"/>
            <a:r>
              <a:rPr sz="1100" b="0">
                <a:solidFill>
                  <a:srgbClr val="7F7F7F"/>
                </a:solidFill>
              </a:rPr>
              <a:t>8</a:t>
            </a:r>
          </a:p>
        </p:txBody>
      </p:sp>
      <p:sp>
        <p:nvSpPr>
          <p:cNvPr id="32" name="control8"/>
          <p:cNvSpPr/>
          <p:nvPr/>
        </p:nvSpPr>
        <p:spPr>
          <a:xfrm>
            <a:off x="3520440" y="4626864"/>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decil9"/>
          <p:cNvSpPr/>
          <p:nvPr/>
        </p:nvSpPr>
        <p:spPr>
          <a:xfrm>
            <a:off x="1143000" y="5020056"/>
            <a:ext cx="4754880" cy="301752"/>
          </a:xfrm>
          <a:prstGeom prst="rect">
            <a:avLst/>
          </a:prstGeom>
          <a:solidFill>
            <a:srgbClr val="A4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decil9_n"/>
          <p:cNvSpPr txBox="1"/>
          <p:nvPr/>
        </p:nvSpPr>
        <p:spPr>
          <a:xfrm>
            <a:off x="374904" y="5047488"/>
            <a:ext cx="685800" cy="301752"/>
          </a:xfrm>
          <a:prstGeom prst="rect">
            <a:avLst/>
          </a:prstGeom>
          <a:noFill/>
        </p:spPr>
        <p:txBody>
          <a:bodyPr wrap="square" lIns="0" tIns="0" rIns="0" bIns="0" anchor="t">
            <a:spAutoFit/>
          </a:bodyPr>
          <a:lstStyle/>
          <a:p>
            <a:pPr algn="r"/>
            <a:r>
              <a:rPr sz="1100" b="0">
                <a:solidFill>
                  <a:srgbClr val="7F7F7F"/>
                </a:solidFill>
              </a:rPr>
              <a:t>9</a:t>
            </a:r>
          </a:p>
        </p:txBody>
      </p:sp>
      <p:sp>
        <p:nvSpPr>
          <p:cNvPr id="35" name="control9"/>
          <p:cNvSpPr/>
          <p:nvPr/>
        </p:nvSpPr>
        <p:spPr>
          <a:xfrm>
            <a:off x="3520440" y="5020056"/>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decil10"/>
          <p:cNvSpPr/>
          <p:nvPr/>
        </p:nvSpPr>
        <p:spPr>
          <a:xfrm>
            <a:off x="1143000" y="5413248"/>
            <a:ext cx="4754880" cy="301752"/>
          </a:xfrm>
          <a:prstGeom prst="rect">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decil10_n"/>
          <p:cNvSpPr txBox="1"/>
          <p:nvPr/>
        </p:nvSpPr>
        <p:spPr>
          <a:xfrm>
            <a:off x="374904" y="5440680"/>
            <a:ext cx="685800" cy="301752"/>
          </a:xfrm>
          <a:prstGeom prst="rect">
            <a:avLst/>
          </a:prstGeom>
          <a:noFill/>
        </p:spPr>
        <p:txBody>
          <a:bodyPr wrap="square" lIns="0" tIns="0" rIns="0" bIns="0" anchor="t">
            <a:spAutoFit/>
          </a:bodyPr>
          <a:lstStyle/>
          <a:p>
            <a:pPr algn="r"/>
            <a:r>
              <a:rPr sz="1100" b="0">
                <a:solidFill>
                  <a:srgbClr val="7F7F7F"/>
                </a:solidFill>
              </a:rPr>
              <a:t>10</a:t>
            </a:r>
          </a:p>
        </p:txBody>
      </p:sp>
      <p:sp>
        <p:nvSpPr>
          <p:cNvPr id="38" name="control10"/>
          <p:cNvSpPr/>
          <p:nvPr/>
        </p:nvSpPr>
        <p:spPr>
          <a:xfrm>
            <a:off x="3520440" y="5413248"/>
            <a:ext cx="2377440" cy="301752"/>
          </a:xfrm>
          <a:prstGeom prst="rect">
            <a:avLst/>
          </a:prstGeom>
          <a:solidFill>
            <a:srgbClr val="F3F3F3"/>
          </a:solidFill>
          <a:ln w="9525">
            <a:solidFill>
              <a:srgbClr val="B9BC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brazo_a"/>
          <p:cNvSpPr txBox="1"/>
          <p:nvPr/>
        </p:nvSpPr>
        <p:spPr>
          <a:xfrm>
            <a:off x="1143000" y="5824728"/>
            <a:ext cx="2377440" cy="320040"/>
          </a:xfrm>
          <a:prstGeom prst="rect">
            <a:avLst/>
          </a:prstGeom>
          <a:noFill/>
        </p:spPr>
        <p:txBody>
          <a:bodyPr wrap="square" lIns="0" tIns="0" rIns="0" bIns="0" anchor="t">
            <a:spAutoFit/>
          </a:bodyPr>
          <a:lstStyle/>
          <a:p>
            <a:pPr algn="ctr"/>
            <a:r>
              <a:rPr sz="1200" b="1">
                <a:solidFill>
                  <a:srgbClr val="00095B"/>
                </a:solidFill>
              </a:rPr>
              <a:t>con la acción</a:t>
            </a:r>
          </a:p>
        </p:txBody>
      </p:sp>
      <p:sp>
        <p:nvSpPr>
          <p:cNvPr id="40" name="brazo_b"/>
          <p:cNvSpPr txBox="1"/>
          <p:nvPr/>
        </p:nvSpPr>
        <p:spPr>
          <a:xfrm>
            <a:off x="3520440" y="5824728"/>
            <a:ext cx="2377440" cy="320040"/>
          </a:xfrm>
          <a:prstGeom prst="rect">
            <a:avLst/>
          </a:prstGeom>
          <a:noFill/>
        </p:spPr>
        <p:txBody>
          <a:bodyPr wrap="square" lIns="0" tIns="0" rIns="0" bIns="0" anchor="t">
            <a:spAutoFit/>
          </a:bodyPr>
          <a:lstStyle/>
          <a:p>
            <a:pPr algn="ctr"/>
            <a:r>
              <a:rPr sz="1200" b="1">
                <a:solidFill>
                  <a:srgbClr val="7F7F7F"/>
                </a:solidFill>
              </a:rPr>
              <a:t>como hoy</a:t>
            </a:r>
          </a:p>
        </p:txBody>
      </p:sp>
      <p:sp>
        <p:nvSpPr>
          <p:cNvPr id="41" name="mas_riesgo"/>
          <p:cNvSpPr txBox="1"/>
          <p:nvPr/>
        </p:nvSpPr>
        <p:spPr>
          <a:xfrm>
            <a:off x="91440" y="1856231"/>
            <a:ext cx="914400" cy="274320"/>
          </a:xfrm>
          <a:prstGeom prst="rect">
            <a:avLst/>
          </a:prstGeom>
          <a:noFill/>
        </p:spPr>
        <p:txBody>
          <a:bodyPr wrap="square" lIns="0" tIns="0" rIns="0" bIns="0" anchor="t">
            <a:spAutoFit/>
          </a:bodyPr>
          <a:lstStyle/>
          <a:p>
            <a:pPr algn="r"/>
            <a:r>
              <a:rPr sz="900" b="0">
                <a:solidFill>
                  <a:srgbClr val="7F7F7F"/>
                </a:solidFill>
              </a:rPr>
              <a:t>más riesgo</a:t>
            </a:r>
          </a:p>
        </p:txBody>
      </p:sp>
      <p:sp>
        <p:nvSpPr>
          <p:cNvPr id="42" name="flecha"/>
          <p:cNvSpPr/>
          <p:nvPr/>
        </p:nvSpPr>
        <p:spPr>
          <a:xfrm>
            <a:off x="6172200" y="3246120"/>
            <a:ext cx="731520" cy="457200"/>
          </a:xfrm>
          <a:prstGeom prst="rightArrow">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medicion"/>
          <p:cNvSpPr txBox="1"/>
          <p:nvPr/>
        </p:nvSpPr>
        <p:spPr>
          <a:xfrm>
            <a:off x="7132320" y="2926080"/>
            <a:ext cx="4572000" cy="1097280"/>
          </a:xfrm>
          <a:prstGeom prst="rect">
            <a:avLst/>
          </a:prstGeom>
          <a:noFill/>
        </p:spPr>
        <p:txBody>
          <a:bodyPr wrap="square" lIns="0" tIns="0" rIns="0" bIns="0" anchor="t">
            <a:spAutoFit/>
          </a:bodyPr>
          <a:lstStyle/>
          <a:p>
            <a:pPr algn="l"/>
            <a:r>
              <a:rPr sz="2000" b="1">
                <a:solidFill>
                  <a:srgbClr val="00095B"/>
                </a:solidFill>
              </a:rPr>
              <a:t>A los 90 días: </a:t>
            </a:r>
            <a:r>
              <a:rPr sz="2000" b="0">
                <a:solidFill>
                  <a:srgbClr val="00095B"/>
                </a:solidFill>
              </a:rPr>
              <a:t>¿hizo el service?</a:t>
            </a:r>
          </a:p>
          <a:p>
            <a:pPr algn="l"/>
            <a:r>
              <a:rPr sz="1400" b="0">
                <a:solidFill>
                  <a:srgbClr val="7F7F7F"/>
                </a:solidFill>
              </a:rPr>
              <a:t>Se compara por grupo, acción y concesionario.</a:t>
            </a:r>
          </a:p>
        </p:txBody>
      </p:sp>
      <p:sp>
        <p:nvSpPr>
          <p:cNvPr id="44" name="dos_meses"/>
          <p:cNvSpPr txBox="1"/>
          <p:nvPr/>
        </p:nvSpPr>
        <p:spPr>
          <a:xfrm>
            <a:off x="7132320" y="4251960"/>
            <a:ext cx="2194560" cy="731520"/>
          </a:xfrm>
          <a:prstGeom prst="rect">
            <a:avLst/>
          </a:prstGeom>
          <a:noFill/>
        </p:spPr>
        <p:txBody>
          <a:bodyPr wrap="square" lIns="0" tIns="0" rIns="0" bIns="0" anchor="t">
            <a:spAutoFit/>
          </a:bodyPr>
          <a:lstStyle/>
          <a:p>
            <a:pPr algn="l"/>
            <a:r>
              <a:rPr sz="3200" b="0">
                <a:solidFill>
                  <a:srgbClr val="1700F3"/>
                </a:solidFill>
              </a:rPr>
              <a:t>2 meses</a:t>
            </a:r>
          </a:p>
        </p:txBody>
      </p:sp>
      <p:sp>
        <p:nvSpPr>
          <p:cNvPr id="45" name="dos_meses_txt"/>
          <p:cNvSpPr txBox="1"/>
          <p:nvPr/>
        </p:nvSpPr>
        <p:spPr>
          <a:xfrm>
            <a:off x="7132320" y="4892040"/>
            <a:ext cx="2103120" cy="914400"/>
          </a:xfrm>
          <a:prstGeom prst="rect">
            <a:avLst/>
          </a:prstGeom>
          <a:noFill/>
        </p:spPr>
        <p:txBody>
          <a:bodyPr wrap="square" lIns="0" tIns="0" rIns="0" bIns="0" anchor="t">
            <a:spAutoFit/>
          </a:bodyPr>
          <a:lstStyle/>
          <a:p>
            <a:pPr algn="l"/>
            <a:r>
              <a:rPr sz="1300" b="0">
                <a:solidFill>
                  <a:srgbClr val="00095B"/>
                </a:solidFill>
              </a:rPr>
              <a:t>alcanzan para ver una mejora de 5 puntos</a:t>
            </a:r>
          </a:p>
        </p:txBody>
      </p:sp>
      <p:sp>
        <p:nvSpPr>
          <p:cNvPr id="46" name="cero"/>
          <p:cNvSpPr txBox="1"/>
          <p:nvPr/>
        </p:nvSpPr>
        <p:spPr>
          <a:xfrm>
            <a:off x="9509760" y="4251960"/>
            <a:ext cx="2377440" cy="731520"/>
          </a:xfrm>
          <a:prstGeom prst="rect">
            <a:avLst/>
          </a:prstGeom>
          <a:noFill/>
        </p:spPr>
        <p:txBody>
          <a:bodyPr wrap="square" lIns="0" tIns="0" rIns="0" bIns="0" anchor="t">
            <a:spAutoFit/>
          </a:bodyPr>
          <a:lstStyle/>
          <a:p>
            <a:pPr algn="l"/>
            <a:r>
              <a:rPr sz="3200" b="0">
                <a:solidFill>
                  <a:srgbClr val="1700F3"/>
                </a:solidFill>
              </a:rPr>
              <a:t>0</a:t>
            </a:r>
          </a:p>
        </p:txBody>
      </p:sp>
      <p:sp>
        <p:nvSpPr>
          <p:cNvPr id="47" name="cero_txt"/>
          <p:cNvSpPr txBox="1"/>
          <p:nvPr/>
        </p:nvSpPr>
        <p:spPr>
          <a:xfrm>
            <a:off x="9509760" y="4892040"/>
            <a:ext cx="2286000" cy="914400"/>
          </a:xfrm>
          <a:prstGeom prst="rect">
            <a:avLst/>
          </a:prstGeom>
          <a:noFill/>
        </p:spPr>
        <p:txBody>
          <a:bodyPr wrap="square" lIns="0" tIns="0" rIns="0" bIns="0" anchor="t">
            <a:spAutoFit/>
          </a:bodyPr>
          <a:lstStyle/>
          <a:p>
            <a:pPr algn="l"/>
            <a:r>
              <a:rPr sz="1300" b="0">
                <a:solidFill>
                  <a:srgbClr val="00095B"/>
                </a:solidFill>
              </a:rPr>
              <a:t>sistemas nuevos: Service Leads, FordPass y Service Reminder</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7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7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700"/>
                                        <p:tgtEl>
                                          <p:spTgt spid="1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700"/>
                                        <p:tgtEl>
                                          <p:spTgt spid="1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wipe(left)">
                                      <p:cBhvr>
                                        <p:cTn id="34" dur="7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wipe(left)">
                                      <p:cBhvr>
                                        <p:cTn id="40" dur="700"/>
                                        <p:tgtEl>
                                          <p:spTgt spid="2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wipe(left)">
                                      <p:cBhvr>
                                        <p:cTn id="46" dur="7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500"/>
                                        <p:tgtEl>
                                          <p:spTgt spid="28"/>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30"/>
                                        </p:tgtEl>
                                        <p:attrNameLst>
                                          <p:attrName>style.visibility</p:attrName>
                                        </p:attrNameLst>
                                      </p:cBhvr>
                                      <p:to>
                                        <p:strVal val="visible"/>
                                      </p:to>
                                    </p:set>
                                    <p:animEffect transition="in" filter="wipe(left)">
                                      <p:cBhvr>
                                        <p:cTn id="52" dur="700"/>
                                        <p:tgtEl>
                                          <p:spTgt spid="3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500"/>
                                        <p:tgtEl>
                                          <p:spTgt spid="3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33"/>
                                        </p:tgtEl>
                                        <p:attrNameLst>
                                          <p:attrName>style.visibility</p:attrName>
                                        </p:attrNameLst>
                                      </p:cBhvr>
                                      <p:to>
                                        <p:strVal val="visible"/>
                                      </p:to>
                                    </p:set>
                                    <p:animEffect transition="in" filter="wipe(left)">
                                      <p:cBhvr>
                                        <p:cTn id="58" dur="700"/>
                                        <p:tgtEl>
                                          <p:spTgt spid="3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500"/>
                                        <p:tgtEl>
                                          <p:spTgt spid="34"/>
                                        </p:tgtEl>
                                      </p:cBhvr>
                                    </p:animEffect>
                                  </p:childTnLst>
                                </p:cTn>
                              </p:par>
                              <p:par>
                                <p:cTn id="62" presetID="22" presetClass="entr" presetSubtype="8" fill="hold" grpId="0" nodeType="withEffect">
                                  <p:stCondLst>
                                    <p:cond delay="0"/>
                                  </p:stCondLst>
                                  <p:childTnLst>
                                    <p:set>
                                      <p:cBhvr>
                                        <p:cTn id="63" dur="1" fill="hold">
                                          <p:stCondLst>
                                            <p:cond delay="0"/>
                                          </p:stCondLst>
                                        </p:cTn>
                                        <p:tgtEl>
                                          <p:spTgt spid="36"/>
                                        </p:tgtEl>
                                        <p:attrNameLst>
                                          <p:attrName>style.visibility</p:attrName>
                                        </p:attrNameLst>
                                      </p:cBhvr>
                                      <p:to>
                                        <p:strVal val="visible"/>
                                      </p:to>
                                    </p:set>
                                    <p:animEffect transition="in" filter="wipe(left)">
                                      <p:cBhvr>
                                        <p:cTn id="64" dur="700"/>
                                        <p:tgtEl>
                                          <p:spTgt spid="3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500"/>
                                        <p:tgtEl>
                                          <p:spTgt spid="3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1"/>
                                        </p:tgtEl>
                                        <p:attrNameLst>
                                          <p:attrName>style.visibility</p:attrName>
                                        </p:attrNameLst>
                                      </p:cBhvr>
                                      <p:to>
                                        <p:strVal val="visible"/>
                                      </p:to>
                                    </p:set>
                                    <p:animEffect transition="in" filter="fade">
                                      <p:cBhvr>
                                        <p:cTn id="70" dur="500"/>
                                        <p:tgtEl>
                                          <p:spTgt spid="4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fade">
                                      <p:cBhvr>
                                        <p:cTn id="75" dur="500"/>
                                        <p:tgtEl>
                                          <p:spTgt spid="1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14"/>
                                        </p:tgtEl>
                                        <p:attrNameLst>
                                          <p:attrName>style.visibility</p:attrName>
                                        </p:attrNameLst>
                                      </p:cBhvr>
                                      <p:to>
                                        <p:strVal val="visible"/>
                                      </p:to>
                                    </p:set>
                                    <p:animEffect transition="in" filter="fade">
                                      <p:cBhvr>
                                        <p:cTn id="78" dur="500"/>
                                        <p:tgtEl>
                                          <p:spTgt spid="14"/>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00"/>
                                        <p:tgtEl>
                                          <p:spTgt spid="1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0"/>
                                        </p:tgtEl>
                                        <p:attrNameLst>
                                          <p:attrName>style.visibility</p:attrName>
                                        </p:attrNameLst>
                                      </p:cBhvr>
                                      <p:to>
                                        <p:strVal val="visible"/>
                                      </p:to>
                                    </p:set>
                                    <p:animEffect transition="in" filter="fade">
                                      <p:cBhvr>
                                        <p:cTn id="84" dur="500"/>
                                        <p:tgtEl>
                                          <p:spTgt spid="20"/>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3"/>
                                        </p:tgtEl>
                                        <p:attrNameLst>
                                          <p:attrName>style.visibility</p:attrName>
                                        </p:attrNameLst>
                                      </p:cBhvr>
                                      <p:to>
                                        <p:strVal val="visible"/>
                                      </p:to>
                                    </p:set>
                                    <p:animEffect transition="in" filter="fade">
                                      <p:cBhvr>
                                        <p:cTn id="87" dur="500"/>
                                        <p:tgtEl>
                                          <p:spTgt spid="23"/>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500"/>
                                        <p:tgtEl>
                                          <p:spTgt spid="2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500"/>
                                        <p:tgtEl>
                                          <p:spTgt spid="29"/>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500"/>
                                        <p:tgtEl>
                                          <p:spTgt spid="3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500"/>
                                        <p:tgtEl>
                                          <p:spTgt spid="38"/>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00"/>
                                        <p:tgtEl>
                                          <p:spTgt spid="39"/>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0"/>
                                        </p:tgtEl>
                                        <p:attrNameLst>
                                          <p:attrName>style.visibility</p:attrName>
                                        </p:attrNameLst>
                                      </p:cBhvr>
                                      <p:to>
                                        <p:strVal val="visible"/>
                                      </p:to>
                                    </p:set>
                                    <p:animEffect transition="in" filter="fade">
                                      <p:cBhvr>
                                        <p:cTn id="108" dur="500"/>
                                        <p:tgtEl>
                                          <p:spTgt spid="40"/>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50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500"/>
                                        <p:tgtEl>
                                          <p:spTgt spid="43"/>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44"/>
                                        </p:tgtEl>
                                        <p:attrNameLst>
                                          <p:attrName>style.visibility</p:attrName>
                                        </p:attrNameLst>
                                      </p:cBhvr>
                                      <p:to>
                                        <p:strVal val="visible"/>
                                      </p:to>
                                    </p:set>
                                    <p:animEffect transition="in" filter="fade">
                                      <p:cBhvr>
                                        <p:cTn id="121" dur="500"/>
                                        <p:tgtEl>
                                          <p:spTgt spid="44"/>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5"/>
                                        </p:tgtEl>
                                        <p:attrNameLst>
                                          <p:attrName>style.visibility</p:attrName>
                                        </p:attrNameLst>
                                      </p:cBhvr>
                                      <p:to>
                                        <p:strVal val="visible"/>
                                      </p:to>
                                    </p:set>
                                    <p:animEffect transition="in" filter="fade">
                                      <p:cBhvr>
                                        <p:cTn id="124" dur="500"/>
                                        <p:tgtEl>
                                          <p:spTgt spid="45"/>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fade">
                                      <p:cBhvr>
                                        <p:cTn id="127" dur="500"/>
                                        <p:tgtEl>
                                          <p:spTgt spid="46"/>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fade">
                                      <p:cBhvr>
                                        <p:cTn id="130"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0" grpId="0"/>
      <p:bldP spid="11" grpId="0" animBg="1"/>
      <p:bldP spid="12" grpId="0" animBg="1"/>
      <p:bldP spid="13" grpId="0"/>
      <p:bldP spid="14" grpId="0" animBg="1"/>
      <p:bldP spid="15" grpId="0" animBg="1"/>
      <p:bldP spid="16" grpId="0"/>
      <p:bldP spid="17" grpId="0" animBg="1"/>
      <p:bldP spid="18" grpId="0" animBg="1"/>
      <p:bldP spid="19" grpId="0"/>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p:bldP spid="35" grpId="0" animBg="1"/>
      <p:bldP spid="36" grpId="0" animBg="1"/>
      <p:bldP spid="37" grpId="0"/>
      <p:bldP spid="38" grpId="0" animBg="1"/>
      <p:bldP spid="39" grpId="0"/>
      <p:bldP spid="40" grpId="0"/>
      <p:bldP spid="41" grpId="0"/>
      <p:bldP spid="42" grpId="0" animBg="1"/>
      <p:bldP spid="43" grpId="0"/>
      <p:bldP spid="44" grpId="0"/>
      <p:bldP spid="45" grpId="0"/>
      <p:bldP spid="46" grpId="0"/>
      <p:bldP spid="4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216C-0042-1854-8B49-5EAF009C16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EC7C4D-CB8D-19F6-6523-B71D6E5D78F9}"/>
              </a:ext>
            </a:extLst>
          </p:cNvPr>
          <p:cNvSpPr>
            <a:spLocks noGrp="1"/>
          </p:cNvSpPr>
          <p:nvPr>
            <p:ph type="title"/>
          </p:nvPr>
        </p:nvSpPr>
        <p:spPr/>
        <p:txBody>
          <a:bodyPr/>
          <a:lstStyle/>
          <a:p>
            <a:r>
              <a:rPr lang="en-US" dirty="0"/>
              <a:t>Valor </a:t>
            </a:r>
            <a:r>
              <a:rPr lang="en-US" dirty="0" err="1"/>
              <a:t>diferencial</a:t>
            </a:r>
            <a:r>
              <a:rPr lang="en-US" dirty="0"/>
              <a:t> e </a:t>
            </a:r>
            <a:r>
              <a:rPr lang="en-US" dirty="0" err="1"/>
              <a:t>Innovación</a:t>
            </a:r>
            <a:endParaRPr lang="en-US" dirty="0"/>
          </a:p>
        </p:txBody>
      </p:sp>
      <p:sp>
        <p:nvSpPr>
          <p:cNvPr id="4" name="Text Placeholder 3">
            <a:extLst>
              <a:ext uri="{FF2B5EF4-FFF2-40B4-BE49-F238E27FC236}">
                <a16:creationId xmlns:a16="http://schemas.microsoft.com/office/drawing/2014/main" id="{58447095-B30C-85F5-16D8-314F01E356ED}"/>
              </a:ext>
            </a:extLst>
          </p:cNvPr>
          <p:cNvSpPr>
            <a:spLocks noGrp="1"/>
          </p:cNvSpPr>
          <p:nvPr>
            <p:ph type="body" sz="quarter" idx="13"/>
          </p:nvPr>
        </p:nvSpPr>
        <p:spPr/>
        <p:txBody>
          <a:bodyPr/>
          <a:lstStyle/>
          <a:p>
            <a:r>
              <a:rPr lang="en-US" dirty="0" err="1"/>
              <a:t>Por qué esta solución y no otra</a:t>
            </a:r>
            <a:endParaRPr lang="en-US" dirty="0"/>
          </a:p>
        </p:txBody>
      </p:sp>
      <p:sp>
        <p:nvSpPr>
          <p:cNvPr id="3" name="Text Placeholder 2">
            <a:extLst>
              <a:ext uri="{FF2B5EF4-FFF2-40B4-BE49-F238E27FC236}">
                <a16:creationId xmlns:a16="http://schemas.microsoft.com/office/drawing/2014/main" id="{7B9BF264-158F-2FC4-E062-E96DD08E6067}"/>
              </a:ext>
            </a:extLst>
          </p:cNvPr>
          <p:cNvSpPr>
            <a:spLocks noGrp="1"/>
          </p:cNvSpPr>
          <p:nvPr>
            <p:ph type="body" sz="quarter" idx="21"/>
          </p:nvPr>
        </p:nvSpPr>
        <p:spPr/>
        <p:txBody>
          <a:bodyPr/>
          <a:lstStyle/>
          <a:p>
            <a:r>
              <a:rPr lang="en-US" dirty="0"/>
              <a:t>04</a:t>
            </a:r>
          </a:p>
        </p:txBody>
      </p:sp>
      <p:sp>
        <p:nvSpPr>
          <p:cNvPr id="2" name="Slide Number Placeholder 1">
            <a:extLst>
              <a:ext uri="{FF2B5EF4-FFF2-40B4-BE49-F238E27FC236}">
                <a16:creationId xmlns:a16="http://schemas.microsoft.com/office/drawing/2014/main" id="{4804C837-DA86-EB33-AF89-B3F115C353D7}"/>
              </a:ext>
            </a:extLst>
          </p:cNvPr>
          <p:cNvSpPr>
            <a:spLocks noGrp="1"/>
          </p:cNvSpPr>
          <p:nvPr>
            <p:ph type="sldNum" sz="quarter" idx="4"/>
          </p:nvPr>
        </p:nvSpPr>
        <p:spPr/>
        <p:txBody>
          <a:bodyPr/>
          <a:lstStyle/>
          <a:p>
            <a:fld id="{7196636F-A64E-6C4D-AE26-50A84E19B9C9}" type="slidenum">
              <a:rPr lang="en-US" smtClean="0"/>
              <a:pPr/>
              <a:t>17</a:t>
            </a:fld>
            <a:endParaRPr lang="en-US" dirty="0"/>
          </a:p>
        </p:txBody>
      </p:sp>
    </p:spTree>
    <p:extLst>
      <p:ext uri="{BB962C8B-B14F-4D97-AF65-F5344CB8AC3E}">
        <p14:creationId xmlns:p14="http://schemas.microsoft.com/office/powerpoint/2010/main" val="1108555389"/>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t>04 · Valor diferencial e innovación</a:t>
            </a:r>
          </a:p>
        </p:txBody>
      </p:sp>
      <p:sp>
        <p:nvSpPr>
          <p:cNvPr id="3" name="Title 2"/>
          <p:cNvSpPr>
            <a:spLocks noGrp="1"/>
          </p:cNvSpPr>
          <p:nvPr>
            <p:ph type="title"/>
          </p:nvPr>
        </p:nvSpPr>
        <p:spPr/>
        <p:txBody>
          <a:bodyPr/>
          <a:lstStyle/>
          <a:p>
            <a:r>
              <a:t>Qué lo hace distinto</a:t>
            </a:r>
          </a:p>
        </p:txBody>
      </p:sp>
      <p:sp>
        <p:nvSpPr>
          <p:cNvPr id="4" name="Text Placeholder 3"/>
          <p:cNvSpPr>
            <a:spLocks noGrp="1"/>
          </p:cNvSpPr>
          <p:nvPr>
            <p:ph type="body" sz="quarter" idx="20"/>
          </p:nvPr>
        </p:nvSpPr>
        <p:spPr/>
        <p:txBody>
          <a:bodyPr/>
          <a:lstStyle/>
          <a:p>
            <a:r>
              <a:t>01</a:t>
            </a:r>
          </a:p>
        </p:txBody>
      </p:sp>
      <p:sp>
        <p:nvSpPr>
          <p:cNvPr id="5" name="Text Placeholder 4"/>
          <p:cNvSpPr>
            <a:spLocks noGrp="1"/>
          </p:cNvSpPr>
          <p:nvPr>
            <p:ph type="body" sz="quarter" idx="21"/>
          </p:nvPr>
        </p:nvSpPr>
        <p:spPr/>
        <p:txBody>
          <a:bodyPr/>
          <a:lstStyle/>
          <a:p>
            <a:r>
              <a:t>Mide cuándo le toca a cada Ranger</a:t>
            </a:r>
          </a:p>
        </p:txBody>
      </p:sp>
      <p:sp>
        <p:nvSpPr>
          <p:cNvPr id="6" name="Text Placeholder 5"/>
          <p:cNvSpPr>
            <a:spLocks noGrp="1"/>
          </p:cNvSpPr>
          <p:nvPr>
            <p:ph type="body" sz="quarter" idx="24"/>
          </p:nvPr>
        </p:nvSpPr>
        <p:spPr/>
        <p:txBody>
          <a:bodyPr/>
          <a:lstStyle/>
          <a:p>
            <a:r>
              <a:t>Por sus kilómetros reales, no por el calendario.</a:t>
            </a:r>
          </a:p>
        </p:txBody>
      </p:sp>
      <p:sp>
        <p:nvSpPr>
          <p:cNvPr id="7" name="Text Placeholder 6"/>
          <p:cNvSpPr>
            <a:spLocks noGrp="1"/>
          </p:cNvSpPr>
          <p:nvPr>
            <p:ph type="body" sz="quarter" idx="25"/>
          </p:nvPr>
        </p:nvSpPr>
        <p:spPr/>
        <p:txBody>
          <a:bodyPr/>
          <a:lstStyle/>
          <a:p>
            <a:r>
              <a:t>03</a:t>
            </a:r>
          </a:p>
        </p:txBody>
      </p:sp>
      <p:sp>
        <p:nvSpPr>
          <p:cNvPr id="8" name="Text Placeholder 7"/>
          <p:cNvSpPr>
            <a:spLocks noGrp="1"/>
          </p:cNvSpPr>
          <p:nvPr>
            <p:ph type="body" sz="quarter" idx="26"/>
          </p:nvPr>
        </p:nvSpPr>
        <p:spPr/>
        <p:txBody>
          <a:bodyPr/>
          <a:lstStyle/>
          <a:p>
            <a:r>
              <a:t>Explica cada caso</a:t>
            </a:r>
          </a:p>
        </p:txBody>
      </p:sp>
      <p:sp>
        <p:nvSpPr>
          <p:cNvPr id="9" name="Text Placeholder 8"/>
          <p:cNvSpPr>
            <a:spLocks noGrp="1"/>
          </p:cNvSpPr>
          <p:nvPr>
            <p:ph type="body" sz="quarter" idx="27"/>
          </p:nvPr>
        </p:nvSpPr>
        <p:spPr/>
        <p:txBody>
          <a:bodyPr/>
          <a:lstStyle/>
          <a:p>
            <a:r>
              <a:t>En palabras que el asesor puede usar en el llamado.</a:t>
            </a:r>
          </a:p>
        </p:txBody>
      </p:sp>
      <p:sp>
        <p:nvSpPr>
          <p:cNvPr id="10" name="Text Placeholder 9"/>
          <p:cNvSpPr>
            <a:spLocks noGrp="1"/>
          </p:cNvSpPr>
          <p:nvPr>
            <p:ph type="body" sz="quarter" idx="28"/>
          </p:nvPr>
        </p:nvSpPr>
        <p:spPr/>
        <p:txBody>
          <a:bodyPr/>
          <a:lstStyle/>
          <a:p>
            <a:r>
              <a:t>02</a:t>
            </a:r>
          </a:p>
        </p:txBody>
      </p:sp>
      <p:sp>
        <p:nvSpPr>
          <p:cNvPr id="11" name="Text Placeholder 10"/>
          <p:cNvSpPr>
            <a:spLocks noGrp="1"/>
          </p:cNvSpPr>
          <p:nvPr>
            <p:ph type="body" sz="quarter" idx="29"/>
          </p:nvPr>
        </p:nvSpPr>
        <p:spPr/>
        <p:txBody>
          <a:bodyPr/>
          <a:lstStyle/>
          <a:p>
            <a:r>
              <a:t>Números que se sostienen</a:t>
            </a:r>
          </a:p>
        </p:txBody>
      </p:sp>
      <p:sp>
        <p:nvSpPr>
          <p:cNvPr id="12" name="Text Placeholder 11"/>
          <p:cNvSpPr>
            <a:spLocks noGrp="1"/>
          </p:cNvSpPr>
          <p:nvPr>
            <p:ph type="body" sz="quarter" idx="30"/>
          </p:nvPr>
        </p:nvSpPr>
        <p:spPr/>
        <p:txBody>
          <a:bodyPr/>
          <a:lstStyle/>
          <a:p>
            <a:r>
              <a:t>Sacamos dos datos que hacían ver al modelo mejor de lo que era, porque mezclaban información de hoy con el pasado.</a:t>
            </a:r>
          </a:p>
        </p:txBody>
      </p:sp>
      <p:sp>
        <p:nvSpPr>
          <p:cNvPr id="13" name="Text Placeholder 12"/>
          <p:cNvSpPr>
            <a:spLocks noGrp="1"/>
          </p:cNvSpPr>
          <p:nvPr>
            <p:ph type="body" sz="quarter" idx="31"/>
          </p:nvPr>
        </p:nvSpPr>
        <p:spPr/>
        <p:txBody>
          <a:bodyPr/>
          <a:lstStyle/>
          <a:p>
            <a:r>
              <a:t>04</a:t>
            </a:r>
          </a:p>
        </p:txBody>
      </p:sp>
      <p:sp>
        <p:nvSpPr>
          <p:cNvPr id="14" name="Text Placeholder 13"/>
          <p:cNvSpPr>
            <a:spLocks noGrp="1"/>
          </p:cNvSpPr>
          <p:nvPr>
            <p:ph type="body" sz="quarter" idx="32"/>
          </p:nvPr>
        </p:nvSpPr>
        <p:spPr/>
        <p:txBody>
          <a:bodyPr/>
          <a:lstStyle/>
          <a:p>
            <a:r>
              <a:t>Revisado dos veces</a:t>
            </a:r>
          </a:p>
        </p:txBody>
      </p:sp>
      <p:sp>
        <p:nvSpPr>
          <p:cNvPr id="15" name="Text Placeholder 14"/>
          <p:cNvSpPr>
            <a:spLocks noGrp="1"/>
          </p:cNvSpPr>
          <p:nvPr>
            <p:ph type="body" sz="quarter" idx="33"/>
          </p:nvPr>
        </p:nvSpPr>
        <p:spPr/>
        <p:txBody>
          <a:bodyPr/>
          <a:lstStyle/>
          <a:p>
            <a:r>
              <a:t>Comparado contra una solución hecha por separado: confirmó la definición y corrigió un parámetro.</a:t>
            </a:r>
          </a:p>
        </p:txBody>
      </p:sp>
      <p:sp>
        <p:nvSpPr>
          <p:cNvPr id="20" name="Slide Number Placeholder 5">
            <a:extLst>
              <a:ext uri="{FF2B5EF4-FFF2-40B4-BE49-F238E27FC236}">
                <a16:creationId xmlns:a16="http://schemas.microsoft.com/office/drawing/2014/main" id="{5CAD452F-5AAD-459A-88BF-AC1C799F87C0}"/>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18</a:t>
            </a:fld>
            <a:endParaRPr lang="en-US" dirty="0"/>
          </a:p>
        </p:txBody>
      </p:sp>
      <p:sp>
        <p:nvSpPr>
          <p:cNvPr id="21" name="frase"/>
          <p:cNvSpPr txBox="1"/>
          <p:nvPr/>
        </p:nvSpPr>
        <p:spPr>
          <a:xfrm>
            <a:off x="8001000" y="2103120"/>
            <a:ext cx="3840480" cy="2743200"/>
          </a:xfrm>
          <a:prstGeom prst="rect">
            <a:avLst/>
          </a:prstGeom>
          <a:noFill/>
        </p:spPr>
        <p:txBody>
          <a:bodyPr wrap="square" lIns="0" tIns="0" rIns="0" bIns="0" anchor="t">
            <a:spAutoFit/>
          </a:bodyPr>
          <a:lstStyle/>
          <a:p>
            <a:pPr algn="l"/>
            <a:r>
              <a:rPr sz="3000" b="0">
                <a:solidFill>
                  <a:srgbClr val="00095B"/>
                </a:solidFill>
              </a:rPr>
              <a:t>Preferimos prometer</a:t>
            </a:r>
          </a:p>
          <a:p>
            <a:pPr algn="l"/>
            <a:r>
              <a:rPr sz="3000" b="0">
                <a:solidFill>
                  <a:srgbClr val="1700F3"/>
                </a:solidFill>
              </a:rPr>
              <a:t>lo que se puede cumplir.</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500"/>
                                        <p:tgtEl>
                                          <p:spTgt spid="7"/>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500"/>
                                        <p:tgtEl>
                                          <p:spTgt spid="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P spid="10" grpId="0"/>
      <p:bldP spid="11" grpId="0"/>
      <p:bldP spid="12" grpId="0"/>
      <p:bldP spid="13" grpId="0"/>
      <p:bldP spid="14" grpId="0"/>
      <p:bldP spid="15"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AA9EE-C97A-1144-F540-79A8A345346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400A46D-9E5E-03F5-A29A-D6EDA09F5F20}"/>
              </a:ext>
            </a:extLst>
          </p:cNvPr>
          <p:cNvSpPr>
            <a:spLocks noGrp="1"/>
          </p:cNvSpPr>
          <p:nvPr>
            <p:ph type="title"/>
          </p:nvPr>
        </p:nvSpPr>
        <p:spPr/>
        <p:txBody>
          <a:bodyPr/>
          <a:lstStyle/>
          <a:p>
            <a:r>
              <a:rPr lang="en-US" dirty="0" err="1"/>
              <a:t>Trabajo</a:t>
            </a:r>
            <a:r>
              <a:rPr lang="en-US" dirty="0"/>
              <a:t> Futuro</a:t>
            </a:r>
          </a:p>
        </p:txBody>
      </p:sp>
      <p:sp>
        <p:nvSpPr>
          <p:cNvPr id="4" name="Text Placeholder 3">
            <a:extLst>
              <a:ext uri="{FF2B5EF4-FFF2-40B4-BE49-F238E27FC236}">
                <a16:creationId xmlns:a16="http://schemas.microsoft.com/office/drawing/2014/main" id="{2DC7298F-5770-9C8D-5B03-35BD967E49CF}"/>
              </a:ext>
            </a:extLst>
          </p:cNvPr>
          <p:cNvSpPr>
            <a:spLocks noGrp="1"/>
          </p:cNvSpPr>
          <p:nvPr>
            <p:ph type="body" sz="quarter" idx="13"/>
          </p:nvPr>
        </p:nvSpPr>
        <p:spPr/>
        <p:txBody>
          <a:bodyPr/>
          <a:lstStyle/>
          <a:p>
            <a:r>
              <a:rPr lang="en-US" dirty="0" err="1"/>
              <a:t>De una lista de llamados a una relación que no se corta</a:t>
            </a:r>
          </a:p>
        </p:txBody>
      </p:sp>
      <p:sp>
        <p:nvSpPr>
          <p:cNvPr id="3" name="Text Placeholder 2">
            <a:extLst>
              <a:ext uri="{FF2B5EF4-FFF2-40B4-BE49-F238E27FC236}">
                <a16:creationId xmlns:a16="http://schemas.microsoft.com/office/drawing/2014/main" id="{A5919454-24E9-0541-102B-B1A8B2A01A3A}"/>
              </a:ext>
            </a:extLst>
          </p:cNvPr>
          <p:cNvSpPr>
            <a:spLocks noGrp="1"/>
          </p:cNvSpPr>
          <p:nvPr>
            <p:ph type="body" sz="quarter" idx="21"/>
          </p:nvPr>
        </p:nvSpPr>
        <p:spPr/>
        <p:txBody>
          <a:bodyPr/>
          <a:lstStyle/>
          <a:p>
            <a:r>
              <a:rPr lang="en-US" dirty="0"/>
              <a:t>05</a:t>
            </a:r>
          </a:p>
        </p:txBody>
      </p:sp>
      <p:sp>
        <p:nvSpPr>
          <p:cNvPr id="2" name="Slide Number Placeholder 1">
            <a:extLst>
              <a:ext uri="{FF2B5EF4-FFF2-40B4-BE49-F238E27FC236}">
                <a16:creationId xmlns:a16="http://schemas.microsoft.com/office/drawing/2014/main" id="{7058044C-61B3-0587-30F9-AAD2895B157F}"/>
              </a:ext>
            </a:extLst>
          </p:cNvPr>
          <p:cNvSpPr>
            <a:spLocks noGrp="1"/>
          </p:cNvSpPr>
          <p:nvPr>
            <p:ph type="sldNum" sz="quarter" idx="4"/>
          </p:nvPr>
        </p:nvSpPr>
        <p:spPr/>
        <p:txBody>
          <a:bodyPr/>
          <a:lstStyle/>
          <a:p>
            <a:fld id="{7196636F-A64E-6C4D-AE26-50A84E19B9C9}" type="slidenum">
              <a:rPr lang="en-US" smtClean="0"/>
              <a:pPr/>
              <a:t>19</a:t>
            </a:fld>
            <a:endParaRPr lang="en-US" dirty="0"/>
          </a:p>
        </p:txBody>
      </p:sp>
    </p:spTree>
    <p:extLst>
      <p:ext uri="{BB962C8B-B14F-4D97-AF65-F5344CB8AC3E}">
        <p14:creationId xmlns:p14="http://schemas.microsoft.com/office/powerpoint/2010/main" val="2783929473"/>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t>De service a recompra: usar la relación de taller para anticipar la próxima compra.</a:t>
            </a:r>
          </a:p>
        </p:txBody>
      </p:sp>
      <p:sp>
        <p:nvSpPr>
          <p:cNvPr id="3" name="Text Placeholder 2"/>
          <p:cNvSpPr>
            <a:spLocks noGrp="1"/>
          </p:cNvSpPr>
          <p:nvPr>
            <p:ph type="body" sz="quarter" idx="19"/>
          </p:nvPr>
        </p:nvSpPr>
        <p:spPr/>
        <p:txBody>
          <a:bodyPr/>
          <a:lstStyle/>
          <a:p>
            <a:r>
              <a:t>Después</a:t>
            </a:r>
          </a:p>
        </p:txBody>
      </p:sp>
      <p:sp>
        <p:nvSpPr>
          <p:cNvPr id="4" name="Text Placeholder 3"/>
          <p:cNvSpPr>
            <a:spLocks noGrp="1"/>
          </p:cNvSpPr>
          <p:nvPr>
            <p:ph type="body" sz="quarter" idx="18"/>
          </p:nvPr>
        </p:nvSpPr>
        <p:spPr/>
        <p:txBody>
          <a:bodyPr/>
          <a:lstStyle/>
          <a:p>
            <a:r>
              <a:t>Próximos 6 meses</a:t>
            </a:r>
          </a:p>
        </p:txBody>
      </p:sp>
      <p:sp>
        <p:nvSpPr>
          <p:cNvPr id="5" name="Text Placeholder 4"/>
          <p:cNvSpPr>
            <a:spLocks noGrp="1"/>
          </p:cNvSpPr>
          <p:nvPr>
            <p:ph type="body" sz="quarter" idx="16"/>
          </p:nvPr>
        </p:nvSpPr>
        <p:spPr/>
        <p:txBody>
          <a:bodyPr/>
          <a:lstStyle/>
          <a:p>
            <a:r>
              <a:t>Ahora</a:t>
            </a:r>
          </a:p>
        </p:txBody>
      </p:sp>
      <p:sp>
        <p:nvSpPr>
          <p:cNvPr id="6" name="Text Placeholder 5"/>
          <p:cNvSpPr>
            <a:spLocks noGrp="1"/>
          </p:cNvSpPr>
          <p:nvPr>
            <p:ph type="body" sz="quarter" idx="20"/>
          </p:nvPr>
        </p:nvSpPr>
        <p:spPr/>
        <p:txBody>
          <a:bodyPr/>
          <a:lstStyle/>
          <a:p>
            <a:r>
              <a:t>Piloto de 90 días</a:t>
            </a:r>
          </a:p>
        </p:txBody>
      </p:sp>
      <p:sp>
        <p:nvSpPr>
          <p:cNvPr id="7" name="Text Placeholder 6"/>
          <p:cNvSpPr>
            <a:spLocks noGrp="1"/>
          </p:cNvSpPr>
          <p:nvPr>
            <p:ph type="body" sz="quarter" idx="22"/>
          </p:nvPr>
        </p:nvSpPr>
        <p:spPr/>
        <p:txBody>
          <a:bodyPr/>
          <a:lstStyle/>
          <a:p>
            <a:r>
              <a:t>Con Posventa y un grupo de concesionarios, midiendo por grupo de riesgo.</a:t>
            </a:r>
          </a:p>
        </p:txBody>
      </p:sp>
      <p:sp>
        <p:nvSpPr>
          <p:cNvPr id="8" name="Text Placeholder 7"/>
          <p:cNvSpPr>
            <a:spLocks noGrp="1"/>
          </p:cNvSpPr>
          <p:nvPr>
            <p:ph type="body" sz="quarter" idx="23"/>
          </p:nvPr>
        </p:nvSpPr>
        <p:spPr/>
        <p:txBody>
          <a:bodyPr/>
          <a:lstStyle/>
          <a:p>
            <a:r>
              <a:t>Validar las reglas</a:t>
            </a:r>
          </a:p>
        </p:txBody>
      </p:sp>
      <p:sp>
        <p:nvSpPr>
          <p:cNvPr id="9" name="Text Placeholder 8"/>
          <p:cNvSpPr>
            <a:spLocks noGrp="1"/>
          </p:cNvSpPr>
          <p:nvPr>
            <p:ph type="body" sz="quarter" idx="24"/>
          </p:nvPr>
        </p:nvSpPr>
        <p:spPr/>
        <p:txBody>
          <a:bodyPr/>
          <a:lstStyle/>
          <a:p>
            <a:r>
              <a:t>Ventana por modelo y capacidad real de llamados de cada concesionario.</a:t>
            </a:r>
          </a:p>
        </p:txBody>
      </p:sp>
      <p:sp>
        <p:nvSpPr>
          <p:cNvPr id="10" name="Text Placeholder 9"/>
          <p:cNvSpPr>
            <a:spLocks noGrp="1"/>
          </p:cNvSpPr>
          <p:nvPr>
            <p:ph type="body" sz="quarter" idx="25"/>
          </p:nvPr>
        </p:nvSpPr>
        <p:spPr/>
        <p:txBody>
          <a:bodyPr/>
          <a:lstStyle/>
          <a:p>
            <a:r>
              <a:t>Integrarlo a la operación</a:t>
            </a:r>
          </a:p>
        </p:txBody>
      </p:sp>
      <p:sp>
        <p:nvSpPr>
          <p:cNvPr id="11" name="Text Placeholder 10"/>
          <p:cNvSpPr>
            <a:spLocks noGrp="1"/>
          </p:cNvSpPr>
          <p:nvPr>
            <p:ph type="body" sz="quarter" idx="26"/>
          </p:nvPr>
        </p:nvSpPr>
        <p:spPr/>
        <p:txBody>
          <a:bodyPr/>
          <a:lstStyle/>
          <a:p>
            <a:r>
              <a:t>La lista, dentro de Service Leads y Service Reminder, todos los meses.</a:t>
            </a:r>
          </a:p>
        </p:txBody>
      </p:sp>
      <p:sp>
        <p:nvSpPr>
          <p:cNvPr id="12" name="Text Placeholder 11"/>
          <p:cNvSpPr>
            <a:spLocks noGrp="1"/>
          </p:cNvSpPr>
          <p:nvPr>
            <p:ph type="body" sz="quarter" idx="27"/>
          </p:nvPr>
        </p:nvSpPr>
        <p:spPr/>
        <p:txBody>
          <a:bodyPr/>
          <a:lstStyle/>
          <a:p>
            <a:r>
              <a:t>Kilómetros reales</a:t>
            </a:r>
          </a:p>
        </p:txBody>
      </p:sp>
      <p:sp>
        <p:nvSpPr>
          <p:cNvPr id="13" name="Text Placeholder 12"/>
          <p:cNvSpPr>
            <a:spLocks noGrp="1"/>
          </p:cNvSpPr>
          <p:nvPr>
            <p:ph type="body" sz="quarter" idx="28"/>
          </p:nvPr>
        </p:nvSpPr>
        <p:spPr/>
        <p:txBody>
          <a:bodyPr/>
          <a:lstStyle/>
          <a:p>
            <a:r>
              <a:t>Con la telemetría de los vehículos conectados, el primer service se predice mejor.</a:t>
            </a:r>
          </a:p>
        </p:txBody>
      </p:sp>
      <p:sp>
        <p:nvSpPr>
          <p:cNvPr id="14" name="Text Placeholder 13"/>
          <p:cNvSpPr>
            <a:spLocks noGrp="1"/>
          </p:cNvSpPr>
          <p:nvPr>
            <p:ph type="body" sz="quarter" idx="29"/>
          </p:nvPr>
        </p:nvSpPr>
        <p:spPr/>
        <p:txBody>
          <a:bodyPr/>
          <a:lstStyle/>
          <a:p>
            <a:r>
              <a:t>A quién conviene llamar</a:t>
            </a:r>
          </a:p>
        </p:txBody>
      </p:sp>
      <p:sp>
        <p:nvSpPr>
          <p:cNvPr id="15" name="Text Placeholder 14"/>
          <p:cNvSpPr>
            <a:spLocks noGrp="1"/>
          </p:cNvSpPr>
          <p:nvPr>
            <p:ph type="body" sz="quarter" idx="30"/>
          </p:nvPr>
        </p:nvSpPr>
        <p:spPr/>
        <p:txBody>
          <a:bodyPr/>
          <a:lstStyle/>
          <a:p>
            <a:r>
              <a:t>No sólo quién se va: a quién el llamado le cambia la decisión.</a:t>
            </a:r>
          </a:p>
        </p:txBody>
      </p:sp>
      <p:sp>
        <p:nvSpPr>
          <p:cNvPr id="16" name="Text Placeholder 15"/>
          <p:cNvSpPr>
            <a:spLocks noGrp="1"/>
          </p:cNvSpPr>
          <p:nvPr>
            <p:ph type="body" sz="quarter" idx="32"/>
          </p:nvPr>
        </p:nvSpPr>
        <p:spPr/>
        <p:txBody>
          <a:bodyPr/>
          <a:lstStyle/>
          <a:p>
            <a:r>
              <a:t>Toda la gama</a:t>
            </a:r>
          </a:p>
        </p:txBody>
      </p:sp>
      <p:sp>
        <p:nvSpPr>
          <p:cNvPr id="17" name="Text Placeholder 16"/>
          <p:cNvSpPr>
            <a:spLocks noGrp="1"/>
          </p:cNvSpPr>
          <p:nvPr>
            <p:ph type="body" sz="quarter" idx="33"/>
          </p:nvPr>
        </p:nvSpPr>
        <p:spPr/>
        <p:txBody>
          <a:bodyPr/>
          <a:lstStyle/>
          <a:p>
            <a:r>
              <a:t>La misma lógica para el resto de los modelos Ford.</a:t>
            </a:r>
          </a:p>
        </p:txBody>
      </p:sp>
      <p:sp>
        <p:nvSpPr>
          <p:cNvPr id="18" name="Text Placeholder 17"/>
          <p:cNvSpPr>
            <a:spLocks noGrp="1"/>
          </p:cNvSpPr>
          <p:nvPr>
            <p:ph type="body" sz="quarter" idx="13"/>
          </p:nvPr>
        </p:nvSpPr>
        <p:spPr/>
        <p:txBody>
          <a:bodyPr/>
          <a:lstStyle/>
          <a:p>
            <a:r>
              <a:t>05 · Trabajo futuro</a:t>
            </a:r>
          </a:p>
        </p:txBody>
      </p:sp>
      <p:sp>
        <p:nvSpPr>
          <p:cNvPr id="22" name="Slide Number Placeholder 5">
            <a:extLst>
              <a:ext uri="{FF2B5EF4-FFF2-40B4-BE49-F238E27FC236}">
                <a16:creationId xmlns:a16="http://schemas.microsoft.com/office/drawing/2014/main" id="{06C88924-8247-4492-A431-18B09313C5EF}"/>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20</a:t>
            </a:fld>
            <a:endParaRPr lang="en-US"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Effect transition="in" filter="fade">
                                      <p:cBhvr>
                                        <p:cTn id="24" dur="500"/>
                                        <p:tgtEl>
                                          <p:spTgt spid="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
                                        </p:tgtEl>
                                        <p:attrNameLst>
                                          <p:attrName>style.visibility</p:attrName>
                                        </p:attrNameLst>
                                      </p:cBhvr>
                                      <p:to>
                                        <p:strVal val="visible"/>
                                      </p:to>
                                    </p:set>
                                    <p:animEffect transition="in" filter="fade">
                                      <p:cBhvr>
                                        <p:cTn id="41" dur="500"/>
                                        <p:tgtEl>
                                          <p:spTgt spid="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fade">
                                      <p:cBhvr>
                                        <p:cTn id="44" dur="500"/>
                                        <p:tgtEl>
                                          <p:spTgt spid="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4" grpId="0"/>
      <p:bldP spid="5" grpId="0"/>
      <p:bldP spid="6" grpId="0"/>
      <p:bldP spid="7" grpId="0"/>
      <p:bldP spid="8" grpId="0"/>
      <p:bldP spid="9" grpId="0"/>
      <p:bldP spid="10" grpId="0"/>
      <p:bldP spid="11" grpId="0"/>
      <p:bldP spid="12" grpId="0"/>
      <p:bldP spid="13" grpId="0"/>
      <p:bldP spid="14" grpId="0"/>
      <p:bldP spid="15" grpId="0"/>
      <p:bldP spid="16" grpId="0"/>
      <p:bldP spid="1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1FCF6-DDBC-0057-31F6-33DF152BB7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FA95996-A777-EDC5-15F4-C79EF7FDFC8B}"/>
              </a:ext>
            </a:extLst>
          </p:cNvPr>
          <p:cNvSpPr>
            <a:spLocks noGrp="1"/>
          </p:cNvSpPr>
          <p:nvPr>
            <p:ph type="title"/>
          </p:nvPr>
        </p:nvSpPr>
        <p:spPr/>
        <p:txBody>
          <a:bodyPr/>
          <a:lstStyle/>
          <a:p>
            <a:r>
              <a:rPr lang="en-US" dirty="0" err="1"/>
              <a:t>Conclusiones</a:t>
            </a:r>
            <a:endParaRPr lang="en-US" dirty="0"/>
          </a:p>
        </p:txBody>
      </p:sp>
      <p:sp>
        <p:nvSpPr>
          <p:cNvPr id="4" name="Text Placeholder 3">
            <a:extLst>
              <a:ext uri="{FF2B5EF4-FFF2-40B4-BE49-F238E27FC236}">
                <a16:creationId xmlns:a16="http://schemas.microsoft.com/office/drawing/2014/main" id="{D682FD78-45B7-EE45-7DFF-1E2051875AC5}"/>
              </a:ext>
            </a:extLst>
          </p:cNvPr>
          <p:cNvSpPr>
            <a:spLocks noGrp="1"/>
          </p:cNvSpPr>
          <p:nvPr>
            <p:ph type="body" sz="quarter" idx="13"/>
          </p:nvPr>
        </p:nvSpPr>
        <p:spPr/>
        <p:txBody>
          <a:bodyPr/>
          <a:lstStyle/>
          <a:p>
            <a:r>
              <a:rPr lang="en-US" dirty="0" err="1"/>
              <a:t>Tres ideas para llevarse</a:t>
            </a:r>
          </a:p>
        </p:txBody>
      </p:sp>
      <p:sp>
        <p:nvSpPr>
          <p:cNvPr id="3" name="Text Placeholder 2">
            <a:extLst>
              <a:ext uri="{FF2B5EF4-FFF2-40B4-BE49-F238E27FC236}">
                <a16:creationId xmlns:a16="http://schemas.microsoft.com/office/drawing/2014/main" id="{1C32B942-2B83-5EDA-8406-B55D01BC178F}"/>
              </a:ext>
            </a:extLst>
          </p:cNvPr>
          <p:cNvSpPr>
            <a:spLocks noGrp="1"/>
          </p:cNvSpPr>
          <p:nvPr>
            <p:ph type="body" sz="quarter" idx="21"/>
          </p:nvPr>
        </p:nvSpPr>
        <p:spPr/>
        <p:txBody>
          <a:bodyPr/>
          <a:lstStyle/>
          <a:p>
            <a:r>
              <a:rPr lang="en-US" dirty="0"/>
              <a:t>06</a:t>
            </a:r>
          </a:p>
        </p:txBody>
      </p:sp>
      <p:sp>
        <p:nvSpPr>
          <p:cNvPr id="2" name="Slide Number Placeholder 1">
            <a:extLst>
              <a:ext uri="{FF2B5EF4-FFF2-40B4-BE49-F238E27FC236}">
                <a16:creationId xmlns:a16="http://schemas.microsoft.com/office/drawing/2014/main" id="{C4B1AF9F-8FB0-60FB-C8D6-DF388BD3BB9F}"/>
              </a:ext>
            </a:extLst>
          </p:cNvPr>
          <p:cNvSpPr>
            <a:spLocks noGrp="1"/>
          </p:cNvSpPr>
          <p:nvPr>
            <p:ph type="sldNum" sz="quarter" idx="4"/>
          </p:nvPr>
        </p:nvSpPr>
        <p:spPr/>
        <p:txBody>
          <a:bodyPr/>
          <a:lstStyle/>
          <a:p>
            <a:fld id="{7196636F-A64E-6C4D-AE26-50A84E19B9C9}" type="slidenum">
              <a:rPr lang="en-US" smtClean="0"/>
              <a:pPr/>
              <a:t>21</a:t>
            </a:fld>
            <a:endParaRPr lang="en-US" dirty="0"/>
          </a:p>
        </p:txBody>
      </p:sp>
    </p:spTree>
    <p:extLst>
      <p:ext uri="{BB962C8B-B14F-4D97-AF65-F5344CB8AC3E}">
        <p14:creationId xmlns:p14="http://schemas.microsoft.com/office/powerpoint/2010/main" val="2994659789"/>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t>Tres ideas para llevarse</a:t>
            </a:r>
          </a:p>
        </p:txBody>
      </p:sp>
      <p:sp>
        <p:nvSpPr>
          <p:cNvPr id="6" name="Text Placeholder 5"/>
          <p:cNvSpPr>
            <a:spLocks noGrp="1"/>
          </p:cNvSpPr>
          <p:nvPr>
            <p:ph type="body" sz="quarter" idx="13"/>
          </p:nvPr>
        </p:nvSpPr>
        <p:spPr/>
        <p:txBody>
          <a:bodyPr/>
          <a:lstStyle/>
          <a:p>
            <a:r>
              <a:t>06 · Conclusiones</a:t>
            </a:r>
          </a:p>
        </p:txBody>
      </p:sp>
      <p:sp>
        <p:nvSpPr>
          <p:cNvPr id="12" name="Slide Number Placeholder 5">
            <a:extLst>
              <a:ext uri="{FF2B5EF4-FFF2-40B4-BE49-F238E27FC236}">
                <a16:creationId xmlns:a16="http://schemas.microsoft.com/office/drawing/2014/main" id="{1D3D31A6-F62C-4598-B07D-A40570B104BD}"/>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22</a:t>
            </a:fld>
            <a:endParaRPr lang="en-US" dirty="0"/>
          </a:p>
        </p:txBody>
      </p:sp>
      <p:sp>
        <p:nvSpPr>
          <p:cNvPr id="13" name="idea1_n"/>
          <p:cNvSpPr txBox="1"/>
          <p:nvPr/>
        </p:nvSpPr>
        <p:spPr>
          <a:xfrm>
            <a:off x="374904" y="1828800"/>
            <a:ext cx="914400" cy="822960"/>
          </a:xfrm>
          <a:prstGeom prst="rect">
            <a:avLst/>
          </a:prstGeom>
          <a:noFill/>
        </p:spPr>
        <p:txBody>
          <a:bodyPr wrap="square" lIns="0" tIns="0" rIns="0" bIns="0" anchor="t">
            <a:spAutoFit/>
          </a:bodyPr>
          <a:lstStyle/>
          <a:p>
            <a:pPr algn="l"/>
            <a:r>
              <a:rPr sz="4000" b="0">
                <a:solidFill>
                  <a:srgbClr val="1700F3"/>
                </a:solidFill>
              </a:rPr>
              <a:t>01</a:t>
            </a:r>
          </a:p>
        </p:txBody>
      </p:sp>
      <p:sp>
        <p:nvSpPr>
          <p:cNvPr id="14" name="idea1_a"/>
          <p:cNvSpPr txBox="1"/>
          <p:nvPr/>
        </p:nvSpPr>
        <p:spPr>
          <a:xfrm>
            <a:off x="374904" y="2697480"/>
            <a:ext cx="2743200" cy="1097280"/>
          </a:xfrm>
          <a:prstGeom prst="rect">
            <a:avLst/>
          </a:prstGeom>
          <a:noFill/>
        </p:spPr>
        <p:txBody>
          <a:bodyPr wrap="square" lIns="0" tIns="0" rIns="0" bIns="0" anchor="t">
            <a:spAutoFit/>
          </a:bodyPr>
          <a:lstStyle/>
          <a:p>
            <a:pPr algn="l"/>
            <a:r>
              <a:rPr sz="2100" b="1">
                <a:solidFill>
                  <a:srgbClr val="00095B"/>
                </a:solidFill>
              </a:rPr>
              <a:t>Hoy se pierden 4 de cada 10 services</a:t>
            </a:r>
          </a:p>
        </p:txBody>
      </p:sp>
      <p:sp>
        <p:nvSpPr>
          <p:cNvPr id="15" name="idea1_b"/>
          <p:cNvSpPr txBox="1"/>
          <p:nvPr/>
        </p:nvSpPr>
        <p:spPr>
          <a:xfrm>
            <a:off x="374904" y="3794760"/>
            <a:ext cx="2743200" cy="914400"/>
          </a:xfrm>
          <a:prstGeom prst="rect">
            <a:avLst/>
          </a:prstGeom>
          <a:noFill/>
        </p:spPr>
        <p:txBody>
          <a:bodyPr wrap="square" lIns="0" tIns="0" rIns="0" bIns="0" anchor="t">
            <a:spAutoFit/>
          </a:bodyPr>
          <a:lstStyle/>
          <a:p>
            <a:pPr algn="l"/>
            <a:r>
              <a:rPr sz="1700" b="0">
                <a:solidFill>
                  <a:srgbClr val="7F7F7F"/>
                </a:solidFill>
              </a:rPr>
              <a:t>hablándole igual a todos.</a:t>
            </a:r>
          </a:p>
        </p:txBody>
      </p:sp>
      <p:sp>
        <p:nvSpPr>
          <p:cNvPr id="16" name="idea2_n"/>
          <p:cNvSpPr txBox="1"/>
          <p:nvPr/>
        </p:nvSpPr>
        <p:spPr>
          <a:xfrm>
            <a:off x="4581144" y="1828800"/>
            <a:ext cx="914400" cy="822960"/>
          </a:xfrm>
          <a:prstGeom prst="rect">
            <a:avLst/>
          </a:prstGeom>
          <a:noFill/>
        </p:spPr>
        <p:txBody>
          <a:bodyPr wrap="square" lIns="0" tIns="0" rIns="0" bIns="0" anchor="t">
            <a:spAutoFit/>
          </a:bodyPr>
          <a:lstStyle/>
          <a:p>
            <a:pPr algn="l"/>
            <a:r>
              <a:rPr sz="4000" b="0">
                <a:solidFill>
                  <a:srgbClr val="1700F3"/>
                </a:solidFill>
              </a:rPr>
              <a:t>02</a:t>
            </a:r>
          </a:p>
        </p:txBody>
      </p:sp>
      <p:sp>
        <p:nvSpPr>
          <p:cNvPr id="17" name="idea2_a"/>
          <p:cNvSpPr txBox="1"/>
          <p:nvPr/>
        </p:nvSpPr>
        <p:spPr>
          <a:xfrm>
            <a:off x="4581144" y="2697480"/>
            <a:ext cx="2743200" cy="1097280"/>
          </a:xfrm>
          <a:prstGeom prst="rect">
            <a:avLst/>
          </a:prstGeom>
          <a:noFill/>
        </p:spPr>
        <p:txBody>
          <a:bodyPr wrap="square" lIns="0" tIns="0" rIns="0" bIns="0" anchor="t">
            <a:spAutoFit/>
          </a:bodyPr>
          <a:lstStyle/>
          <a:p>
            <a:pPr algn="l"/>
            <a:r>
              <a:rPr sz="2100" b="1">
                <a:solidFill>
                  <a:srgbClr val="00095B"/>
                </a:solidFill>
              </a:rPr>
              <a:t>La lista pone primero a quien se va</a:t>
            </a:r>
          </a:p>
        </p:txBody>
      </p:sp>
      <p:sp>
        <p:nvSpPr>
          <p:cNvPr id="18" name="idea2_b"/>
          <p:cNvSpPr txBox="1"/>
          <p:nvPr/>
        </p:nvSpPr>
        <p:spPr>
          <a:xfrm>
            <a:off x="4581144" y="3794760"/>
            <a:ext cx="2743200" cy="914400"/>
          </a:xfrm>
          <a:prstGeom prst="rect">
            <a:avLst/>
          </a:prstGeom>
          <a:noFill/>
        </p:spPr>
        <p:txBody>
          <a:bodyPr wrap="square" lIns="0" tIns="0" rIns="0" bIns="0" anchor="t">
            <a:spAutoFit/>
          </a:bodyPr>
          <a:lstStyle/>
          <a:p>
            <a:pPr algn="l"/>
            <a:r>
              <a:rPr sz="1700" b="0">
                <a:solidFill>
                  <a:srgbClr val="7F7F7F"/>
                </a:solidFill>
              </a:rPr>
              <a:t>y explica por qué: cada llamado rinde el doble.</a:t>
            </a:r>
          </a:p>
        </p:txBody>
      </p:sp>
      <p:sp>
        <p:nvSpPr>
          <p:cNvPr id="19" name="idea3_n"/>
          <p:cNvSpPr txBox="1"/>
          <p:nvPr/>
        </p:nvSpPr>
        <p:spPr>
          <a:xfrm>
            <a:off x="8732520" y="1828800"/>
            <a:ext cx="914400" cy="822960"/>
          </a:xfrm>
          <a:prstGeom prst="rect">
            <a:avLst/>
          </a:prstGeom>
          <a:noFill/>
        </p:spPr>
        <p:txBody>
          <a:bodyPr wrap="square" lIns="0" tIns="0" rIns="0" bIns="0" anchor="t">
            <a:spAutoFit/>
          </a:bodyPr>
          <a:lstStyle/>
          <a:p>
            <a:pPr algn="l"/>
            <a:r>
              <a:rPr sz="4000" b="0">
                <a:solidFill>
                  <a:srgbClr val="1700F3"/>
                </a:solidFill>
              </a:rPr>
              <a:t>03</a:t>
            </a:r>
          </a:p>
        </p:txBody>
      </p:sp>
      <p:sp>
        <p:nvSpPr>
          <p:cNvPr id="20" name="idea3_a"/>
          <p:cNvSpPr txBox="1"/>
          <p:nvPr/>
        </p:nvSpPr>
        <p:spPr>
          <a:xfrm>
            <a:off x="8732520" y="2697480"/>
            <a:ext cx="2743200" cy="1097280"/>
          </a:xfrm>
          <a:prstGeom prst="rect">
            <a:avLst/>
          </a:prstGeom>
          <a:noFill/>
        </p:spPr>
        <p:txBody>
          <a:bodyPr wrap="square" lIns="0" tIns="0" rIns="0" bIns="0" anchor="t">
            <a:spAutoFit/>
          </a:bodyPr>
          <a:lstStyle/>
          <a:p>
            <a:pPr algn="l"/>
            <a:r>
              <a:rPr sz="2100" b="1">
                <a:solidFill>
                  <a:srgbClr val="00095B"/>
                </a:solidFill>
              </a:rPr>
              <a:t>Funciona con lo que Ford ya tiene</a:t>
            </a:r>
          </a:p>
        </p:txBody>
      </p:sp>
      <p:sp>
        <p:nvSpPr>
          <p:cNvPr id="21" name="idea3_b"/>
          <p:cNvSpPr txBox="1"/>
          <p:nvPr/>
        </p:nvSpPr>
        <p:spPr>
          <a:xfrm>
            <a:off x="8732520" y="3794760"/>
            <a:ext cx="2743200" cy="914400"/>
          </a:xfrm>
          <a:prstGeom prst="rect">
            <a:avLst/>
          </a:prstGeom>
          <a:noFill/>
        </p:spPr>
        <p:txBody>
          <a:bodyPr wrap="square" lIns="0" tIns="0" rIns="0" bIns="0" anchor="t">
            <a:spAutoFit/>
          </a:bodyPr>
          <a:lstStyle/>
          <a:p>
            <a:pPr algn="l"/>
            <a:r>
              <a:rPr sz="1700" b="0">
                <a:solidFill>
                  <a:srgbClr val="7F7F7F"/>
                </a:solidFill>
              </a:rPr>
              <a:t>y en 90 días se prueba.</a:t>
            </a:r>
          </a:p>
        </p:txBody>
      </p:sp>
      <p:sp>
        <p:nvSpPr>
          <p:cNvPr id="22" name="pedido"/>
          <p:cNvSpPr/>
          <p:nvPr/>
        </p:nvSpPr>
        <p:spPr>
          <a:xfrm>
            <a:off x="182880" y="5257800"/>
            <a:ext cx="11823192" cy="914400"/>
          </a:xfrm>
          <a:prstGeom prst="rect">
            <a:avLst/>
          </a:prstGeom>
          <a:solidFill>
            <a:srgbClr val="00095B"/>
          </a:solidFill>
          <a:ln>
            <a:noFill/>
          </a:ln>
          <a:effectLst/>
        </p:spPr>
        <p:style>
          <a:lnRef idx="1">
            <a:schemeClr val="accent1"/>
          </a:lnRef>
          <a:fillRef idx="3">
            <a:schemeClr val="accent1"/>
          </a:fillRef>
          <a:effectRef idx="2">
            <a:schemeClr val="accent1"/>
          </a:effectRef>
          <a:fontRef idx="minor">
            <a:schemeClr val="lt1"/>
          </a:fontRef>
        </p:style>
        <p:txBody>
          <a:bodyPr wrap="square" lIns="457200" tIns="27432" rIns="457200" bIns="27432" rtlCol="0" anchor="ctr"/>
          <a:lstStyle/>
          <a:p>
            <a:pPr algn="ctr"/>
            <a:r>
              <a:rPr sz="1600" b="1">
                <a:solidFill>
                  <a:srgbClr val="FFFFFF"/>
                </a:solidFill>
              </a:rPr>
              <a:t>Para arrancar necesitamos de Ford: </a:t>
            </a:r>
            <a:r>
              <a:rPr sz="1600" b="0">
                <a:solidFill>
                  <a:srgbClr val="FFFFFF"/>
                </a:solidFill>
              </a:rPr>
              <a:t>las reglas de ventana por modelo, la capacidad de contacto de cada concesionario y el kilometraje de los vehículos conectados.</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500"/>
                                        <p:tgtEl>
                                          <p:spTgt spid="1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500"/>
                                        <p:tgtEl>
                                          <p:spTgt spid="1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500"/>
                                        <p:tgtEl>
                                          <p:spTgt spid="2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wipe(left)">
                                      <p:cBhvr>
                                        <p:cTn id="40" dur="7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8" grpId="0"/>
      <p:bldP spid="19" grpId="0"/>
      <p:bldP spid="20" grpId="0"/>
      <p:bldP spid="21" grpId="0"/>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7FB69-ED0A-A121-DD64-30E11741D49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F91A55-6399-7F4F-8ABB-A7F5AB3979CD}"/>
              </a:ext>
            </a:extLst>
          </p:cNvPr>
          <p:cNvSpPr>
            <a:spLocks noGrp="1"/>
          </p:cNvSpPr>
          <p:nvPr>
            <p:ph type="sldNum" sz="quarter" idx="4"/>
          </p:nvPr>
        </p:nvSpPr>
        <p:spPr/>
        <p:txBody>
          <a:bodyPr/>
          <a:lstStyle/>
          <a:p>
            <a:fld id="{7196636F-A64E-6C4D-AE26-50A84E19B9C9}" type="slidenum">
              <a:rPr lang="en-US" smtClean="0"/>
              <a:pPr/>
              <a:t>23</a:t>
            </a:fld>
            <a:endParaRPr lang="en-US" dirty="0"/>
          </a:p>
        </p:txBody>
      </p:sp>
      <p:sp>
        <p:nvSpPr>
          <p:cNvPr id="3" name="gracias"/>
          <p:cNvSpPr txBox="1"/>
          <p:nvPr/>
        </p:nvSpPr>
        <p:spPr>
          <a:xfrm>
            <a:off x="822960" y="4892040"/>
            <a:ext cx="10515600" cy="548640"/>
          </a:xfrm>
          <a:prstGeom prst="rect">
            <a:avLst/>
          </a:prstGeom>
          <a:noFill/>
        </p:spPr>
        <p:txBody>
          <a:bodyPr wrap="square" lIns="0" tIns="0" rIns="0" bIns="0" anchor="t">
            <a:spAutoFit/>
          </a:bodyPr>
          <a:lstStyle/>
          <a:p>
            <a:pPr algn="ctr"/>
            <a:r>
              <a:rPr sz="2200" b="0">
                <a:solidFill>
                  <a:srgbClr val="00095B"/>
                </a:solidFill>
              </a:rPr>
              <a:t>Gracias · ¿Preguntas?</a:t>
            </a:r>
          </a:p>
        </p:txBody>
      </p:sp>
    </p:spTree>
    <p:extLst>
      <p:ext uri="{BB962C8B-B14F-4D97-AF65-F5344CB8AC3E}">
        <p14:creationId xmlns:p14="http://schemas.microsoft.com/office/powerpoint/2010/main" val="2827935836"/>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Demo en vivo (opcional)</a:t>
            </a:r>
          </a:p>
        </p:txBody>
      </p:sp>
      <p:sp>
        <p:nvSpPr>
          <p:cNvPr id="3" name="Text Placeholder 2"/>
          <p:cNvSpPr>
            <a:spLocks noGrp="1"/>
          </p:cNvSpPr>
          <p:nvPr>
            <p:ph type="body" sz="quarter" idx="13"/>
          </p:nvPr>
        </p:nvSpPr>
        <p:spPr/>
        <p:txBody>
          <a:bodyPr/>
          <a:lstStyle/>
          <a:p>
            <a:r>
              <a:t>Respaldo · preguntas</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24</a:t>
            </a:fld>
            <a:endParaRPr lang="en-US" dirty="0"/>
          </a:p>
        </p:txBody>
      </p:sp>
      <p:pic>
        <p:nvPicPr>
          <p:cNvPr id="8" name="bandeja_completa" descr="dash_bandeja.png"/>
          <p:cNvPicPr>
            <a:picLocks noChangeAspect="1"/>
          </p:cNvPicPr>
          <p:nvPr/>
        </p:nvPicPr>
        <p:blipFill>
          <a:blip r:embed="rId3"/>
          <a:stretch>
            <a:fillRect/>
          </a:stretch>
        </p:blipFill>
        <p:spPr>
          <a:xfrm>
            <a:off x="374904" y="1417320"/>
            <a:ext cx="5596128" cy="4663440"/>
          </a:xfrm>
          <a:prstGeom prst="rect">
            <a:avLst/>
          </a:prstGeom>
        </p:spPr>
      </p:pic>
      <p:pic>
        <p:nvPicPr>
          <p:cNvPr id="9" name="ficha_completa" descr="dash_ficha.png"/>
          <p:cNvPicPr>
            <a:picLocks noChangeAspect="1"/>
          </p:cNvPicPr>
          <p:nvPr/>
        </p:nvPicPr>
        <p:blipFill>
          <a:blip r:embed="rId4"/>
          <a:stretch>
            <a:fillRect/>
          </a:stretch>
        </p:blipFill>
        <p:spPr>
          <a:xfrm>
            <a:off x="6172200" y="1417320"/>
            <a:ext cx="5596128" cy="466344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¿Por qué no prometen un número más alto?</a:t>
            </a:r>
          </a:p>
        </p:txBody>
      </p:sp>
      <p:sp>
        <p:nvSpPr>
          <p:cNvPr id="3" name="Text Placeholder 2"/>
          <p:cNvSpPr>
            <a:spLocks noGrp="1"/>
          </p:cNvSpPr>
          <p:nvPr>
            <p:ph type="body" sz="quarter" idx="13"/>
          </p:nvPr>
        </p:nvSpPr>
        <p:spPr/>
        <p:txBody>
          <a:bodyPr/>
          <a:lstStyle/>
          <a:p>
            <a:r>
              <a:t>Respaldo · preguntas</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25</a:t>
            </a:fld>
            <a:endParaRPr lang="en-US" dirty="0"/>
          </a:p>
        </p:txBody>
      </p:sp>
      <p:sp>
        <p:nvSpPr>
          <p:cNvPr id="8" name="barra1"/>
          <p:cNvSpPr/>
          <p:nvPr/>
        </p:nvSpPr>
        <p:spPr>
          <a:xfrm>
            <a:off x="1097280" y="2051913"/>
            <a:ext cx="2011680" cy="3434486"/>
          </a:xfrm>
          <a:prstGeom prst="rect">
            <a:avLst/>
          </a:prstGeom>
          <a:solidFill>
            <a:srgbClr val="B9B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v1"/>
          <p:cNvSpPr txBox="1"/>
          <p:nvPr/>
        </p:nvSpPr>
        <p:spPr>
          <a:xfrm>
            <a:off x="822959" y="1320393"/>
            <a:ext cx="2560320" cy="640080"/>
          </a:xfrm>
          <a:prstGeom prst="rect">
            <a:avLst/>
          </a:prstGeom>
          <a:noFill/>
        </p:spPr>
        <p:txBody>
          <a:bodyPr wrap="square" lIns="0" tIns="0" rIns="0" bIns="0" anchor="t">
            <a:spAutoFit/>
          </a:bodyPr>
          <a:lstStyle/>
          <a:p>
            <a:pPr algn="ctr"/>
            <a:r>
              <a:rPr sz="3200" b="0">
                <a:solidFill>
                  <a:srgbClr val="00095B"/>
                </a:solidFill>
              </a:rPr>
              <a:t>0,81</a:t>
            </a:r>
          </a:p>
        </p:txBody>
      </p:sp>
      <p:sp>
        <p:nvSpPr>
          <p:cNvPr id="10" name="p1"/>
          <p:cNvSpPr txBox="1"/>
          <p:nvPr/>
        </p:nvSpPr>
        <p:spPr>
          <a:xfrm>
            <a:off x="640080" y="5577840"/>
            <a:ext cx="2926080" cy="731520"/>
          </a:xfrm>
          <a:prstGeom prst="rect">
            <a:avLst/>
          </a:prstGeom>
          <a:noFill/>
        </p:spPr>
        <p:txBody>
          <a:bodyPr wrap="square" lIns="0" tIns="0" rIns="0" bIns="0" anchor="t">
            <a:spAutoFit/>
          </a:bodyPr>
          <a:lstStyle/>
          <a:p>
            <a:pPr algn="ctr"/>
            <a:r>
              <a:rPr sz="1200" b="0">
                <a:solidFill>
                  <a:srgbClr val="00095B"/>
                </a:solidFill>
              </a:rPr>
              <a:t>Con dos columnas que eran</a:t>
            </a:r>
          </a:p>
          <a:p>
            <a:pPr algn="ctr"/>
            <a:r>
              <a:rPr sz="1200" b="0">
                <a:solidFill>
                  <a:srgbClr val="00095B"/>
                </a:solidFill>
              </a:rPr>
              <a:t>“fotos de hoy” copiadas al pasado</a:t>
            </a:r>
          </a:p>
        </p:txBody>
      </p:sp>
      <p:sp>
        <p:nvSpPr>
          <p:cNvPr id="11" name="barra2"/>
          <p:cNvSpPr/>
          <p:nvPr/>
        </p:nvSpPr>
        <p:spPr>
          <a:xfrm>
            <a:off x="4023360" y="2852927"/>
            <a:ext cx="2011680" cy="2633472"/>
          </a:xfrm>
          <a:prstGeom prst="rect">
            <a:avLst/>
          </a:prstGeom>
          <a:solidFill>
            <a:srgbClr val="170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v2"/>
          <p:cNvSpPr txBox="1"/>
          <p:nvPr/>
        </p:nvSpPr>
        <p:spPr>
          <a:xfrm>
            <a:off x="3749040" y="2121407"/>
            <a:ext cx="2560320" cy="640080"/>
          </a:xfrm>
          <a:prstGeom prst="rect">
            <a:avLst/>
          </a:prstGeom>
          <a:noFill/>
        </p:spPr>
        <p:txBody>
          <a:bodyPr wrap="square" lIns="0" tIns="0" rIns="0" bIns="0" anchor="t">
            <a:spAutoFit/>
          </a:bodyPr>
          <a:lstStyle/>
          <a:p>
            <a:pPr algn="ctr"/>
            <a:r>
              <a:rPr sz="3200" b="0">
                <a:solidFill>
                  <a:srgbClr val="00095B"/>
                </a:solidFill>
              </a:rPr>
              <a:t>0,74</a:t>
            </a:r>
          </a:p>
        </p:txBody>
      </p:sp>
      <p:sp>
        <p:nvSpPr>
          <p:cNvPr id="13" name="p2"/>
          <p:cNvSpPr txBox="1"/>
          <p:nvPr/>
        </p:nvSpPr>
        <p:spPr>
          <a:xfrm>
            <a:off x="3566160" y="5577840"/>
            <a:ext cx="2926080" cy="731520"/>
          </a:xfrm>
          <a:prstGeom prst="rect">
            <a:avLst/>
          </a:prstGeom>
          <a:noFill/>
        </p:spPr>
        <p:txBody>
          <a:bodyPr wrap="square" lIns="0" tIns="0" rIns="0" bIns="0" anchor="t">
            <a:spAutoFit/>
          </a:bodyPr>
          <a:lstStyle/>
          <a:p>
            <a:pPr algn="ctr"/>
            <a:r>
              <a:rPr sz="1200" b="0">
                <a:solidFill>
                  <a:srgbClr val="00095B"/>
                </a:solidFill>
              </a:rPr>
              <a:t>Sin ellas: lo que se sostiene</a:t>
            </a:r>
          </a:p>
          <a:p>
            <a:pPr algn="ctr"/>
            <a:r>
              <a:rPr sz="1200" b="0">
                <a:solidFill>
                  <a:srgbClr val="00095B"/>
                </a:solidFill>
              </a:rPr>
              <a:t>al momento de decidir</a:t>
            </a:r>
          </a:p>
        </p:txBody>
      </p:sp>
      <p:sp>
        <p:nvSpPr>
          <p:cNvPr id="14" name="explicacion"/>
          <p:cNvSpPr txBox="1"/>
          <p:nvPr/>
        </p:nvSpPr>
        <p:spPr>
          <a:xfrm>
            <a:off x="6949440" y="1828800"/>
            <a:ext cx="4754880" cy="3657600"/>
          </a:xfrm>
          <a:prstGeom prst="rect">
            <a:avLst/>
          </a:prstGeom>
          <a:noFill/>
        </p:spPr>
        <p:txBody>
          <a:bodyPr wrap="square" lIns="0" tIns="0" rIns="0" bIns="0" anchor="t">
            <a:spAutoFit/>
          </a:bodyPr>
          <a:lstStyle/>
          <a:p>
            <a:pPr algn="l"/>
            <a:r>
              <a:rPr sz="1600" b="0">
                <a:solidFill>
                  <a:srgbClr val="00095B"/>
                </a:solidFill>
              </a:rPr>
              <a:t>El kilometraje y la conectividad del dataset son valores tomados al extraer los datos, no los de cada fecha. Usarlos es mirar el futuro.</a:t>
            </a:r>
          </a:p>
          <a:p>
            <a:pPr algn="l">
              <a:spcBef>
                <a:spcPts val="1200"/>
              </a:spcBef>
            </a:pPr>
            <a:r>
              <a:rPr sz="1600" b="0">
                <a:solidFill>
                  <a:srgbClr val="00095B"/>
                </a:solidFill>
              </a:rPr>
              <a:t>Con ellos el modelo parecía mejor (área bajo la curva 0,81), pero en producción esa información no existe al momento de llamar.</a:t>
            </a:r>
          </a:p>
          <a:p>
            <a:pPr algn="l">
              <a:spcBef>
                <a:spcPts val="1200"/>
              </a:spcBef>
            </a:pPr>
            <a:r>
              <a:rPr sz="1600" b="0">
                <a:solidFill>
                  <a:srgbClr val="00095B"/>
                </a:solidFill>
              </a:rPr>
              <a:t>0,74 medido fuera de tiempo y calibrado es lo que se puede prometer y sostener.</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Horizonte y no-shows</a:t>
            </a:r>
          </a:p>
        </p:txBody>
      </p:sp>
      <p:sp>
        <p:nvSpPr>
          <p:cNvPr id="3" name="Text Placeholder 2"/>
          <p:cNvSpPr>
            <a:spLocks noGrp="1"/>
          </p:cNvSpPr>
          <p:nvPr>
            <p:ph type="body" sz="quarter" idx="13"/>
          </p:nvPr>
        </p:nvSpPr>
        <p:spPr/>
        <p:txBody>
          <a:bodyPr/>
          <a:lstStyle/>
          <a:p>
            <a:r>
              <a:t>Respaldo · preguntas</a:t>
            </a:r>
          </a:p>
        </p:txBody>
      </p:sp>
      <p:sp>
        <p:nvSpPr>
          <p:cNvPr id="4" name="Content Placeholder 3"/>
          <p:cNvSpPr>
            <a:spLocks noGrp="1"/>
          </p:cNvSpPr>
          <p:nvPr>
            <p:ph idx="17"/>
          </p:nvPr>
        </p:nvSpPr>
        <p:spPr/>
        <p:txBody>
          <a:bodyPr/>
          <a:lstStyle/>
          <a:p>
            <a:r>
              <a:t>¿Los no-shows no sirven como señal?</a:t>
            </a:r>
          </a:p>
          <a:p>
            <a:r>
              <a:t>En crudo no separan (78 % de retorno con 0, 1 o 2+), porque el que falta a un turno es porque tuvo turnos. A igual cantidad de turnos, un no-show sí baja el retorno (67 % contra 73 %). La lista usa las dos cosas juntas. El que cancela y reprograma, vuelve.</a:t>
            </a:r>
          </a:p>
        </p:txBody>
      </p:sp>
      <p:sp>
        <p:nvSpPr>
          <p:cNvPr id="5" name="Content Placeholder 4"/>
          <p:cNvSpPr>
            <a:spLocks noGrp="1"/>
          </p:cNvSpPr>
          <p:nvPr>
            <p:ph idx="1"/>
          </p:nvPr>
        </p:nvSpPr>
        <p:spPr/>
        <p:txBody>
          <a:bodyPr/>
          <a:lstStyle/>
          <a:p>
            <a:r>
              <a:t>¿Por qué 90 días y no un mes?</a:t>
            </a:r>
          </a:p>
          <a:p>
            <a:r>
              <a:t>Un mes deja afuera al 35 % de los que vuelven un poco tarde y los cuenta como perdidos. 90 días capturan al 84 % y el resultado llega a tiempo para medir. La lista sí se arma todos los meses.</a:t>
            </a:r>
          </a:p>
        </p:txBody>
      </p:sp>
      <p:sp>
        <p:nvSpPr>
          <p:cNvPr id="13" name="Slide Number Placeholder 5">
            <a:extLst>
              <a:ext uri="{FF2B5EF4-FFF2-40B4-BE49-F238E27FC236}">
                <a16:creationId xmlns:a16="http://schemas.microsoft.com/office/drawing/2014/main" id="{EB80CE9C-3A05-47A0-9926-B334B56F6A13}"/>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26</a:t>
            </a:fld>
            <a:endParaRPr lang="en-US"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Flotas, efecto del llamado y qué necesitamos</a:t>
            </a:r>
          </a:p>
        </p:txBody>
      </p:sp>
      <p:sp>
        <p:nvSpPr>
          <p:cNvPr id="3" name="Text Placeholder 2"/>
          <p:cNvSpPr>
            <a:spLocks noGrp="1"/>
          </p:cNvSpPr>
          <p:nvPr>
            <p:ph type="body" sz="quarter" idx="13"/>
          </p:nvPr>
        </p:nvSpPr>
        <p:spPr/>
        <p:txBody>
          <a:bodyPr/>
          <a:lstStyle/>
          <a:p>
            <a:r>
              <a:t>Respaldo · preguntas</a:t>
            </a:r>
          </a:p>
        </p:txBody>
      </p:sp>
      <p:sp>
        <p:nvSpPr>
          <p:cNvPr id="4" name="Content Placeholder 3"/>
          <p:cNvSpPr>
            <a:spLocks noGrp="1"/>
          </p:cNvSpPr>
          <p:nvPr>
            <p:ph idx="17"/>
          </p:nvPr>
        </p:nvSpPr>
        <p:spPr/>
        <p:txBody>
          <a:bodyPr/>
          <a:lstStyle/>
          <a:p>
            <a:r>
              <a:t>¿Qué necesitan de Ford?</a:t>
            </a:r>
          </a:p>
          <a:p>
            <a:r>
              <a:t>Confirmar las reglas de ventana por modelo, la capacidad de contacto de cada concesionario, y si hay kilometraje de telemetría y fecha de creación del turno.</a:t>
            </a:r>
          </a:p>
        </p:txBody>
      </p:sp>
      <p:sp>
        <p:nvSpPr>
          <p:cNvPr id="5" name="Content Placeholder 4"/>
          <p:cNvSpPr>
            <a:spLocks noGrp="1"/>
          </p:cNvSpPr>
          <p:nvPr>
            <p:ph idx="1"/>
          </p:nvPr>
        </p:nvSpPr>
        <p:spPr/>
        <p:txBody>
          <a:bodyPr/>
          <a:lstStyle/>
          <a:p>
            <a:r>
              <a:t>¿Sirve para flotas?</a:t>
            </a:r>
          </a:p>
          <a:p>
            <a:r>
              <a:t>Sí: son el grupo que menos vuelve a la red, y la lista lo ve (el tamaño de flota es uno de los motivos que más pesa). La vista por cliente junta todas sus unidades en un solo contacto.</a:t>
            </a:r>
          </a:p>
          <a:p>
            <a:endParaRPr/>
          </a:p>
          <a:p>
            <a:r>
              <a:t>¿Cómo sé que el llamado sirve?</a:t>
            </a:r>
          </a:p>
          <a:p>
            <a:r>
              <a:t>Todavía no lo sabemos: la lista ordena, el piloto mide. Por eso proponemos el piloto por grupo de riesgo antes de escalar.</a:t>
            </a:r>
          </a:p>
        </p:txBody>
      </p:sp>
      <p:sp>
        <p:nvSpPr>
          <p:cNvPr id="13" name="Slide Number Placeholder 5">
            <a:extLst>
              <a:ext uri="{FF2B5EF4-FFF2-40B4-BE49-F238E27FC236}">
                <a16:creationId xmlns:a16="http://schemas.microsoft.com/office/drawing/2014/main" id="{EB80CE9C-3A05-47A0-9926-B334B56F6A13}"/>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27</a:t>
            </a:fld>
            <a:endParaRPr lang="en-US" dirty="0"/>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 evidencia, para quien la pida</a:t>
            </a:r>
          </a:p>
        </p:txBody>
      </p:sp>
      <p:sp>
        <p:nvSpPr>
          <p:cNvPr id="3" name="Text Placeholder 2"/>
          <p:cNvSpPr>
            <a:spLocks noGrp="1"/>
          </p:cNvSpPr>
          <p:nvPr>
            <p:ph type="body" sz="quarter" idx="13"/>
          </p:nvPr>
        </p:nvSpPr>
        <p:spPr/>
        <p:txBody>
          <a:bodyPr/>
          <a:lstStyle/>
          <a:p>
            <a:r>
              <a:t>Respaldo · preguntas</a:t>
            </a:r>
          </a:p>
        </p:txBody>
      </p:sp>
      <p:sp>
        <p:nvSpPr>
          <p:cNvPr id="7" name="Slide Number Placeholder 5">
            <a:extLst>
              <a:ext uri="{FF2B5EF4-FFF2-40B4-BE49-F238E27FC236}">
                <a16:creationId xmlns:a16="http://schemas.microsoft.com/office/drawing/2014/main" id="{8A4F1109-32A4-4CB3-BC7D-F5155E0D3F98}"/>
              </a:ext>
            </a:extLst>
          </p:cNvPr>
          <p:cNvSpPr>
            <a:spLocks noGrp="1"/>
          </p:cNvSpPr>
          <p:nvPr>
            <p:ph type="sldNum" sz="quarter" idx="4"/>
          </p:nvPr>
        </p:nvSpPr>
        <p:spPr>
          <a:xfrm>
            <a:off x="11521481" y="6486039"/>
            <a:ext cx="320749" cy="365125"/>
          </a:xfrm>
          <a:prstGeom prst="rect">
            <a:avLst/>
          </a:prstGeom>
        </p:spPr>
        <p:txBody>
          <a:bodyPr vert="horz" lIns="0" tIns="45720" rIns="0" bIns="45720" rtlCol="0" anchor="t"/>
          <a:lstStyle>
            <a:lvl1pPr algn="r">
              <a:defRPr sz="800">
                <a:solidFill>
                  <a:schemeClr val="tx1"/>
                </a:solidFill>
                <a:latin typeface="+mn-lt"/>
                <a:ea typeface="Avenir Next" panose="020B0503020202020204" pitchFamily="34" charset="0"/>
                <a:cs typeface="Avenir Next" panose="020B0503020202020204" pitchFamily="34" charset="0"/>
              </a:defRPr>
            </a:lvl1pPr>
          </a:lstStyle>
          <a:p>
            <a:fld id="{7196636F-A64E-6C4D-AE26-50A84E19B9C9}" type="slidenum">
              <a:rPr lang="en-US" smtClean="0"/>
              <a:pPr/>
              <a:t>28</a:t>
            </a:fld>
            <a:endParaRPr lang="en-US" dirty="0"/>
          </a:p>
        </p:txBody>
      </p:sp>
      <p:pic>
        <p:nvPicPr>
          <p:cNvPr id="8" name="ganancia" descr="ganancia.png"/>
          <p:cNvPicPr>
            <a:picLocks noChangeAspect="1"/>
          </p:cNvPicPr>
          <p:nvPr/>
        </p:nvPicPr>
        <p:blipFill>
          <a:blip r:embed="rId3"/>
          <a:stretch>
            <a:fillRect/>
          </a:stretch>
        </p:blipFill>
        <p:spPr>
          <a:xfrm>
            <a:off x="374904" y="1371600"/>
            <a:ext cx="6172043" cy="4206240"/>
          </a:xfrm>
          <a:prstGeom prst="rect">
            <a:avLst/>
          </a:prstGeom>
        </p:spPr>
      </p:pic>
      <p:pic>
        <p:nvPicPr>
          <p:cNvPr id="9" name="calibracion" descr="calibracion.png"/>
          <p:cNvPicPr>
            <a:picLocks noChangeAspect="1"/>
          </p:cNvPicPr>
          <p:nvPr/>
        </p:nvPicPr>
        <p:blipFill>
          <a:blip r:embed="rId4"/>
          <a:stretch>
            <a:fillRect/>
          </a:stretch>
        </p:blipFill>
        <p:spPr>
          <a:xfrm>
            <a:off x="6309360" y="1371600"/>
            <a:ext cx="4201741" cy="4206240"/>
          </a:xfrm>
          <a:prstGeom prst="rect">
            <a:avLst/>
          </a:prstGeom>
        </p:spPr>
      </p:pic>
      <p:sp>
        <p:nvSpPr>
          <p:cNvPr id="10" name="pie"/>
          <p:cNvSpPr txBox="1"/>
          <p:nvPr/>
        </p:nvSpPr>
        <p:spPr>
          <a:xfrm>
            <a:off x="374904" y="5760720"/>
            <a:ext cx="11338560" cy="457200"/>
          </a:xfrm>
          <a:prstGeom prst="rect">
            <a:avLst/>
          </a:prstGeom>
          <a:noFill/>
        </p:spPr>
        <p:txBody>
          <a:bodyPr wrap="square" lIns="0" tIns="0" rIns="0" bIns="0" anchor="t">
            <a:spAutoFit/>
          </a:bodyPr>
          <a:lstStyle/>
          <a:p>
            <a:pPr algn="l"/>
            <a:r>
              <a:rPr sz="1200" b="0">
                <a:solidFill>
                  <a:srgbClr val="7F7F7F"/>
                </a:solidFill>
              </a:rPr>
              <a:t>Izquierda: qué parte de los que se van se alcanza según cuántos se contactan. Derecha: cuando la lista dice X %, se van X %. Test enero-marzo 2026, 19.709 ventanas.</a:t>
            </a:r>
          </a:p>
        </p:txBody>
      </p:sp>
    </p:spTree>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sld>
</file>

<file path=ppt/theme/theme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accent2"/>
          </a:solidFill>
          <a:tailEnd type="none" w="med" len="sm"/>
        </a:ln>
        <a:effectLst/>
      </a:spPr>
      <a:bodyPr/>
      <a:lstStyle/>
      <a:style>
        <a:lnRef idx="1">
          <a:schemeClr val="accent1"/>
        </a:lnRef>
        <a:fillRef idx="0">
          <a:schemeClr val="accent1"/>
        </a:fillRef>
        <a:effectRef idx="0">
          <a:schemeClr val="accent1"/>
        </a:effectRef>
        <a:fontRef idx="minor">
          <a:schemeClr val="tx1"/>
        </a:fontRef>
      </a:style>
    </a:lnDef>
    <a:txDef>
      <a:spPr/>
      <a:bodyPr vert="horz" wrap="none" lIns="91440" tIns="45720" rIns="91440" bIns="45720" rtlCol="0">
        <a:spAutoFit/>
      </a:bodyPr>
      <a:lstStyle>
        <a:defPPr algn="l">
          <a:defRPr sz="1200" dirty="0" err="1" smtClean="0">
            <a:latin typeface="+mn-lt"/>
          </a:defRPr>
        </a:defPPr>
      </a:lstStyle>
    </a:txDef>
  </a:objectDefaults>
  <a:extraClrSchemeLst/>
  <a:extLst>
    <a:ext uri="{05A4C25C-085E-4340-85A3-A5531E510DB2}">
      <thm15:themeFamily xmlns:thm15="http://schemas.microsoft.com/office/thememl/2012/main" name="Ford_Presentation_Template_C02" id="{006998FE-6719-514F-9980-CF83762D38B5}" vid="{7D1C655B-F034-6E45-83F8-81A637AE78A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F98D95B3C7764478220B4640544549A" ma:contentTypeVersion="12" ma:contentTypeDescription="Create a new document." ma:contentTypeScope="" ma:versionID="fdd2da79dca7eceea7526dc50efcfcf0">
  <xsd:schema xmlns:xsd="http://www.w3.org/2001/XMLSchema" xmlns:xs="http://www.w3.org/2001/XMLSchema" xmlns:p="http://schemas.microsoft.com/office/2006/metadata/properties" xmlns:ns2="e207eda7-c60a-4298-ac2b-86dd5bc7ae7a" xmlns:ns3="5af6e66d-d4a6-4409-b3f2-9172cbc29d4b" targetNamespace="http://schemas.microsoft.com/office/2006/metadata/properties" ma:root="true" ma:fieldsID="4881c84358a8dc26e9e0ecb88e466808" ns2:_="" ns3:_="">
    <xsd:import namespace="e207eda7-c60a-4298-ac2b-86dd5bc7ae7a"/>
    <xsd:import namespace="5af6e66d-d4a6-4409-b3f2-9172cbc29d4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207eda7-c60a-4298-ac2b-86dd5bc7ae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76f62536-3a25-4b8a-9b5d-7e17d0b0464e"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af6e66d-d4a6-4409-b3f2-9172cbc29d4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3b6336c-0b27-46de-820e-856c14d1331c}" ma:internalName="TaxCatchAll" ma:showField="CatchAllData" ma:web="5af6e66d-d4a6-4409-b3f2-9172cbc29d4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207eda7-c60a-4298-ac2b-86dd5bc7ae7a">
      <Terms xmlns="http://schemas.microsoft.com/office/infopath/2007/PartnerControls"/>
    </lcf76f155ced4ddcb4097134ff3c332f>
    <TaxCatchAll xmlns="5af6e66d-d4a6-4409-b3f2-9172cbc29d4b" xsi:nil="true"/>
  </documentManagement>
</p:properties>
</file>

<file path=customXml/itemProps1.xml><?xml version="1.0" encoding="utf-8"?>
<ds:datastoreItem xmlns:ds="http://schemas.openxmlformats.org/officeDocument/2006/customXml" ds:itemID="{A9D33F2B-C9B2-440A-B53E-437C3B44AFCE}">
  <ds:schemaRefs>
    <ds:schemaRef ds:uri="http://schemas.microsoft.com/sharepoint/v3/contenttype/forms"/>
  </ds:schemaRefs>
</ds:datastoreItem>
</file>

<file path=customXml/itemProps2.xml><?xml version="1.0" encoding="utf-8"?>
<ds:datastoreItem xmlns:ds="http://schemas.openxmlformats.org/officeDocument/2006/customXml" ds:itemID="{8FEDE938-368F-4BC9-8142-8712182307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207eda7-c60a-4298-ac2b-86dd5bc7ae7a"/>
    <ds:schemaRef ds:uri="5af6e66d-d4a6-4409-b3f2-9172cbc29d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3466F-646B-4C91-A899-EECD87AD0076}">
  <ds:schemaRefs>
    <ds:schemaRef ds:uri="http://schemas.microsoft.com/office/2006/metadata/properties"/>
    <ds:schemaRef ds:uri="http://schemas.microsoft.com/office/infopath/2007/PartnerControls"/>
    <ds:schemaRef ds:uri="09025dea-8cfb-412a-8bf6-3264536aef32"/>
    <ds:schemaRef ds:uri="6290ef22-d553-493d-996d-b074cf516d76"/>
    <ds:schemaRef ds:uri="bd70e923-ab84-4aa7-89d5-263cfb0d7c15"/>
    <ds:schemaRef ds:uri="2fd03a12-6bd2-4804-9bb4-b9172760b8e7"/>
    <ds:schemaRef ds:uri="3e68ea85-e2cf-4a10-960b-7a8b97a39b78"/>
    <ds:schemaRef ds:uri="4e27906e-a302-466b-aa1c-8b3e60c9d72f"/>
    <ds:schemaRef ds:uri="3e3276ed-9db0-4487-8795-b90f09998e0a"/>
    <ds:schemaRef ds:uri="c70d0ce2-6631-4134-8ae5-6a41f222d9a7"/>
    <ds:schemaRef ds:uri="e207eda7-c60a-4298-ac2b-86dd5bc7ae7a"/>
    <ds:schemaRef ds:uri="5af6e66d-d4a6-4409-b3f2-9172cbc29d4b"/>
  </ds:schemaRefs>
</ds:datastoreItem>
</file>

<file path=docMetadata/LabelInfo.xml><?xml version="1.0" encoding="utf-8"?>
<clbl:labelList xmlns:clbl="http://schemas.microsoft.com/office/2020/mipLabelMetadata">
  <clbl:label id="{4287bb64-a677-4999-a7e1-c729498cafc7}" enabled="1" method="Standard" siteId="{c990bb7a-51f4-439b-bd36-9c07fb1041c0}" contentBits="0" removed="0"/>
</clbl:labelList>
</file>

<file path=docProps/app.xml><?xml version="1.0" encoding="utf-8"?>
<Properties xmlns="http://schemas.openxmlformats.org/officeDocument/2006/extended-properties" xmlns:vt="http://schemas.openxmlformats.org/officeDocument/2006/docPropsVTypes">
  <Template>FORD</Template>
  <TotalTime>22850</TotalTime>
  <Words>4896</Words>
  <Application>Microsoft Office PowerPoint</Application>
  <PresentationFormat>Panorámica</PresentationFormat>
  <Paragraphs>503</Paragraphs>
  <Slides>28</Slides>
  <Notes>28</Notes>
  <HiddenSlides>5</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28</vt:i4>
      </vt:variant>
    </vt:vector>
  </HeadingPairs>
  <TitlesOfParts>
    <vt:vector size="39" baseType="lpstr">
      <vt:lpstr>Arial</vt:lpstr>
      <vt:lpstr>Avenir Next</vt:lpstr>
      <vt:lpstr>Avenir Next LT Pro</vt:lpstr>
      <vt:lpstr>Avenir Next LT Pro Demi</vt:lpstr>
      <vt:lpstr>Avenir Next Medium</vt:lpstr>
      <vt:lpstr>Calibri</vt:lpstr>
      <vt:lpstr>Courier New</vt:lpstr>
      <vt:lpstr>Ford Antenna Light</vt:lpstr>
      <vt:lpstr>Ford Antenna Medium</vt:lpstr>
      <vt:lpstr>Ford Antenna Regular</vt:lpstr>
      <vt:lpstr>FORD</vt:lpstr>
      <vt:lpstr>Presentación de PowerPoint</vt:lpstr>
      <vt:lpstr>Descripción del desafío</vt:lpstr>
      <vt:lpstr>Presentación de PowerPoint</vt:lpstr>
      <vt:lpstr>Presentación de PowerPoint</vt:lpstr>
      <vt:lpstr>Un service perdido es más que un service</vt:lpstr>
      <vt:lpstr>Hoy, la red le habla igual a todos</vt:lpstr>
      <vt:lpstr>Descripción de la solución</vt:lpstr>
      <vt:lpstr>Lo que nos enseñaron los datos</vt:lpstr>
      <vt:lpstr>Dónde entra: ordena la cola y explica cada caso</vt:lpstr>
      <vt:lpstr>Con la lista, cada llamado rinde el doble</vt:lpstr>
      <vt:lpstr>Y le dice al asesor por qué</vt:lpstr>
      <vt:lpstr>Tres grupos, tres acciones</vt:lpstr>
      <vt:lpstr>Así lo ve el concesionario</vt:lpstr>
      <vt:lpstr>Factibilidad económica</vt:lpstr>
      <vt:lpstr>Mismo esfuerzo, más services recuperados</vt:lpstr>
      <vt:lpstr>Cómo sabemos si funciona: un piloto de 90 días</vt:lpstr>
      <vt:lpstr>Valor diferencial e Innovación</vt:lpstr>
      <vt:lpstr>Qué lo hace distinto</vt:lpstr>
      <vt:lpstr>Trabajo Futuro</vt:lpstr>
      <vt:lpstr>Presentación de PowerPoint</vt:lpstr>
      <vt:lpstr>Conclusiones</vt:lpstr>
      <vt:lpstr>Tres ideas para llevarse</vt:lpstr>
      <vt:lpstr>Presentación de PowerPoint</vt:lpstr>
      <vt:lpstr>Demo en vivo (opcional)</vt:lpstr>
      <vt:lpstr>¿Por qué no prometen un número más alto?</vt:lpstr>
      <vt:lpstr>Horizonte y no-shows</vt:lpstr>
      <vt:lpstr>Flotas, efecto del llamado y qué necesitamos</vt:lpstr>
      <vt:lpstr>La evidencia, para quien la pida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Instructions</dc:title>
  <dc:creator>Jacob Woodworth</dc:creator>
  <cp:lastModifiedBy>Franco Malfetano</cp:lastModifiedBy>
  <cp:revision>257</cp:revision>
  <cp:lastPrinted>2018-03-16T18:50:22Z</cp:lastPrinted>
  <dcterms:created xsi:type="dcterms:W3CDTF">2021-11-17T16:17:53Z</dcterms:created>
  <dcterms:modified xsi:type="dcterms:W3CDTF">2026-09-29T07:05:54Z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0x010100DF98D95B3C7764478220B4640544549A</vt:lpwstr>
  </property>
</Properties>
</file>